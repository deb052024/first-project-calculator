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6.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79" r:id="rId5"/>
  </p:sldMasterIdLst>
  <p:notesMasterIdLst>
    <p:notesMasterId r:id="rId36"/>
  </p:notesMasterIdLst>
  <p:handoutMasterIdLst>
    <p:handoutMasterId r:id="rId37"/>
  </p:handoutMasterIdLst>
  <p:sldIdLst>
    <p:sldId id="2145704086" r:id="rId6"/>
    <p:sldId id="2145704248" r:id="rId7"/>
    <p:sldId id="2145704199" r:id="rId8"/>
    <p:sldId id="2145704201" r:id="rId9"/>
    <p:sldId id="2145704200" r:id="rId10"/>
    <p:sldId id="2145704243" r:id="rId11"/>
    <p:sldId id="2145704132" r:id="rId12"/>
    <p:sldId id="2145704203" r:id="rId13"/>
    <p:sldId id="2145704204" r:id="rId14"/>
    <p:sldId id="2145704205" r:id="rId15"/>
    <p:sldId id="2145704206" r:id="rId16"/>
    <p:sldId id="2145704207" r:id="rId17"/>
    <p:sldId id="2145704208" r:id="rId18"/>
    <p:sldId id="2145704209" r:id="rId19"/>
    <p:sldId id="2145704210" r:id="rId20"/>
    <p:sldId id="2145704211" r:id="rId21"/>
    <p:sldId id="2145704212" r:id="rId22"/>
    <p:sldId id="2145704213" r:id="rId23"/>
    <p:sldId id="2145704196" r:id="rId24"/>
    <p:sldId id="2145704214" r:id="rId25"/>
    <p:sldId id="2145704215" r:id="rId26"/>
    <p:sldId id="2145704246" r:id="rId27"/>
    <p:sldId id="2145704216" r:id="rId28"/>
    <p:sldId id="2145704217" r:id="rId29"/>
    <p:sldId id="2145704218" r:id="rId30"/>
    <p:sldId id="2145704219" r:id="rId31"/>
    <p:sldId id="2145704245" r:id="rId32"/>
    <p:sldId id="2145704225" r:id="rId33"/>
    <p:sldId id="2145704247" r:id="rId34"/>
    <p:sldId id="214570413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DECK" id="{E4099128-79B2-4282-892F-ED3F45852A4F}">
          <p14:sldIdLst>
            <p14:sldId id="2145704086"/>
            <p14:sldId id="2145704248"/>
            <p14:sldId id="2145704199"/>
            <p14:sldId id="2145704201"/>
            <p14:sldId id="2145704200"/>
            <p14:sldId id="2145704243"/>
            <p14:sldId id="2145704132"/>
            <p14:sldId id="2145704203"/>
            <p14:sldId id="2145704204"/>
            <p14:sldId id="2145704205"/>
            <p14:sldId id="2145704206"/>
            <p14:sldId id="2145704207"/>
            <p14:sldId id="2145704208"/>
            <p14:sldId id="2145704209"/>
            <p14:sldId id="2145704210"/>
            <p14:sldId id="2145704211"/>
            <p14:sldId id="2145704212"/>
            <p14:sldId id="2145704213"/>
            <p14:sldId id="2145704196"/>
            <p14:sldId id="2145704214"/>
            <p14:sldId id="2145704215"/>
            <p14:sldId id="2145704246"/>
            <p14:sldId id="2145704216"/>
            <p14:sldId id="2145704217"/>
            <p14:sldId id="2145704218"/>
            <p14:sldId id="2145704219"/>
            <p14:sldId id="2145704245"/>
            <p14:sldId id="2145704225"/>
            <p14:sldId id="2145704247"/>
            <p14:sldId id="214570413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67E61D-F0B5-083F-9DF0-CEA6DC4B5696}" name="Highland, Michael" initials="HM" userId="S::MHighland@bareinternational.com::c4bfb0b4-4de5-4506-9960-cc0ad413db34" providerId="AD"/>
  <p188:author id="{A68C5C20-612C-5253-299E-A10C51094AF4}" name="Gopinath, Achuth" initials="" userId="S::agopinath@bareinternational.com::5b35d36d-b269-4338-8f76-bec758591c8f" providerId="AD"/>
  <p188:author id="{99316948-54DB-F5C0-83C0-15F0B648BC67}" name="Kabra, Poonam" initials="" userId="S::PKabra@bareinternational.com::4e43bbc9-b317-4f02-bda1-ecb53a806698" providerId="AD"/>
  <p188:author id="{6A9F224B-F9A9-55B8-8D57-BCB63041C7F9}" name="Patino, Barbara" initials="BP" userId="S::bpatino@bareinternational.com::84f194d3-057d-483f-9dd3-c7f0b8c15a64" providerId="AD"/>
  <p188:author id="{18380076-141D-4D02-B198-A78ED18FA296}" name="Macababbad, Crystal" initials="CM" userId="S::cmacababbad@bareinternational.com::be574099-ff5b-4153-af8a-8d05e83318e5" providerId="AD"/>
  <p188:author id="{79325277-D3D6-D601-514D-849053CC4D34}" name="Flores, Lilia" initials="LF" userId="S::liflores@colum.edu::dd44451a-d8ef-47c3-a345-edb6b2332049" providerId="AD"/>
  <p188:author id="{CC4FB57A-C6A0-97E5-1846-EC3D6F55CB54}" name="Patel, Gouri" initials="GP" userId="S::GPatel@bareinternational.com::5033d818-8f3a-416d-858a-3157e52d4e44" providerId="AD"/>
  <p188:author id="{43B82290-8464-9514-715D-6C8D0E4E9731}" name="Kabra, Poonam" initials="KP" userId="S::pkabra@bareinternational.com::4e43bbc9-b317-4f02-bda1-ecb53a806698" providerId="AD"/>
  <p188:author id="{9C621E93-5537-8D87-7612-3F8179A794BC}" name="Pooja Rajesh Gupta" initials="" userId="S::poojagupta@bareinternational.com::4f6a1bd2-6fd6-42c7-9864-8438e507606d" providerId="AD"/>
  <p188:author id="{3CDFA2D7-C0CB-5862-82FB-6949F58B8971}" name="Highland, Michael" initials="HM" userId="S::mhighland@bareinternational.com::c4bfb0b4-4de5-4506-9960-cc0ad413db34" providerId="AD"/>
  <p188:author id="{4744CDE7-6A34-3F16-2CC5-ACA9F6077907}" name="Panda, Debasis" initials="DP" userId="S::dpanda@bareinternational.com::a9013a88-cb44-4d50-b56f-51e70fec9000" providerId="AD"/>
  <p188:author id="{818A81FC-FB00-A267-1638-BC1E43C0BFFB}" name="Mollon, Jaime" initials="JM" userId="S::JMollon@bareinternational.com::0c3ef3a2-acf3-4c9b-877f-d39901f8fe4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B9C1"/>
    <a:srgbClr val="D7262B"/>
    <a:srgbClr val="0B0B0C"/>
    <a:srgbClr val="1E4164"/>
    <a:srgbClr val="FBE9E9"/>
    <a:srgbClr val="F2F2F2"/>
    <a:srgbClr val="8DC8E8"/>
    <a:srgbClr val="6AD1E3"/>
    <a:srgbClr val="FFFFFF"/>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51FB39-8647-4B35-9F0B-9139258545A8}" v="2403" dt="2026-10-13T07:30:15.483"/>
    <p1510:client id="{4AFBA99A-A380-409B-A6A9-4172625813D8}" v="133" dt="2026-10-13T09:13:36.645"/>
    <p1510:client id="{513C2D12-B57D-44CC-BB08-95B7597AE9A1}" v="106" dt="2026-10-13T09:14:18.929"/>
    <p1510:client id="{BDBC96EA-7B42-4A4A-8D59-4D780CAEB5B8}" v="1487" dt="2026-10-13T07:32:24.7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bra, Poonam" userId="4e43bbc9-b317-4f02-bda1-ecb53a806698" providerId="ADAL" clId="{A61D0D08-4DF9-4DC2-B8A9-56616D36FA41}"/>
    <pc:docChg chg="undo custSel modSld sldOrd">
      <pc:chgData name="Kabra, Poonam" userId="4e43bbc9-b317-4f02-bda1-ecb53a806698" providerId="ADAL" clId="{A61D0D08-4DF9-4DC2-B8A9-56616D36FA41}" dt="2026-10-13T09:13:36.645" v="132" actId="22"/>
      <pc:docMkLst>
        <pc:docMk/>
      </pc:docMkLst>
      <pc:sldChg chg="modSp mod">
        <pc:chgData name="Kabra, Poonam" userId="4e43bbc9-b317-4f02-bda1-ecb53a806698" providerId="ADAL" clId="{A61D0D08-4DF9-4DC2-B8A9-56616D36FA41}" dt="2026-10-13T08:30:06.131" v="91" actId="1076"/>
        <pc:sldMkLst>
          <pc:docMk/>
          <pc:sldMk cId="3224218415" sldId="2145704086"/>
        </pc:sldMkLst>
        <pc:spChg chg="mod">
          <ac:chgData name="Kabra, Poonam" userId="4e43bbc9-b317-4f02-bda1-ecb53a806698" providerId="ADAL" clId="{A61D0D08-4DF9-4DC2-B8A9-56616D36FA41}" dt="2026-10-13T08:30:06.131" v="91" actId="1076"/>
          <ac:spMkLst>
            <pc:docMk/>
            <pc:sldMk cId="3224218415" sldId="2145704086"/>
            <ac:spMk id="7" creationId="{0DB0895A-1C6E-A6D1-522A-CD96879F6096}"/>
          </ac:spMkLst>
        </pc:spChg>
        <pc:spChg chg="mod">
          <ac:chgData name="Kabra, Poonam" userId="4e43bbc9-b317-4f02-bda1-ecb53a806698" providerId="ADAL" clId="{A61D0D08-4DF9-4DC2-B8A9-56616D36FA41}" dt="2026-10-13T08:30:06.131" v="91" actId="1076"/>
          <ac:spMkLst>
            <pc:docMk/>
            <pc:sldMk cId="3224218415" sldId="2145704086"/>
            <ac:spMk id="9" creationId="{A3DA549B-BF22-4996-4FB2-34CCFFB787AA}"/>
          </ac:spMkLst>
        </pc:spChg>
      </pc:sldChg>
      <pc:sldChg chg="addSp mod">
        <pc:chgData name="Kabra, Poonam" userId="4e43bbc9-b317-4f02-bda1-ecb53a806698" providerId="ADAL" clId="{A61D0D08-4DF9-4DC2-B8A9-56616D36FA41}" dt="2026-10-13T08:33:05.154" v="100" actId="22"/>
        <pc:sldMkLst>
          <pc:docMk/>
          <pc:sldMk cId="2354206005" sldId="2145704132"/>
        </pc:sldMkLst>
        <pc:spChg chg="add">
          <ac:chgData name="Kabra, Poonam" userId="4e43bbc9-b317-4f02-bda1-ecb53a806698" providerId="ADAL" clId="{A61D0D08-4DF9-4DC2-B8A9-56616D36FA41}" dt="2026-10-13T08:33:05.154" v="100" actId="22"/>
          <ac:spMkLst>
            <pc:docMk/>
            <pc:sldMk cId="2354206005" sldId="2145704132"/>
            <ac:spMk id="6" creationId="{E910206B-3B25-CC05-2EDC-0286524AD9E6}"/>
          </ac:spMkLst>
        </pc:spChg>
      </pc:sldChg>
      <pc:sldChg chg="addSp mod">
        <pc:chgData name="Kabra, Poonam" userId="4e43bbc9-b317-4f02-bda1-ecb53a806698" providerId="ADAL" clId="{A61D0D08-4DF9-4DC2-B8A9-56616D36FA41}" dt="2026-10-13T08:34:23.490" v="114" actId="22"/>
        <pc:sldMkLst>
          <pc:docMk/>
          <pc:sldMk cId="1846382488" sldId="2145704196"/>
        </pc:sldMkLst>
        <pc:spChg chg="add">
          <ac:chgData name="Kabra, Poonam" userId="4e43bbc9-b317-4f02-bda1-ecb53a806698" providerId="ADAL" clId="{A61D0D08-4DF9-4DC2-B8A9-56616D36FA41}" dt="2026-10-13T08:34:23.490" v="114" actId="22"/>
          <ac:spMkLst>
            <pc:docMk/>
            <pc:sldMk cId="1846382488" sldId="2145704196"/>
            <ac:spMk id="6" creationId="{5D6FA973-A4B5-7AD0-34CF-E9ED0E841AA4}"/>
          </ac:spMkLst>
        </pc:spChg>
      </pc:sldChg>
      <pc:sldChg chg="addSp modSp mod">
        <pc:chgData name="Kabra, Poonam" userId="4e43bbc9-b317-4f02-bda1-ecb53a806698" providerId="ADAL" clId="{A61D0D08-4DF9-4DC2-B8A9-56616D36FA41}" dt="2026-10-13T08:32:26.643" v="96" actId="22"/>
        <pc:sldMkLst>
          <pc:docMk/>
          <pc:sldMk cId="0" sldId="2145704199"/>
        </pc:sldMkLst>
        <pc:spChg chg="mod">
          <ac:chgData name="Kabra, Poonam" userId="4e43bbc9-b317-4f02-bda1-ecb53a806698" providerId="ADAL" clId="{A61D0D08-4DF9-4DC2-B8A9-56616D36FA41}" dt="2026-10-12T16:44:21.394" v="27" actId="20577"/>
          <ac:spMkLst>
            <pc:docMk/>
            <pc:sldMk cId="0" sldId="2145704199"/>
            <ac:spMk id="5" creationId="{D4106BD9-2E5E-FF0F-AB54-A94ED6EDC292}"/>
          </ac:spMkLst>
        </pc:spChg>
        <pc:spChg chg="add">
          <ac:chgData name="Kabra, Poonam" userId="4e43bbc9-b317-4f02-bda1-ecb53a806698" providerId="ADAL" clId="{A61D0D08-4DF9-4DC2-B8A9-56616D36FA41}" dt="2026-10-13T08:32:26.643" v="96" actId="22"/>
          <ac:spMkLst>
            <pc:docMk/>
            <pc:sldMk cId="0" sldId="2145704199"/>
            <ac:spMk id="17" creationId="{8B855EE3-FF09-F6AB-50B4-1AEE378A3E99}"/>
          </ac:spMkLst>
        </pc:spChg>
        <pc:spChg chg="mod">
          <ac:chgData name="Kabra, Poonam" userId="4e43bbc9-b317-4f02-bda1-ecb53a806698" providerId="ADAL" clId="{A61D0D08-4DF9-4DC2-B8A9-56616D36FA41}" dt="2026-10-12T16:39:14.098" v="24" actId="20577"/>
          <ac:spMkLst>
            <pc:docMk/>
            <pc:sldMk cId="0" sldId="2145704199"/>
            <ac:spMk id="23" creationId="{00000000-0000-0000-0000-000000000000}"/>
          </ac:spMkLst>
        </pc:spChg>
      </pc:sldChg>
      <pc:sldChg chg="addSp mod">
        <pc:chgData name="Kabra, Poonam" userId="4e43bbc9-b317-4f02-bda1-ecb53a806698" providerId="ADAL" clId="{A61D0D08-4DF9-4DC2-B8A9-56616D36FA41}" dt="2026-10-13T08:32:53.645" v="98" actId="22"/>
        <pc:sldMkLst>
          <pc:docMk/>
          <pc:sldMk cId="0" sldId="2145704200"/>
        </pc:sldMkLst>
        <pc:spChg chg="add">
          <ac:chgData name="Kabra, Poonam" userId="4e43bbc9-b317-4f02-bda1-ecb53a806698" providerId="ADAL" clId="{A61D0D08-4DF9-4DC2-B8A9-56616D36FA41}" dt="2026-10-13T08:32:53.645" v="98" actId="22"/>
          <ac:spMkLst>
            <pc:docMk/>
            <pc:sldMk cId="0" sldId="2145704200"/>
            <ac:spMk id="9" creationId="{CA165807-940E-8E2C-4370-6941E7F600F9}"/>
          </ac:spMkLst>
        </pc:spChg>
      </pc:sldChg>
      <pc:sldChg chg="addSp modSp mod ord">
        <pc:chgData name="Kabra, Poonam" userId="4e43bbc9-b317-4f02-bda1-ecb53a806698" providerId="ADAL" clId="{A61D0D08-4DF9-4DC2-B8A9-56616D36FA41}" dt="2026-10-13T08:49:43.516" v="127" actId="2711"/>
        <pc:sldMkLst>
          <pc:docMk/>
          <pc:sldMk cId="0" sldId="2145704201"/>
        </pc:sldMkLst>
        <pc:spChg chg="mod">
          <ac:chgData name="Kabra, Poonam" userId="4e43bbc9-b317-4f02-bda1-ecb53a806698" providerId="ADAL" clId="{A61D0D08-4DF9-4DC2-B8A9-56616D36FA41}" dt="2026-10-13T08:49:43.516" v="127" actId="2711"/>
          <ac:spMkLst>
            <pc:docMk/>
            <pc:sldMk cId="0" sldId="2145704201"/>
            <ac:spMk id="7" creationId="{00000000-0000-0000-0000-000000000000}"/>
          </ac:spMkLst>
        </pc:spChg>
        <pc:spChg chg="add">
          <ac:chgData name="Kabra, Poonam" userId="4e43bbc9-b317-4f02-bda1-ecb53a806698" providerId="ADAL" clId="{A61D0D08-4DF9-4DC2-B8A9-56616D36FA41}" dt="2026-10-13T08:32:50.641" v="97" actId="22"/>
          <ac:spMkLst>
            <pc:docMk/>
            <pc:sldMk cId="0" sldId="2145704201"/>
            <ac:spMk id="11" creationId="{C79E7320-D35C-CD15-96AF-B9095ED8DC07}"/>
          </ac:spMkLst>
        </pc:spChg>
      </pc:sldChg>
      <pc:sldChg chg="addSp modSp mod">
        <pc:chgData name="Kabra, Poonam" userId="4e43bbc9-b317-4f02-bda1-ecb53a806698" providerId="ADAL" clId="{A61D0D08-4DF9-4DC2-B8A9-56616D36FA41}" dt="2026-10-13T08:33:08.614" v="101" actId="22"/>
        <pc:sldMkLst>
          <pc:docMk/>
          <pc:sldMk cId="0" sldId="2145704203"/>
        </pc:sldMkLst>
        <pc:spChg chg="add">
          <ac:chgData name="Kabra, Poonam" userId="4e43bbc9-b317-4f02-bda1-ecb53a806698" providerId="ADAL" clId="{A61D0D08-4DF9-4DC2-B8A9-56616D36FA41}" dt="2026-10-13T08:33:08.614" v="101" actId="22"/>
          <ac:spMkLst>
            <pc:docMk/>
            <pc:sldMk cId="0" sldId="2145704203"/>
            <ac:spMk id="5" creationId="{770233D3-0ED0-F5B9-2F7F-C82B64AE28F7}"/>
          </ac:spMkLst>
        </pc:spChg>
        <pc:spChg chg="mod">
          <ac:chgData name="Kabra, Poonam" userId="4e43bbc9-b317-4f02-bda1-ecb53a806698" providerId="ADAL" clId="{A61D0D08-4DF9-4DC2-B8A9-56616D36FA41}" dt="2026-10-13T07:27:01.505" v="55" actId="20577"/>
          <ac:spMkLst>
            <pc:docMk/>
            <pc:sldMk cId="0" sldId="2145704203"/>
            <ac:spMk id="33" creationId="{00000000-0000-0000-0000-000000000000}"/>
          </ac:spMkLst>
        </pc:spChg>
      </pc:sldChg>
      <pc:sldChg chg="addSp modSp mod">
        <pc:chgData name="Kabra, Poonam" userId="4e43bbc9-b317-4f02-bda1-ecb53a806698" providerId="ADAL" clId="{A61D0D08-4DF9-4DC2-B8A9-56616D36FA41}" dt="2026-10-13T08:33:11.907" v="102" actId="22"/>
        <pc:sldMkLst>
          <pc:docMk/>
          <pc:sldMk cId="0" sldId="2145704204"/>
        </pc:sldMkLst>
        <pc:spChg chg="add">
          <ac:chgData name="Kabra, Poonam" userId="4e43bbc9-b317-4f02-bda1-ecb53a806698" providerId="ADAL" clId="{A61D0D08-4DF9-4DC2-B8A9-56616D36FA41}" dt="2026-10-13T08:33:11.907" v="102" actId="22"/>
          <ac:spMkLst>
            <pc:docMk/>
            <pc:sldMk cId="0" sldId="2145704204"/>
            <ac:spMk id="10" creationId="{A79371EF-27D9-0C72-BDF0-791B37B7BAC3}"/>
          </ac:spMkLst>
        </pc:spChg>
        <pc:spChg chg="mod">
          <ac:chgData name="Kabra, Poonam" userId="4e43bbc9-b317-4f02-bda1-ecb53a806698" providerId="ADAL" clId="{A61D0D08-4DF9-4DC2-B8A9-56616D36FA41}" dt="2026-10-13T07:34:32.796" v="60" actId="14100"/>
          <ac:spMkLst>
            <pc:docMk/>
            <pc:sldMk cId="0" sldId="2145704204"/>
            <ac:spMk id="15" creationId="{00000000-0000-0000-0000-000000000000}"/>
          </ac:spMkLst>
        </pc:spChg>
        <pc:spChg chg="mod">
          <ac:chgData name="Kabra, Poonam" userId="4e43bbc9-b317-4f02-bda1-ecb53a806698" providerId="ADAL" clId="{A61D0D08-4DF9-4DC2-B8A9-56616D36FA41}" dt="2026-10-13T07:25:33.024" v="37" actId="20577"/>
          <ac:spMkLst>
            <pc:docMk/>
            <pc:sldMk cId="0" sldId="2145704204"/>
            <ac:spMk id="16" creationId="{00000000-0000-0000-0000-000000000000}"/>
          </ac:spMkLst>
        </pc:spChg>
      </pc:sldChg>
      <pc:sldChg chg="addSp modSp mod">
        <pc:chgData name="Kabra, Poonam" userId="4e43bbc9-b317-4f02-bda1-ecb53a806698" providerId="ADAL" clId="{A61D0D08-4DF9-4DC2-B8A9-56616D36FA41}" dt="2026-10-13T08:33:15.189" v="103" actId="22"/>
        <pc:sldMkLst>
          <pc:docMk/>
          <pc:sldMk cId="0" sldId="2145704205"/>
        </pc:sldMkLst>
        <pc:spChg chg="add">
          <ac:chgData name="Kabra, Poonam" userId="4e43bbc9-b317-4f02-bda1-ecb53a806698" providerId="ADAL" clId="{A61D0D08-4DF9-4DC2-B8A9-56616D36FA41}" dt="2026-10-13T08:33:15.189" v="103" actId="22"/>
          <ac:spMkLst>
            <pc:docMk/>
            <pc:sldMk cId="0" sldId="2145704205"/>
            <ac:spMk id="5" creationId="{D4F66467-CA3A-65FF-48F0-FA0B06AC1425}"/>
          </ac:spMkLst>
        </pc:spChg>
        <pc:spChg chg="mod">
          <ac:chgData name="Kabra, Poonam" userId="4e43bbc9-b317-4f02-bda1-ecb53a806698" providerId="ADAL" clId="{A61D0D08-4DF9-4DC2-B8A9-56616D36FA41}" dt="2026-10-13T07:26:39.085" v="46" actId="20577"/>
          <ac:spMkLst>
            <pc:docMk/>
            <pc:sldMk cId="0" sldId="2145704205"/>
            <ac:spMk id="28" creationId="{00000000-0000-0000-0000-000000000000}"/>
          </ac:spMkLst>
        </pc:spChg>
      </pc:sldChg>
      <pc:sldChg chg="addSp mod">
        <pc:chgData name="Kabra, Poonam" userId="4e43bbc9-b317-4f02-bda1-ecb53a806698" providerId="ADAL" clId="{A61D0D08-4DF9-4DC2-B8A9-56616D36FA41}" dt="2026-10-13T08:33:18.679" v="104" actId="22"/>
        <pc:sldMkLst>
          <pc:docMk/>
          <pc:sldMk cId="0" sldId="2145704206"/>
        </pc:sldMkLst>
        <pc:spChg chg="add">
          <ac:chgData name="Kabra, Poonam" userId="4e43bbc9-b317-4f02-bda1-ecb53a806698" providerId="ADAL" clId="{A61D0D08-4DF9-4DC2-B8A9-56616D36FA41}" dt="2026-10-13T08:33:18.679" v="104" actId="22"/>
          <ac:spMkLst>
            <pc:docMk/>
            <pc:sldMk cId="0" sldId="2145704206"/>
            <ac:spMk id="10" creationId="{97832EE0-97C6-DD55-598D-751D9D5FEB78}"/>
          </ac:spMkLst>
        </pc:spChg>
      </pc:sldChg>
      <pc:sldChg chg="addSp mod">
        <pc:chgData name="Kabra, Poonam" userId="4e43bbc9-b317-4f02-bda1-ecb53a806698" providerId="ADAL" clId="{A61D0D08-4DF9-4DC2-B8A9-56616D36FA41}" dt="2026-10-13T08:33:24.839" v="105" actId="22"/>
        <pc:sldMkLst>
          <pc:docMk/>
          <pc:sldMk cId="0" sldId="2145704207"/>
        </pc:sldMkLst>
        <pc:spChg chg="add">
          <ac:chgData name="Kabra, Poonam" userId="4e43bbc9-b317-4f02-bda1-ecb53a806698" providerId="ADAL" clId="{A61D0D08-4DF9-4DC2-B8A9-56616D36FA41}" dt="2026-10-13T08:33:24.839" v="105" actId="22"/>
          <ac:spMkLst>
            <pc:docMk/>
            <pc:sldMk cId="0" sldId="2145704207"/>
            <ac:spMk id="5" creationId="{2958B8EC-5C63-16CE-4D64-4322B094D1F1}"/>
          </ac:spMkLst>
        </pc:spChg>
      </pc:sldChg>
      <pc:sldChg chg="addSp modSp mod">
        <pc:chgData name="Kabra, Poonam" userId="4e43bbc9-b317-4f02-bda1-ecb53a806698" providerId="ADAL" clId="{A61D0D08-4DF9-4DC2-B8A9-56616D36FA41}" dt="2026-10-13T08:33:27.773" v="106" actId="22"/>
        <pc:sldMkLst>
          <pc:docMk/>
          <pc:sldMk cId="0" sldId="2145704208"/>
        </pc:sldMkLst>
        <pc:spChg chg="add">
          <ac:chgData name="Kabra, Poonam" userId="4e43bbc9-b317-4f02-bda1-ecb53a806698" providerId="ADAL" clId="{A61D0D08-4DF9-4DC2-B8A9-56616D36FA41}" dt="2026-10-13T08:33:27.773" v="106" actId="22"/>
          <ac:spMkLst>
            <pc:docMk/>
            <pc:sldMk cId="0" sldId="2145704208"/>
            <ac:spMk id="10" creationId="{6047942F-F47D-FFB9-5DC6-BF549FFE1769}"/>
          </ac:spMkLst>
        </pc:spChg>
        <pc:spChg chg="mod">
          <ac:chgData name="Kabra, Poonam" userId="4e43bbc9-b317-4f02-bda1-ecb53a806698" providerId="ADAL" clId="{A61D0D08-4DF9-4DC2-B8A9-56616D36FA41}" dt="2026-10-13T07:35:19.599" v="61" actId="20577"/>
          <ac:spMkLst>
            <pc:docMk/>
            <pc:sldMk cId="0" sldId="2145704208"/>
            <ac:spMk id="19" creationId="{00000000-0000-0000-0000-000000000000}"/>
          </ac:spMkLst>
        </pc:spChg>
      </pc:sldChg>
      <pc:sldChg chg="addSp modSp mod">
        <pc:chgData name="Kabra, Poonam" userId="4e43bbc9-b317-4f02-bda1-ecb53a806698" providerId="ADAL" clId="{A61D0D08-4DF9-4DC2-B8A9-56616D36FA41}" dt="2026-10-13T08:33:31.347" v="107" actId="22"/>
        <pc:sldMkLst>
          <pc:docMk/>
          <pc:sldMk cId="0" sldId="2145704209"/>
        </pc:sldMkLst>
        <pc:spChg chg="add">
          <ac:chgData name="Kabra, Poonam" userId="4e43bbc9-b317-4f02-bda1-ecb53a806698" providerId="ADAL" clId="{A61D0D08-4DF9-4DC2-B8A9-56616D36FA41}" dt="2026-10-13T08:33:31.347" v="107" actId="22"/>
          <ac:spMkLst>
            <pc:docMk/>
            <pc:sldMk cId="0" sldId="2145704209"/>
            <ac:spMk id="5" creationId="{E51A05EA-7085-7FD1-6881-9D1295646899}"/>
          </ac:spMkLst>
        </pc:spChg>
        <pc:spChg chg="mod">
          <ac:chgData name="Kabra, Poonam" userId="4e43bbc9-b317-4f02-bda1-ecb53a806698" providerId="ADAL" clId="{A61D0D08-4DF9-4DC2-B8A9-56616D36FA41}" dt="2026-10-13T07:35:33.924" v="71" actId="20577"/>
          <ac:spMkLst>
            <pc:docMk/>
            <pc:sldMk cId="0" sldId="2145704209"/>
            <ac:spMk id="53" creationId="{00000000-0000-0000-0000-000000000000}"/>
          </ac:spMkLst>
        </pc:spChg>
      </pc:sldChg>
      <pc:sldChg chg="addSp mod">
        <pc:chgData name="Kabra, Poonam" userId="4e43bbc9-b317-4f02-bda1-ecb53a806698" providerId="ADAL" clId="{A61D0D08-4DF9-4DC2-B8A9-56616D36FA41}" dt="2026-10-13T08:33:34.388" v="108" actId="22"/>
        <pc:sldMkLst>
          <pc:docMk/>
          <pc:sldMk cId="0" sldId="2145704210"/>
        </pc:sldMkLst>
        <pc:spChg chg="add">
          <ac:chgData name="Kabra, Poonam" userId="4e43bbc9-b317-4f02-bda1-ecb53a806698" providerId="ADAL" clId="{A61D0D08-4DF9-4DC2-B8A9-56616D36FA41}" dt="2026-10-13T08:33:34.388" v="108" actId="22"/>
          <ac:spMkLst>
            <pc:docMk/>
            <pc:sldMk cId="0" sldId="2145704210"/>
            <ac:spMk id="10" creationId="{AEF058A4-C220-A42B-2869-E14E7EA4D748}"/>
          </ac:spMkLst>
        </pc:spChg>
      </pc:sldChg>
      <pc:sldChg chg="addSp mod">
        <pc:chgData name="Kabra, Poonam" userId="4e43bbc9-b317-4f02-bda1-ecb53a806698" providerId="ADAL" clId="{A61D0D08-4DF9-4DC2-B8A9-56616D36FA41}" dt="2026-10-13T08:33:37.784" v="109" actId="22"/>
        <pc:sldMkLst>
          <pc:docMk/>
          <pc:sldMk cId="0" sldId="2145704211"/>
        </pc:sldMkLst>
        <pc:spChg chg="add">
          <ac:chgData name="Kabra, Poonam" userId="4e43bbc9-b317-4f02-bda1-ecb53a806698" providerId="ADAL" clId="{A61D0D08-4DF9-4DC2-B8A9-56616D36FA41}" dt="2026-10-13T08:33:37.784" v="109" actId="22"/>
          <ac:spMkLst>
            <pc:docMk/>
            <pc:sldMk cId="0" sldId="2145704211"/>
            <ac:spMk id="5" creationId="{1F7B991C-7213-D312-7F16-D20D3D2B9155}"/>
          </ac:spMkLst>
        </pc:spChg>
      </pc:sldChg>
      <pc:sldChg chg="addSp modSp mod">
        <pc:chgData name="Kabra, Poonam" userId="4e43bbc9-b317-4f02-bda1-ecb53a806698" providerId="ADAL" clId="{A61D0D08-4DF9-4DC2-B8A9-56616D36FA41}" dt="2026-10-13T08:34:16.027" v="112" actId="14100"/>
        <pc:sldMkLst>
          <pc:docMk/>
          <pc:sldMk cId="0" sldId="2145704212"/>
        </pc:sldMkLst>
        <pc:spChg chg="add">
          <ac:chgData name="Kabra, Poonam" userId="4e43bbc9-b317-4f02-bda1-ecb53a806698" providerId="ADAL" clId="{A61D0D08-4DF9-4DC2-B8A9-56616D36FA41}" dt="2026-10-13T08:33:41.082" v="110" actId="22"/>
          <ac:spMkLst>
            <pc:docMk/>
            <pc:sldMk cId="0" sldId="2145704212"/>
            <ac:spMk id="5" creationId="{1F1DC3AE-F3C2-0077-23AC-138E1674DD80}"/>
          </ac:spMkLst>
        </pc:spChg>
        <pc:spChg chg="mod">
          <ac:chgData name="Kabra, Poonam" userId="4e43bbc9-b317-4f02-bda1-ecb53a806698" providerId="ADAL" clId="{A61D0D08-4DF9-4DC2-B8A9-56616D36FA41}" dt="2026-10-13T08:34:16.027" v="112" actId="14100"/>
          <ac:spMkLst>
            <pc:docMk/>
            <pc:sldMk cId="0" sldId="2145704212"/>
            <ac:spMk id="51" creationId="{44523CA8-2EF4-A336-8299-C7033ECE0FC4}"/>
          </ac:spMkLst>
        </pc:spChg>
      </pc:sldChg>
      <pc:sldChg chg="addSp mod">
        <pc:chgData name="Kabra, Poonam" userId="4e43bbc9-b317-4f02-bda1-ecb53a806698" providerId="ADAL" clId="{A61D0D08-4DF9-4DC2-B8A9-56616D36FA41}" dt="2026-10-13T08:34:20.193" v="113" actId="22"/>
        <pc:sldMkLst>
          <pc:docMk/>
          <pc:sldMk cId="0" sldId="2145704213"/>
        </pc:sldMkLst>
        <pc:spChg chg="add">
          <ac:chgData name="Kabra, Poonam" userId="4e43bbc9-b317-4f02-bda1-ecb53a806698" providerId="ADAL" clId="{A61D0D08-4DF9-4DC2-B8A9-56616D36FA41}" dt="2026-10-13T08:34:20.193" v="113" actId="22"/>
          <ac:spMkLst>
            <pc:docMk/>
            <pc:sldMk cId="0" sldId="2145704213"/>
            <ac:spMk id="10" creationId="{CCF585C5-F9BD-9770-38ED-784F9C54F415}"/>
          </ac:spMkLst>
        </pc:spChg>
      </pc:sldChg>
      <pc:sldChg chg="addSp modSp mod">
        <pc:chgData name="Kabra, Poonam" userId="4e43bbc9-b317-4f02-bda1-ecb53a806698" providerId="ADAL" clId="{A61D0D08-4DF9-4DC2-B8A9-56616D36FA41}" dt="2026-10-13T08:56:01.920" v="129" actId="255"/>
        <pc:sldMkLst>
          <pc:docMk/>
          <pc:sldMk cId="0" sldId="2145704214"/>
        </pc:sldMkLst>
        <pc:spChg chg="add">
          <ac:chgData name="Kabra, Poonam" userId="4e43bbc9-b317-4f02-bda1-ecb53a806698" providerId="ADAL" clId="{A61D0D08-4DF9-4DC2-B8A9-56616D36FA41}" dt="2026-10-13T08:34:26.473" v="115" actId="22"/>
          <ac:spMkLst>
            <pc:docMk/>
            <pc:sldMk cId="0" sldId="2145704214"/>
            <ac:spMk id="5" creationId="{ABBC9DC3-11E1-1C0A-739A-594B16B52346}"/>
          </ac:spMkLst>
        </pc:spChg>
        <pc:spChg chg="mod">
          <ac:chgData name="Kabra, Poonam" userId="4e43bbc9-b317-4f02-bda1-ecb53a806698" providerId="ADAL" clId="{A61D0D08-4DF9-4DC2-B8A9-56616D36FA41}" dt="2026-10-13T08:56:01.920" v="129" actId="255"/>
          <ac:spMkLst>
            <pc:docMk/>
            <pc:sldMk cId="0" sldId="2145704214"/>
            <ac:spMk id="7" creationId="{00000000-0000-0000-0000-000000000000}"/>
          </ac:spMkLst>
        </pc:spChg>
      </pc:sldChg>
      <pc:sldChg chg="addSp mod">
        <pc:chgData name="Kabra, Poonam" userId="4e43bbc9-b317-4f02-bda1-ecb53a806698" providerId="ADAL" clId="{A61D0D08-4DF9-4DC2-B8A9-56616D36FA41}" dt="2026-10-13T08:34:29.461" v="116" actId="22"/>
        <pc:sldMkLst>
          <pc:docMk/>
          <pc:sldMk cId="0" sldId="2145704215"/>
        </pc:sldMkLst>
        <pc:spChg chg="add">
          <ac:chgData name="Kabra, Poonam" userId="4e43bbc9-b317-4f02-bda1-ecb53a806698" providerId="ADAL" clId="{A61D0D08-4DF9-4DC2-B8A9-56616D36FA41}" dt="2026-10-13T08:34:29.461" v="116" actId="22"/>
          <ac:spMkLst>
            <pc:docMk/>
            <pc:sldMk cId="0" sldId="2145704215"/>
            <ac:spMk id="5" creationId="{D208B5DA-5BB4-7344-5CE4-1818C6684E59}"/>
          </ac:spMkLst>
        </pc:spChg>
      </pc:sldChg>
      <pc:sldChg chg="addSp mod">
        <pc:chgData name="Kabra, Poonam" userId="4e43bbc9-b317-4f02-bda1-ecb53a806698" providerId="ADAL" clId="{A61D0D08-4DF9-4DC2-B8A9-56616D36FA41}" dt="2026-10-13T08:34:34.907" v="118" actId="22"/>
        <pc:sldMkLst>
          <pc:docMk/>
          <pc:sldMk cId="0" sldId="2145704216"/>
        </pc:sldMkLst>
        <pc:spChg chg="add">
          <ac:chgData name="Kabra, Poonam" userId="4e43bbc9-b317-4f02-bda1-ecb53a806698" providerId="ADAL" clId="{A61D0D08-4DF9-4DC2-B8A9-56616D36FA41}" dt="2026-10-13T08:34:34.907" v="118" actId="22"/>
          <ac:spMkLst>
            <pc:docMk/>
            <pc:sldMk cId="0" sldId="2145704216"/>
            <ac:spMk id="5" creationId="{08ACC0C8-A39E-CB24-30E0-30E6BDB862E9}"/>
          </ac:spMkLst>
        </pc:spChg>
      </pc:sldChg>
      <pc:sldChg chg="addSp mod">
        <pc:chgData name="Kabra, Poonam" userId="4e43bbc9-b317-4f02-bda1-ecb53a806698" providerId="ADAL" clId="{A61D0D08-4DF9-4DC2-B8A9-56616D36FA41}" dt="2026-10-13T08:34:37.717" v="119" actId="22"/>
        <pc:sldMkLst>
          <pc:docMk/>
          <pc:sldMk cId="0" sldId="2145704217"/>
        </pc:sldMkLst>
        <pc:spChg chg="add">
          <ac:chgData name="Kabra, Poonam" userId="4e43bbc9-b317-4f02-bda1-ecb53a806698" providerId="ADAL" clId="{A61D0D08-4DF9-4DC2-B8A9-56616D36FA41}" dt="2026-10-13T08:34:37.717" v="119" actId="22"/>
          <ac:spMkLst>
            <pc:docMk/>
            <pc:sldMk cId="0" sldId="2145704217"/>
            <ac:spMk id="5" creationId="{21463717-E9BF-3360-7A7B-1B4AFC2B8021}"/>
          </ac:spMkLst>
        </pc:spChg>
      </pc:sldChg>
      <pc:sldChg chg="addSp modSp mod">
        <pc:chgData name="Kabra, Poonam" userId="4e43bbc9-b317-4f02-bda1-ecb53a806698" providerId="ADAL" clId="{A61D0D08-4DF9-4DC2-B8A9-56616D36FA41}" dt="2026-10-13T09:13:05.068" v="131" actId="1076"/>
        <pc:sldMkLst>
          <pc:docMk/>
          <pc:sldMk cId="0" sldId="2145704218"/>
        </pc:sldMkLst>
        <pc:spChg chg="add">
          <ac:chgData name="Kabra, Poonam" userId="4e43bbc9-b317-4f02-bda1-ecb53a806698" providerId="ADAL" clId="{A61D0D08-4DF9-4DC2-B8A9-56616D36FA41}" dt="2026-10-13T08:34:40.763" v="120" actId="22"/>
          <ac:spMkLst>
            <pc:docMk/>
            <pc:sldMk cId="0" sldId="2145704218"/>
            <ac:spMk id="5" creationId="{44DF5027-7A18-4D2C-CD36-F5A86FDA581F}"/>
          </ac:spMkLst>
        </pc:spChg>
        <pc:spChg chg="mod">
          <ac:chgData name="Kabra, Poonam" userId="4e43bbc9-b317-4f02-bda1-ecb53a806698" providerId="ADAL" clId="{A61D0D08-4DF9-4DC2-B8A9-56616D36FA41}" dt="2026-10-13T09:13:05.068" v="131" actId="1076"/>
          <ac:spMkLst>
            <pc:docMk/>
            <pc:sldMk cId="0" sldId="2145704218"/>
            <ac:spMk id="8" creationId="{00000000-0000-0000-0000-000000000000}"/>
          </ac:spMkLst>
        </pc:spChg>
      </pc:sldChg>
      <pc:sldChg chg="addSp mod">
        <pc:chgData name="Kabra, Poonam" userId="4e43bbc9-b317-4f02-bda1-ecb53a806698" providerId="ADAL" clId="{A61D0D08-4DF9-4DC2-B8A9-56616D36FA41}" dt="2026-10-13T08:34:43.737" v="121" actId="22"/>
        <pc:sldMkLst>
          <pc:docMk/>
          <pc:sldMk cId="0" sldId="2145704219"/>
        </pc:sldMkLst>
        <pc:spChg chg="add">
          <ac:chgData name="Kabra, Poonam" userId="4e43bbc9-b317-4f02-bda1-ecb53a806698" providerId="ADAL" clId="{A61D0D08-4DF9-4DC2-B8A9-56616D36FA41}" dt="2026-10-13T08:34:43.737" v="121" actId="22"/>
          <ac:spMkLst>
            <pc:docMk/>
            <pc:sldMk cId="0" sldId="2145704219"/>
            <ac:spMk id="5" creationId="{5B1696AF-AF71-B1D6-DF3F-86CBCE9A66BC}"/>
          </ac:spMkLst>
        </pc:spChg>
      </pc:sldChg>
      <pc:sldChg chg="addSp modSp mod">
        <pc:chgData name="Kabra, Poonam" userId="4e43bbc9-b317-4f02-bda1-ecb53a806698" providerId="ADAL" clId="{A61D0D08-4DF9-4DC2-B8A9-56616D36FA41}" dt="2026-10-13T08:34:49.790" v="123" actId="22"/>
        <pc:sldMkLst>
          <pc:docMk/>
          <pc:sldMk cId="0" sldId="2145704225"/>
        </pc:sldMkLst>
        <pc:spChg chg="add">
          <ac:chgData name="Kabra, Poonam" userId="4e43bbc9-b317-4f02-bda1-ecb53a806698" providerId="ADAL" clId="{A61D0D08-4DF9-4DC2-B8A9-56616D36FA41}" dt="2026-10-13T08:34:49.790" v="123" actId="22"/>
          <ac:spMkLst>
            <pc:docMk/>
            <pc:sldMk cId="0" sldId="2145704225"/>
            <ac:spMk id="5" creationId="{37E701B5-8B26-E903-DB27-9D3326574B4F}"/>
          </ac:spMkLst>
        </pc:spChg>
        <pc:graphicFrameChg chg="modGraphic">
          <ac:chgData name="Kabra, Poonam" userId="4e43bbc9-b317-4f02-bda1-ecb53a806698" providerId="ADAL" clId="{A61D0D08-4DF9-4DC2-B8A9-56616D36FA41}" dt="2026-10-12T16:20:18.840" v="0" actId="122"/>
          <ac:graphicFrameMkLst>
            <pc:docMk/>
            <pc:sldMk cId="0" sldId="2145704225"/>
            <ac:graphicFrameMk id="8" creationId="{00000000-0000-0000-0000-000000000000}"/>
          </ac:graphicFrameMkLst>
        </pc:graphicFrameChg>
      </pc:sldChg>
      <pc:sldChg chg="addSp mod">
        <pc:chgData name="Kabra, Poonam" userId="4e43bbc9-b317-4f02-bda1-ecb53a806698" providerId="ADAL" clId="{A61D0D08-4DF9-4DC2-B8A9-56616D36FA41}" dt="2026-10-13T08:32:56.740" v="99" actId="22"/>
        <pc:sldMkLst>
          <pc:docMk/>
          <pc:sldMk cId="0" sldId="2145704243"/>
        </pc:sldMkLst>
        <pc:spChg chg="add">
          <ac:chgData name="Kabra, Poonam" userId="4e43bbc9-b317-4f02-bda1-ecb53a806698" providerId="ADAL" clId="{A61D0D08-4DF9-4DC2-B8A9-56616D36FA41}" dt="2026-10-13T08:32:56.740" v="99" actId="22"/>
          <ac:spMkLst>
            <pc:docMk/>
            <pc:sldMk cId="0" sldId="2145704243"/>
            <ac:spMk id="5" creationId="{4FC63D9D-C7FB-6432-A402-43E788B295AC}"/>
          </ac:spMkLst>
        </pc:spChg>
      </pc:sldChg>
      <pc:sldChg chg="addSp modSp mod">
        <pc:chgData name="Kabra, Poonam" userId="4e43bbc9-b317-4f02-bda1-ecb53a806698" providerId="ADAL" clId="{A61D0D08-4DF9-4DC2-B8A9-56616D36FA41}" dt="2026-10-13T08:34:46.579" v="122" actId="22"/>
        <pc:sldMkLst>
          <pc:docMk/>
          <pc:sldMk cId="0" sldId="2145704245"/>
        </pc:sldMkLst>
        <pc:spChg chg="add">
          <ac:chgData name="Kabra, Poonam" userId="4e43bbc9-b317-4f02-bda1-ecb53a806698" providerId="ADAL" clId="{A61D0D08-4DF9-4DC2-B8A9-56616D36FA41}" dt="2026-10-13T08:34:46.579" v="122" actId="22"/>
          <ac:spMkLst>
            <pc:docMk/>
            <pc:sldMk cId="0" sldId="2145704245"/>
            <ac:spMk id="5" creationId="{30F19589-6369-D46C-B37D-A9297102F891}"/>
          </ac:spMkLst>
        </pc:spChg>
        <pc:spChg chg="mod">
          <ac:chgData name="Kabra, Poonam" userId="4e43bbc9-b317-4f02-bda1-ecb53a806698" providerId="ADAL" clId="{A61D0D08-4DF9-4DC2-B8A9-56616D36FA41}" dt="2026-10-13T07:37:52.801" v="75" actId="20577"/>
          <ac:spMkLst>
            <pc:docMk/>
            <pc:sldMk cId="0" sldId="2145704245"/>
            <ac:spMk id="12" creationId="{00000000-0000-0000-0000-000000000000}"/>
          </ac:spMkLst>
        </pc:spChg>
      </pc:sldChg>
      <pc:sldChg chg="addSp modSp mod">
        <pc:chgData name="Kabra, Poonam" userId="4e43bbc9-b317-4f02-bda1-ecb53a806698" providerId="ADAL" clId="{A61D0D08-4DF9-4DC2-B8A9-56616D36FA41}" dt="2026-10-13T08:34:31.967" v="117" actId="22"/>
        <pc:sldMkLst>
          <pc:docMk/>
          <pc:sldMk cId="2963960188" sldId="2145704246"/>
        </pc:sldMkLst>
        <pc:spChg chg="add">
          <ac:chgData name="Kabra, Poonam" userId="4e43bbc9-b317-4f02-bda1-ecb53a806698" providerId="ADAL" clId="{A61D0D08-4DF9-4DC2-B8A9-56616D36FA41}" dt="2026-10-13T08:34:31.967" v="117" actId="22"/>
          <ac:spMkLst>
            <pc:docMk/>
            <pc:sldMk cId="2963960188" sldId="2145704246"/>
            <ac:spMk id="5" creationId="{DF5B6351-AAD1-74FE-A276-C361F5406402}"/>
          </ac:spMkLst>
        </pc:spChg>
        <pc:spChg chg="mod">
          <ac:chgData name="Kabra, Poonam" userId="4e43bbc9-b317-4f02-bda1-ecb53a806698" providerId="ADAL" clId="{A61D0D08-4DF9-4DC2-B8A9-56616D36FA41}" dt="2026-10-13T07:37:05.041" v="73" actId="20577"/>
          <ac:spMkLst>
            <pc:docMk/>
            <pc:sldMk cId="2963960188" sldId="2145704246"/>
            <ac:spMk id="13" creationId="{00000000-0000-0000-0000-000000000000}"/>
          </ac:spMkLst>
        </pc:spChg>
        <pc:spChg chg="mod">
          <ac:chgData name="Kabra, Poonam" userId="4e43bbc9-b317-4f02-bda1-ecb53a806698" providerId="ADAL" clId="{A61D0D08-4DF9-4DC2-B8A9-56616D36FA41}" dt="2026-10-13T07:37:16.703" v="74" actId="20577"/>
          <ac:spMkLst>
            <pc:docMk/>
            <pc:sldMk cId="2963960188" sldId="2145704246"/>
            <ac:spMk id="18" creationId="{00000000-0000-0000-0000-000000000000}"/>
          </ac:spMkLst>
        </pc:spChg>
      </pc:sldChg>
      <pc:sldChg chg="addSp delSp mod">
        <pc:chgData name="Kabra, Poonam" userId="4e43bbc9-b317-4f02-bda1-ecb53a806698" providerId="ADAL" clId="{A61D0D08-4DF9-4DC2-B8A9-56616D36FA41}" dt="2026-10-13T09:13:36.645" v="132" actId="22"/>
        <pc:sldMkLst>
          <pc:docMk/>
          <pc:sldMk cId="0" sldId="2145704247"/>
        </pc:sldMkLst>
        <pc:spChg chg="add del">
          <ac:chgData name="Kabra, Poonam" userId="4e43bbc9-b317-4f02-bda1-ecb53a806698" providerId="ADAL" clId="{A61D0D08-4DF9-4DC2-B8A9-56616D36FA41}" dt="2026-10-13T08:56:17.895" v="130" actId="22"/>
          <ac:spMkLst>
            <pc:docMk/>
            <pc:sldMk cId="0" sldId="2145704247"/>
            <ac:spMk id="5" creationId="{BC6D0D40-D82F-855E-9018-6F4C8991F473}"/>
          </ac:spMkLst>
        </pc:spChg>
        <pc:spChg chg="add">
          <ac:chgData name="Kabra, Poonam" userId="4e43bbc9-b317-4f02-bda1-ecb53a806698" providerId="ADAL" clId="{A61D0D08-4DF9-4DC2-B8A9-56616D36FA41}" dt="2026-10-13T09:13:36.645" v="132" actId="22"/>
          <ac:spMkLst>
            <pc:docMk/>
            <pc:sldMk cId="0" sldId="2145704247"/>
            <ac:spMk id="10" creationId="{F55C25B5-04CF-4DAD-06F9-2613E8B2850E}"/>
          </ac:spMkLst>
        </pc:spChg>
      </pc:sldChg>
      <pc:sldChg chg="modSp mod">
        <pc:chgData name="Kabra, Poonam" userId="4e43bbc9-b317-4f02-bda1-ecb53a806698" providerId="ADAL" clId="{A61D0D08-4DF9-4DC2-B8A9-56616D36FA41}" dt="2026-10-13T08:32:13.469" v="95" actId="1076"/>
        <pc:sldMkLst>
          <pc:docMk/>
          <pc:sldMk cId="1837081141" sldId="2145704248"/>
        </pc:sldMkLst>
        <pc:spChg chg="mod">
          <ac:chgData name="Kabra, Poonam" userId="4e43bbc9-b317-4f02-bda1-ecb53a806698" providerId="ADAL" clId="{A61D0D08-4DF9-4DC2-B8A9-56616D36FA41}" dt="2026-10-13T08:32:13.469" v="95" actId="1076"/>
          <ac:spMkLst>
            <pc:docMk/>
            <pc:sldMk cId="1837081141" sldId="2145704248"/>
            <ac:spMk id="18" creationId="{28BB2517-FEE5-5133-ED04-2449352C027F}"/>
          </ac:spMkLst>
        </pc:spChg>
      </pc:sldChg>
    </pc:docChg>
  </pc:docChgLst>
  <pc:docChgLst>
    <pc:chgData name="Mollon, Jaime" userId="0c3ef3a2-acf3-4c9b-877f-d39901f8fe4f" providerId="ADAL" clId="{4AF6960D-A1A3-4255-8EA8-6B584C831724}"/>
    <pc:docChg chg="undo custSel addSld delSld modSld addMainMaster delMainMaster modMainMaster modSection modNotesMaster">
      <pc:chgData name="Mollon, Jaime" userId="0c3ef3a2-acf3-4c9b-877f-d39901f8fe4f" providerId="ADAL" clId="{4AF6960D-A1A3-4255-8EA8-6B584C831724}" dt="2026-10-13T07:32:24.710" v="1486" actId="207"/>
      <pc:docMkLst>
        <pc:docMk/>
      </pc:docMkLst>
      <pc:sldChg chg="delSp modSp del mod modClrScheme chgLayout">
        <pc:chgData name="Mollon, Jaime" userId="0c3ef3a2-acf3-4c9b-877f-d39901f8fe4f" providerId="ADAL" clId="{4AF6960D-A1A3-4255-8EA8-6B584C831724}" dt="2026-10-13T03:13:06.370" v="864" actId="47"/>
        <pc:sldMkLst>
          <pc:docMk/>
          <pc:sldMk cId="1650498909" sldId="352"/>
        </pc:sldMkLst>
        <pc:spChg chg="mod">
          <ac:chgData name="Mollon, Jaime" userId="0c3ef3a2-acf3-4c9b-877f-d39901f8fe4f" providerId="ADAL" clId="{4AF6960D-A1A3-4255-8EA8-6B584C831724}" dt="2026-10-13T03:11:05.553" v="855" actId="1076"/>
          <ac:spMkLst>
            <pc:docMk/>
            <pc:sldMk cId="1650498909" sldId="352"/>
            <ac:spMk id="2" creationId="{D7BDA675-8E6C-C92F-7AFB-C91091650316}"/>
          </ac:spMkLst>
        </pc:spChg>
        <pc:spChg chg="mod">
          <ac:chgData name="Mollon, Jaime" userId="0c3ef3a2-acf3-4c9b-877f-d39901f8fe4f" providerId="ADAL" clId="{4AF6960D-A1A3-4255-8EA8-6B584C831724}" dt="2026-10-12T14:50:05.516" v="289" actId="26606"/>
          <ac:spMkLst>
            <pc:docMk/>
            <pc:sldMk cId="1650498909" sldId="352"/>
            <ac:spMk id="3" creationId="{7763A962-3116-A7E8-FDC2-7C25AC1EAA27}"/>
          </ac:spMkLst>
        </pc:spChg>
        <pc:spChg chg="del">
          <ac:chgData name="Mollon, Jaime" userId="0c3ef3a2-acf3-4c9b-877f-d39901f8fe4f" providerId="ADAL" clId="{4AF6960D-A1A3-4255-8EA8-6B584C831724}" dt="2026-10-12T14:50:05.516" v="289" actId="26606"/>
          <ac:spMkLst>
            <pc:docMk/>
            <pc:sldMk cId="1650498909" sldId="352"/>
            <ac:spMk id="6" creationId="{72796A24-8AED-C3E5-495A-52EB5474B9BC}"/>
          </ac:spMkLst>
        </pc:spChg>
        <pc:spChg chg="mod">
          <ac:chgData name="Mollon, Jaime" userId="0c3ef3a2-acf3-4c9b-877f-d39901f8fe4f" providerId="ADAL" clId="{4AF6960D-A1A3-4255-8EA8-6B584C831724}" dt="2026-10-12T14:50:05.516" v="289" actId="26606"/>
          <ac:spMkLst>
            <pc:docMk/>
            <pc:sldMk cId="1650498909" sldId="352"/>
            <ac:spMk id="7" creationId="{5FB401EC-413C-7CAC-FF73-661440CDDB4E}"/>
          </ac:spMkLst>
        </pc:spChg>
        <pc:picChg chg="del mod">
          <ac:chgData name="Mollon, Jaime" userId="0c3ef3a2-acf3-4c9b-877f-d39901f8fe4f" providerId="ADAL" clId="{4AF6960D-A1A3-4255-8EA8-6B584C831724}" dt="2026-10-13T03:06:09.206" v="833" actId="478"/>
          <ac:picMkLst>
            <pc:docMk/>
            <pc:sldMk cId="1650498909" sldId="352"/>
            <ac:picMk id="12" creationId="{C54C6B51-8051-3BEF-2C40-DFE9852C877D}"/>
          </ac:picMkLst>
        </pc:picChg>
      </pc:sldChg>
      <pc:sldChg chg="addSp delSp modSp mod">
        <pc:chgData name="Mollon, Jaime" userId="0c3ef3a2-acf3-4c9b-877f-d39901f8fe4f" providerId="ADAL" clId="{4AF6960D-A1A3-4255-8EA8-6B584C831724}" dt="2026-10-13T03:03:57.739" v="829" actId="1076"/>
        <pc:sldMkLst>
          <pc:docMk/>
          <pc:sldMk cId="3224218415" sldId="2145704086"/>
        </pc:sldMkLst>
        <pc:spChg chg="mod">
          <ac:chgData name="Mollon, Jaime" userId="0c3ef3a2-acf3-4c9b-877f-d39901f8fe4f" providerId="ADAL" clId="{4AF6960D-A1A3-4255-8EA8-6B584C831724}" dt="2026-10-13T03:00:14" v="814" actId="20577"/>
          <ac:spMkLst>
            <pc:docMk/>
            <pc:sldMk cId="3224218415" sldId="2145704086"/>
            <ac:spMk id="3" creationId="{535929CC-C10F-76EF-7504-F89F423C8652}"/>
          </ac:spMkLst>
        </pc:spChg>
        <pc:spChg chg="add mod">
          <ac:chgData name="Mollon, Jaime" userId="0c3ef3a2-acf3-4c9b-877f-d39901f8fe4f" providerId="ADAL" clId="{4AF6960D-A1A3-4255-8EA8-6B584C831724}" dt="2026-10-13T03:00:43.880" v="817" actId="1076"/>
          <ac:spMkLst>
            <pc:docMk/>
            <pc:sldMk cId="3224218415" sldId="2145704086"/>
            <ac:spMk id="6" creationId="{AB69E496-FBCA-4277-A60C-784D55C2BC24}"/>
          </ac:spMkLst>
        </pc:spChg>
        <pc:picChg chg="mod">
          <ac:chgData name="Mollon, Jaime" userId="0c3ef3a2-acf3-4c9b-877f-d39901f8fe4f" providerId="ADAL" clId="{4AF6960D-A1A3-4255-8EA8-6B584C831724}" dt="2026-10-13T02:58:44.216" v="813" actId="1076"/>
          <ac:picMkLst>
            <pc:docMk/>
            <pc:sldMk cId="3224218415" sldId="2145704086"/>
            <ac:picMk id="4" creationId="{CCE92F9D-56BC-2597-1153-57C2D31B3FCF}"/>
          </ac:picMkLst>
        </pc:picChg>
        <pc:picChg chg="add del mod">
          <ac:chgData name="Mollon, Jaime" userId="0c3ef3a2-acf3-4c9b-877f-d39901f8fe4f" providerId="ADAL" clId="{4AF6960D-A1A3-4255-8EA8-6B584C831724}" dt="2026-10-13T03:03:46.360" v="826" actId="478"/>
          <ac:picMkLst>
            <pc:docMk/>
            <pc:sldMk cId="3224218415" sldId="2145704086"/>
            <ac:picMk id="8" creationId="{028DE056-CE00-D45B-EBDF-17224ECAA32E}"/>
          </ac:picMkLst>
        </pc:picChg>
        <pc:picChg chg="add mod">
          <ac:chgData name="Mollon, Jaime" userId="0c3ef3a2-acf3-4c9b-877f-d39901f8fe4f" providerId="ADAL" clId="{4AF6960D-A1A3-4255-8EA8-6B584C831724}" dt="2026-10-13T03:03:57.739" v="829" actId="1076"/>
          <ac:picMkLst>
            <pc:docMk/>
            <pc:sldMk cId="3224218415" sldId="2145704086"/>
            <ac:picMk id="10" creationId="{3DA28157-D4EB-D50D-4315-15930AB07F13}"/>
          </ac:picMkLst>
        </pc:picChg>
      </pc:sldChg>
      <pc:sldChg chg="addSp delSp modSp mod">
        <pc:chgData name="Mollon, Jaime" userId="0c3ef3a2-acf3-4c9b-877f-d39901f8fe4f" providerId="ADAL" clId="{4AF6960D-A1A3-4255-8EA8-6B584C831724}" dt="2026-10-13T03:40:38.701" v="941" actId="14100"/>
        <pc:sldMkLst>
          <pc:docMk/>
          <pc:sldMk cId="2354206005" sldId="2145704132"/>
        </pc:sldMkLst>
        <pc:spChg chg="add del mod">
          <ac:chgData name="Mollon, Jaime" userId="0c3ef3a2-acf3-4c9b-877f-d39901f8fe4f" providerId="ADAL" clId="{4AF6960D-A1A3-4255-8EA8-6B584C831724}" dt="2026-10-13T02:56:23.268" v="766" actId="478"/>
          <ac:spMkLst>
            <pc:docMk/>
            <pc:sldMk cId="2354206005" sldId="2145704132"/>
            <ac:spMk id="2" creationId="{F61B3D3D-326E-42DC-A013-25A2387AAC31}"/>
          </ac:spMkLst>
        </pc:spChg>
        <pc:spChg chg="add mod">
          <ac:chgData name="Mollon, Jaime" userId="0c3ef3a2-acf3-4c9b-877f-d39901f8fe4f" providerId="ADAL" clId="{4AF6960D-A1A3-4255-8EA8-6B584C831724}" dt="2026-10-13T02:57:39.589" v="808" actId="20577"/>
          <ac:spMkLst>
            <pc:docMk/>
            <pc:sldMk cId="2354206005" sldId="2145704132"/>
            <ac:spMk id="3" creationId="{4656F0BE-B2BB-4D7C-27A5-DA2F7871783D}"/>
          </ac:spMkLst>
        </pc:spChg>
        <pc:spChg chg="mod">
          <ac:chgData name="Mollon, Jaime" userId="0c3ef3a2-acf3-4c9b-877f-d39901f8fe4f" providerId="ADAL" clId="{4AF6960D-A1A3-4255-8EA8-6B584C831724}" dt="2026-10-13T03:40:26.579" v="939" actId="14100"/>
          <ac:spMkLst>
            <pc:docMk/>
            <pc:sldMk cId="2354206005" sldId="2145704132"/>
            <ac:spMk id="7" creationId="{694F8A80-95E5-97A5-82EA-183402F10EE8}"/>
          </ac:spMkLst>
        </pc:spChg>
        <pc:spChg chg="mod">
          <ac:chgData name="Mollon, Jaime" userId="0c3ef3a2-acf3-4c9b-877f-d39901f8fe4f" providerId="ADAL" clId="{4AF6960D-A1A3-4255-8EA8-6B584C831724}" dt="2026-10-13T03:40:38.701" v="941" actId="14100"/>
          <ac:spMkLst>
            <pc:docMk/>
            <pc:sldMk cId="2354206005" sldId="2145704132"/>
            <ac:spMk id="8" creationId="{B8F5DB42-611A-221F-6EB6-E6B0F43836F0}"/>
          </ac:spMkLst>
        </pc:spChg>
        <pc:picChg chg="add">
          <ac:chgData name="Mollon, Jaime" userId="0c3ef3a2-acf3-4c9b-877f-d39901f8fe4f" providerId="ADAL" clId="{4AF6960D-A1A3-4255-8EA8-6B584C831724}" dt="2026-10-13T03:20:28.698" v="884" actId="22"/>
          <ac:picMkLst>
            <pc:docMk/>
            <pc:sldMk cId="2354206005" sldId="2145704132"/>
            <ac:picMk id="5" creationId="{3E72CACD-CFBA-431A-4739-36ECE5106ECD}"/>
          </ac:picMkLst>
        </pc:picChg>
      </pc:sldChg>
      <pc:sldChg chg="addSp modSp mod">
        <pc:chgData name="Mollon, Jaime" userId="0c3ef3a2-acf3-4c9b-877f-d39901f8fe4f" providerId="ADAL" clId="{4AF6960D-A1A3-4255-8EA8-6B584C831724}" dt="2026-10-13T03:40:09.921" v="938" actId="242"/>
        <pc:sldMkLst>
          <pc:docMk/>
          <pc:sldMk cId="1846382488" sldId="2145704196"/>
        </pc:sldMkLst>
        <pc:spChg chg="add">
          <ac:chgData name="Mollon, Jaime" userId="0c3ef3a2-acf3-4c9b-877f-d39901f8fe4f" providerId="ADAL" clId="{4AF6960D-A1A3-4255-8EA8-6B584C831724}" dt="2026-10-13T02:57:48.447" v="809" actId="22"/>
          <ac:spMkLst>
            <pc:docMk/>
            <pc:sldMk cId="1846382488" sldId="2145704196"/>
            <ac:spMk id="3" creationId="{F569E29B-2CA1-A70A-502C-FE07E99E350D}"/>
          </ac:spMkLst>
        </pc:spChg>
        <pc:spChg chg="mod">
          <ac:chgData name="Mollon, Jaime" userId="0c3ef3a2-acf3-4c9b-877f-d39901f8fe4f" providerId="ADAL" clId="{4AF6960D-A1A3-4255-8EA8-6B584C831724}" dt="2026-10-13T03:40:09.921" v="938" actId="242"/>
          <ac:spMkLst>
            <pc:docMk/>
            <pc:sldMk cId="1846382488" sldId="2145704196"/>
            <ac:spMk id="7" creationId="{919A3AB5-A6E4-F6B5-283E-4276F8CEA7FA}"/>
          </ac:spMkLst>
        </pc:spChg>
        <pc:picChg chg="add">
          <ac:chgData name="Mollon, Jaime" userId="0c3ef3a2-acf3-4c9b-877f-d39901f8fe4f" providerId="ADAL" clId="{4AF6960D-A1A3-4255-8EA8-6B584C831724}" dt="2026-10-13T03:39:59.411" v="936" actId="22"/>
          <ac:picMkLst>
            <pc:docMk/>
            <pc:sldMk cId="1846382488" sldId="2145704196"/>
            <ac:picMk id="5" creationId="{7C902F0B-AD0C-6BF8-3AB3-53120A3CA74A}"/>
          </ac:picMkLst>
        </pc:picChg>
      </pc:sldChg>
      <pc:sldChg chg="delSp modSp mod modClrScheme chgLayout">
        <pc:chgData name="Mollon, Jaime" userId="0c3ef3a2-acf3-4c9b-877f-d39901f8fe4f" providerId="ADAL" clId="{4AF6960D-A1A3-4255-8EA8-6B584C831724}" dt="2026-10-13T05:24:14.074" v="1367" actId="26606"/>
        <pc:sldMkLst>
          <pc:docMk/>
          <pc:sldMk cId="0" sldId="2145704199"/>
        </pc:sldMkLst>
        <pc:spChg chg="mod">
          <ac:chgData name="Mollon, Jaime" userId="0c3ef3a2-acf3-4c9b-877f-d39901f8fe4f" providerId="ADAL" clId="{4AF6960D-A1A3-4255-8EA8-6B584C831724}" dt="2026-10-13T03:11:54.487" v="861" actId="1076"/>
          <ac:spMkLst>
            <pc:docMk/>
            <pc:sldMk cId="0" sldId="2145704199"/>
            <ac:spMk id="2"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4" creationId="{2EF5CB45-0D1D-EBE0-230A-7680974FC894}"/>
          </ac:spMkLst>
        </pc:spChg>
        <pc:spChg chg="del">
          <ac:chgData name="Mollon, Jaime" userId="0c3ef3a2-acf3-4c9b-877f-d39901f8fe4f" providerId="ADAL" clId="{4AF6960D-A1A3-4255-8EA8-6B584C831724}" dt="2026-10-12T14:50:05.516" v="289" actId="26606"/>
          <ac:spMkLst>
            <pc:docMk/>
            <pc:sldMk cId="0" sldId="2145704199"/>
            <ac:spMk id="5" creationId="{A33EE63D-0682-D999-1B47-793122BCAAEE}"/>
          </ac:spMkLst>
        </pc:spChg>
        <pc:spChg chg="mod">
          <ac:chgData name="Mollon, Jaime" userId="0c3ef3a2-acf3-4c9b-877f-d39901f8fe4f" providerId="ADAL" clId="{4AF6960D-A1A3-4255-8EA8-6B584C831724}" dt="2026-10-13T05:13:26.351" v="1337" actId="20577"/>
          <ac:spMkLst>
            <pc:docMk/>
            <pc:sldMk cId="0" sldId="2145704199"/>
            <ac:spMk id="5" creationId="{D4106BD9-2E5E-FF0F-AB54-A94ED6EDC292}"/>
          </ac:spMkLst>
        </pc:spChg>
        <pc:spChg chg="mod">
          <ac:chgData name="Mollon, Jaime" userId="0c3ef3a2-acf3-4c9b-877f-d39901f8fe4f" providerId="ADAL" clId="{4AF6960D-A1A3-4255-8EA8-6B584C831724}" dt="2026-10-12T14:50:05.516" v="289" actId="26606"/>
          <ac:spMkLst>
            <pc:docMk/>
            <pc:sldMk cId="0" sldId="2145704199"/>
            <ac:spMk id="6" creationId="{486B5ECC-611E-E31A-29EE-2BDED404DC2B}"/>
          </ac:spMkLst>
        </pc:spChg>
        <pc:spChg chg="mod">
          <ac:chgData name="Mollon, Jaime" userId="0c3ef3a2-acf3-4c9b-877f-d39901f8fe4f" providerId="ADAL" clId="{4AF6960D-A1A3-4255-8EA8-6B584C831724}" dt="2026-10-13T03:11:40.426" v="859" actId="1076"/>
          <ac:spMkLst>
            <pc:docMk/>
            <pc:sldMk cId="0" sldId="2145704199"/>
            <ac:spMk id="7"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9"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10"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12"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13"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15"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16" creationId="{00000000-0000-0000-0000-000000000000}"/>
          </ac:spMkLst>
        </pc:spChg>
        <pc:spChg chg="mod">
          <ac:chgData name="Mollon, Jaime" userId="0c3ef3a2-acf3-4c9b-877f-d39901f8fe4f" providerId="ADAL" clId="{4AF6960D-A1A3-4255-8EA8-6B584C831724}" dt="2026-10-12T15:30:26.057" v="448" actId="207"/>
          <ac:spMkLst>
            <pc:docMk/>
            <pc:sldMk cId="0" sldId="2145704199"/>
            <ac:spMk id="18" creationId="{00000000-0000-0000-0000-000000000000}"/>
          </ac:spMkLst>
        </pc:spChg>
        <pc:spChg chg="mod">
          <ac:chgData name="Mollon, Jaime" userId="0c3ef3a2-acf3-4c9b-877f-d39901f8fe4f" providerId="ADAL" clId="{4AF6960D-A1A3-4255-8EA8-6B584C831724}" dt="2026-10-13T03:11:46.963" v="860" actId="1076"/>
          <ac:spMkLst>
            <pc:docMk/>
            <pc:sldMk cId="0" sldId="2145704199"/>
            <ac:spMk id="19" creationId="{00000000-0000-0000-0000-000000000000}"/>
          </ac:spMkLst>
        </pc:spChg>
        <pc:spChg chg="mod">
          <ac:chgData name="Mollon, Jaime" userId="0c3ef3a2-acf3-4c9b-877f-d39901f8fe4f" providerId="ADAL" clId="{4AF6960D-A1A3-4255-8EA8-6B584C831724}" dt="2026-10-12T15:19:44.981" v="409" actId="1076"/>
          <ac:spMkLst>
            <pc:docMk/>
            <pc:sldMk cId="0" sldId="2145704199"/>
            <ac:spMk id="21" creationId="{00000000-0000-0000-0000-000000000000}"/>
          </ac:spMkLst>
        </pc:spChg>
        <pc:spChg chg="mod">
          <ac:chgData name="Mollon, Jaime" userId="0c3ef3a2-acf3-4c9b-877f-d39901f8fe4f" providerId="ADAL" clId="{4AF6960D-A1A3-4255-8EA8-6B584C831724}" dt="2026-10-12T15:20:36.675" v="422" actId="122"/>
          <ac:spMkLst>
            <pc:docMk/>
            <pc:sldMk cId="0" sldId="2145704199"/>
            <ac:spMk id="22" creationId="{00000000-0000-0000-0000-000000000000}"/>
          </ac:spMkLst>
        </pc:spChg>
        <pc:spChg chg="mod">
          <ac:chgData name="Mollon, Jaime" userId="0c3ef3a2-acf3-4c9b-877f-d39901f8fe4f" providerId="ADAL" clId="{4AF6960D-A1A3-4255-8EA8-6B584C831724}" dt="2026-10-13T01:40:20.607" v="546" actId="404"/>
          <ac:spMkLst>
            <pc:docMk/>
            <pc:sldMk cId="0" sldId="2145704199"/>
            <ac:spMk id="23" creationId="{00000000-0000-0000-0000-000000000000}"/>
          </ac:spMkLst>
        </pc:spChg>
        <pc:spChg chg="mod">
          <ac:chgData name="Mollon, Jaime" userId="0c3ef3a2-acf3-4c9b-877f-d39901f8fe4f" providerId="ADAL" clId="{4AF6960D-A1A3-4255-8EA8-6B584C831724}" dt="2026-10-12T14:56:03.879" v="311" actId="207"/>
          <ac:spMkLst>
            <pc:docMk/>
            <pc:sldMk cId="0" sldId="2145704199"/>
            <ac:spMk id="28" creationId="{00000000-0000-0000-0000-000000000000}"/>
          </ac:spMkLst>
        </pc:spChg>
        <pc:spChg chg="mod">
          <ac:chgData name="Mollon, Jaime" userId="0c3ef3a2-acf3-4c9b-877f-d39901f8fe4f" providerId="ADAL" clId="{4AF6960D-A1A3-4255-8EA8-6B584C831724}" dt="2026-10-13T02:08:49.636" v="646" actId="108"/>
          <ac:spMkLst>
            <pc:docMk/>
            <pc:sldMk cId="0" sldId="2145704199"/>
            <ac:spMk id="32" creationId="{46B495B6-D66C-B878-0895-777DED6C6BAE}"/>
          </ac:spMkLst>
        </pc:spChg>
        <pc:spChg chg="mod">
          <ac:chgData name="Mollon, Jaime" userId="0c3ef3a2-acf3-4c9b-877f-d39901f8fe4f" providerId="ADAL" clId="{4AF6960D-A1A3-4255-8EA8-6B584C831724}" dt="2026-10-12T15:30:43.737" v="451" actId="208"/>
          <ac:spMkLst>
            <pc:docMk/>
            <pc:sldMk cId="0" sldId="2145704199"/>
            <ac:spMk id="34" creationId="{59BE3DFB-F16C-8B87-0DAE-6E122B8754B1}"/>
          </ac:spMkLst>
        </pc:spChg>
        <pc:spChg chg="mod">
          <ac:chgData name="Mollon, Jaime" userId="0c3ef3a2-acf3-4c9b-877f-d39901f8fe4f" providerId="ADAL" clId="{4AF6960D-A1A3-4255-8EA8-6B584C831724}" dt="2026-10-13T03:11:46.963" v="860" actId="1076"/>
          <ac:spMkLst>
            <pc:docMk/>
            <pc:sldMk cId="0" sldId="2145704199"/>
            <ac:spMk id="36" creationId="{372E584E-6280-A4F6-72AD-ED676B29A8EC}"/>
          </ac:spMkLst>
        </pc:spChg>
        <pc:spChg chg="mod">
          <ac:chgData name="Mollon, Jaime" userId="0c3ef3a2-acf3-4c9b-877f-d39901f8fe4f" providerId="ADAL" clId="{4AF6960D-A1A3-4255-8EA8-6B584C831724}" dt="2026-10-13T03:11:46.963" v="860" actId="1076"/>
          <ac:spMkLst>
            <pc:docMk/>
            <pc:sldMk cId="0" sldId="2145704199"/>
            <ac:spMk id="38" creationId="{B46CACCB-4DB9-252E-3569-5F7FA5265FB2}"/>
          </ac:spMkLst>
        </pc:spChg>
        <pc:graphicFrameChg chg="add mod">
          <ac:chgData name="Mollon, Jaime" userId="0c3ef3a2-acf3-4c9b-877f-d39901f8fe4f" providerId="ADAL" clId="{4AF6960D-A1A3-4255-8EA8-6B584C831724}" dt="2026-10-13T05:24:14.074" v="1367" actId="26606"/>
          <ac:graphicFrameMkLst>
            <pc:docMk/>
            <pc:sldMk cId="0" sldId="2145704199"/>
            <ac:graphicFrameMk id="8" creationId="{F9718589-666B-CE15-4EAF-5FF7D5016D55}"/>
          </ac:graphicFrameMkLst>
        </pc:graphicFrameChg>
      </pc:sldChg>
      <pc:sldChg chg="addSp delSp modSp mod modClrScheme chgLayout">
        <pc:chgData name="Mollon, Jaime" userId="0c3ef3a2-acf3-4c9b-877f-d39901f8fe4f" providerId="ADAL" clId="{4AF6960D-A1A3-4255-8EA8-6B584C831724}" dt="2026-10-13T05:10:30.368" v="1319" actId="207"/>
        <pc:sldMkLst>
          <pc:docMk/>
          <pc:sldMk cId="0" sldId="2145704200"/>
        </pc:sldMkLst>
        <pc:spChg chg="mod">
          <ac:chgData name="Mollon, Jaime" userId="0c3ef3a2-acf3-4c9b-877f-d39901f8fe4f" providerId="ADAL" clId="{4AF6960D-A1A3-4255-8EA8-6B584C831724}" dt="2026-10-12T16:05:46.009" v="536" actId="1076"/>
          <ac:spMkLst>
            <pc:docMk/>
            <pc:sldMk cId="0" sldId="2145704200"/>
            <ac:spMk id="2" creationId="{00000000-0000-0000-0000-000000000000}"/>
          </ac:spMkLst>
        </pc:spChg>
        <pc:spChg chg="mod">
          <ac:chgData name="Mollon, Jaime" userId="0c3ef3a2-acf3-4c9b-877f-d39901f8fe4f" providerId="ADAL" clId="{4AF6960D-A1A3-4255-8EA8-6B584C831724}" dt="2026-10-13T05:10:30.368" v="1319" actId="207"/>
          <ac:spMkLst>
            <pc:docMk/>
            <pc:sldMk cId="0" sldId="2145704200"/>
            <ac:spMk id="3" creationId="{902034A8-82E4-799D-45FE-F59A1B681AC7}"/>
          </ac:spMkLst>
        </pc:spChg>
        <pc:spChg chg="del">
          <ac:chgData name="Mollon, Jaime" userId="0c3ef3a2-acf3-4c9b-877f-d39901f8fe4f" providerId="ADAL" clId="{4AF6960D-A1A3-4255-8EA8-6B584C831724}" dt="2026-10-12T14:50:05.516" v="289" actId="26606"/>
          <ac:spMkLst>
            <pc:docMk/>
            <pc:sldMk cId="0" sldId="2145704200"/>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0"/>
            <ac:spMk id="6" creationId="{486B5ECC-611E-E31A-29EE-2BDED404DC2B}"/>
          </ac:spMkLst>
        </pc:spChg>
        <pc:spChg chg="add del">
          <ac:chgData name="Mollon, Jaime" userId="0c3ef3a2-acf3-4c9b-877f-d39901f8fe4f" providerId="ADAL" clId="{4AF6960D-A1A3-4255-8EA8-6B584C831724}" dt="2026-10-12T15:36:24.768" v="480" actId="22"/>
          <ac:spMkLst>
            <pc:docMk/>
            <pc:sldMk cId="0" sldId="2145704200"/>
            <ac:spMk id="9" creationId="{AF2B52CD-5E3F-35D6-77DA-8CBE28520425}"/>
          </ac:spMkLst>
        </pc:spChg>
        <pc:spChg chg="mod">
          <ac:chgData name="Mollon, Jaime" userId="0c3ef3a2-acf3-4c9b-877f-d39901f8fe4f" providerId="ADAL" clId="{4AF6960D-A1A3-4255-8EA8-6B584C831724}" dt="2026-10-13T03:15:00.313" v="877" actId="14100"/>
          <ac:spMkLst>
            <pc:docMk/>
            <pc:sldMk cId="0" sldId="2145704200"/>
            <ac:spMk id="11" creationId="{34D96651-9A30-C5B3-B37F-52FEBF589C8F}"/>
          </ac:spMkLst>
        </pc:spChg>
        <pc:graphicFrameChg chg="modGraphic">
          <ac:chgData name="Mollon, Jaime" userId="0c3ef3a2-acf3-4c9b-877f-d39901f8fe4f" providerId="ADAL" clId="{4AF6960D-A1A3-4255-8EA8-6B584C831724}" dt="2026-10-12T15:35:09.762" v="477" actId="207"/>
          <ac:graphicFrameMkLst>
            <pc:docMk/>
            <pc:sldMk cId="0" sldId="2145704200"/>
            <ac:graphicFrameMk id="4" creationId="{2F6B3EA3-9163-FE38-E1CF-01FADC040C01}"/>
          </ac:graphicFrameMkLst>
        </pc:graphicFrameChg>
        <pc:picChg chg="add del">
          <ac:chgData name="Mollon, Jaime" userId="0c3ef3a2-acf3-4c9b-877f-d39901f8fe4f" providerId="ADAL" clId="{4AF6960D-A1A3-4255-8EA8-6B584C831724}" dt="2026-10-13T03:24:16.394" v="904" actId="22"/>
          <ac:picMkLst>
            <pc:docMk/>
            <pc:sldMk cId="0" sldId="2145704200"/>
            <ac:picMk id="12" creationId="{E3343816-7ED3-D896-BE09-8C692E81A94B}"/>
          </ac:picMkLst>
        </pc:picChg>
        <pc:picChg chg="add">
          <ac:chgData name="Mollon, Jaime" userId="0c3ef3a2-acf3-4c9b-877f-d39901f8fe4f" providerId="ADAL" clId="{4AF6960D-A1A3-4255-8EA8-6B584C831724}" dt="2026-10-13T03:25:58.718" v="905" actId="22"/>
          <ac:picMkLst>
            <pc:docMk/>
            <pc:sldMk cId="0" sldId="2145704200"/>
            <ac:picMk id="14" creationId="{AF7B1AF9-03E5-EBD0-4302-207D137435BD}"/>
          </ac:picMkLst>
        </pc:picChg>
      </pc:sldChg>
      <pc:sldChg chg="delSp modSp mod modClrScheme chgLayout">
        <pc:chgData name="Mollon, Jaime" userId="0c3ef3a2-acf3-4c9b-877f-d39901f8fe4f" providerId="ADAL" clId="{4AF6960D-A1A3-4255-8EA8-6B584C831724}" dt="2026-10-13T03:38:57.986" v="934" actId="20577"/>
        <pc:sldMkLst>
          <pc:docMk/>
          <pc:sldMk cId="0" sldId="2145704201"/>
        </pc:sldMkLst>
        <pc:spChg chg="mod">
          <ac:chgData name="Mollon, Jaime" userId="0c3ef3a2-acf3-4c9b-877f-d39901f8fe4f" providerId="ADAL" clId="{4AF6960D-A1A3-4255-8EA8-6B584C831724}" dt="2026-10-12T14:50:05.516" v="289" actId="26606"/>
          <ac:spMkLst>
            <pc:docMk/>
            <pc:sldMk cId="0" sldId="2145704201"/>
            <ac:spMk id="2"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4" creationId="{C8C030FC-F1A6-E127-9E6B-0B11038DC96F}"/>
          </ac:spMkLst>
        </pc:spChg>
        <pc:spChg chg="del">
          <ac:chgData name="Mollon, Jaime" userId="0c3ef3a2-acf3-4c9b-877f-d39901f8fe4f" providerId="ADAL" clId="{4AF6960D-A1A3-4255-8EA8-6B584C831724}" dt="2026-10-12T14:50:05.516" v="289" actId="26606"/>
          <ac:spMkLst>
            <pc:docMk/>
            <pc:sldMk cId="0" sldId="2145704201"/>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1"/>
            <ac:spMk id="6" creationId="{486B5ECC-611E-E31A-29EE-2BDED404DC2B}"/>
          </ac:spMkLst>
        </pc:spChg>
        <pc:spChg chg="mod">
          <ac:chgData name="Mollon, Jaime" userId="0c3ef3a2-acf3-4c9b-877f-d39901f8fe4f" providerId="ADAL" clId="{4AF6960D-A1A3-4255-8EA8-6B584C831724}" dt="2026-10-13T03:36:50.460" v="931" actId="14100"/>
          <ac:spMkLst>
            <pc:docMk/>
            <pc:sldMk cId="0" sldId="2145704201"/>
            <ac:spMk id="7" creationId="{00000000-0000-0000-0000-000000000000}"/>
          </ac:spMkLst>
        </pc:spChg>
        <pc:spChg chg="mod">
          <ac:chgData name="Mollon, Jaime" userId="0c3ef3a2-acf3-4c9b-877f-d39901f8fe4f" providerId="ADAL" clId="{4AF6960D-A1A3-4255-8EA8-6B584C831724}" dt="2026-10-13T03:13:36.284" v="866" actId="207"/>
          <ac:spMkLst>
            <pc:docMk/>
            <pc:sldMk cId="0" sldId="2145704201"/>
            <ac:spMk id="8" creationId="{00000000-0000-0000-0000-000000000000}"/>
          </ac:spMkLst>
        </pc:spChg>
        <pc:spChg chg="mod">
          <ac:chgData name="Mollon, Jaime" userId="0c3ef3a2-acf3-4c9b-877f-d39901f8fe4f" providerId="ADAL" clId="{4AF6960D-A1A3-4255-8EA8-6B584C831724}" dt="2026-10-13T03:34:07.128" v="927" actId="207"/>
          <ac:spMkLst>
            <pc:docMk/>
            <pc:sldMk cId="0" sldId="2145704201"/>
            <ac:spMk id="9" creationId="{4524680A-471D-09DA-E964-689532BFBD93}"/>
          </ac:spMkLst>
        </pc:spChg>
        <pc:spChg chg="mod">
          <ac:chgData name="Mollon, Jaime" userId="0c3ef3a2-acf3-4c9b-877f-d39901f8fe4f" providerId="ADAL" clId="{4AF6960D-A1A3-4255-8EA8-6B584C831724}" dt="2026-10-13T03:35:32.801" v="930" actId="207"/>
          <ac:spMkLst>
            <pc:docMk/>
            <pc:sldMk cId="0" sldId="2145704201"/>
            <ac:spMk id="10"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12" creationId="{00000000-0000-0000-0000-000000000000}"/>
          </ac:spMkLst>
        </pc:spChg>
        <pc:spChg chg="mod">
          <ac:chgData name="Mollon, Jaime" userId="0c3ef3a2-acf3-4c9b-877f-d39901f8fe4f" providerId="ADAL" clId="{4AF6960D-A1A3-4255-8EA8-6B584C831724}" dt="2026-10-12T15:41:38.987" v="493" actId="207"/>
          <ac:spMkLst>
            <pc:docMk/>
            <pc:sldMk cId="0" sldId="2145704201"/>
            <ac:spMk id="13" creationId="{00000000-0000-0000-0000-000000000000}"/>
          </ac:spMkLst>
        </pc:spChg>
        <pc:spChg chg="mod">
          <ac:chgData name="Mollon, Jaime" userId="0c3ef3a2-acf3-4c9b-877f-d39901f8fe4f" providerId="ADAL" clId="{4AF6960D-A1A3-4255-8EA8-6B584C831724}" dt="2026-10-12T15:41:53.450" v="496" actId="207"/>
          <ac:spMkLst>
            <pc:docMk/>
            <pc:sldMk cId="0" sldId="2145704201"/>
            <ac:spMk id="14" creationId="{00000000-0000-0000-0000-000000000000}"/>
          </ac:spMkLst>
        </pc:spChg>
        <pc:spChg chg="mod">
          <ac:chgData name="Mollon, Jaime" userId="0c3ef3a2-acf3-4c9b-877f-d39901f8fe4f" providerId="ADAL" clId="{4AF6960D-A1A3-4255-8EA8-6B584C831724}" dt="2026-10-12T15:41:38.987" v="493" actId="207"/>
          <ac:spMkLst>
            <pc:docMk/>
            <pc:sldMk cId="0" sldId="2145704201"/>
            <ac:spMk id="15" creationId="{00000000-0000-0000-0000-000000000000}"/>
          </ac:spMkLst>
        </pc:spChg>
        <pc:spChg chg="mod">
          <ac:chgData name="Mollon, Jaime" userId="0c3ef3a2-acf3-4c9b-877f-d39901f8fe4f" providerId="ADAL" clId="{4AF6960D-A1A3-4255-8EA8-6B584C831724}" dt="2026-10-12T15:41:53.450" v="496" actId="207"/>
          <ac:spMkLst>
            <pc:docMk/>
            <pc:sldMk cId="0" sldId="2145704201"/>
            <ac:spMk id="16" creationId="{00000000-0000-0000-0000-000000000000}"/>
          </ac:spMkLst>
        </pc:spChg>
        <pc:spChg chg="mod">
          <ac:chgData name="Mollon, Jaime" userId="0c3ef3a2-acf3-4c9b-877f-d39901f8fe4f" providerId="ADAL" clId="{4AF6960D-A1A3-4255-8EA8-6B584C831724}" dt="2026-10-13T03:30:09.672" v="915" actId="404"/>
          <ac:spMkLst>
            <pc:docMk/>
            <pc:sldMk cId="0" sldId="2145704201"/>
            <ac:spMk id="19" creationId="{00000000-0000-0000-0000-000000000000}"/>
          </ac:spMkLst>
        </pc:spChg>
        <pc:spChg chg="mod">
          <ac:chgData name="Mollon, Jaime" userId="0c3ef3a2-acf3-4c9b-877f-d39901f8fe4f" providerId="ADAL" clId="{4AF6960D-A1A3-4255-8EA8-6B584C831724}" dt="2026-10-13T03:32:53.618" v="923" actId="14100"/>
          <ac:spMkLst>
            <pc:docMk/>
            <pc:sldMk cId="0" sldId="2145704201"/>
            <ac:spMk id="20" creationId="{00000000-0000-0000-0000-000000000000}"/>
          </ac:spMkLst>
        </pc:spChg>
        <pc:spChg chg="mod">
          <ac:chgData name="Mollon, Jaime" userId="0c3ef3a2-acf3-4c9b-877f-d39901f8fe4f" providerId="ADAL" clId="{4AF6960D-A1A3-4255-8EA8-6B584C831724}" dt="2026-10-13T03:33:03.341" v="924" actId="1076"/>
          <ac:spMkLst>
            <pc:docMk/>
            <pc:sldMk cId="0" sldId="2145704201"/>
            <ac:spMk id="21" creationId="{00000000-0000-0000-0000-000000000000}"/>
          </ac:spMkLst>
        </pc:spChg>
        <pc:spChg chg="mod">
          <ac:chgData name="Mollon, Jaime" userId="0c3ef3a2-acf3-4c9b-877f-d39901f8fe4f" providerId="ADAL" clId="{4AF6960D-A1A3-4255-8EA8-6B584C831724}" dt="2026-10-13T03:31:11.058" v="917" actId="1076"/>
          <ac:spMkLst>
            <pc:docMk/>
            <pc:sldMk cId="0" sldId="2145704201"/>
            <ac:spMk id="22" creationId="{00000000-0000-0000-0000-000000000000}"/>
          </ac:spMkLst>
        </pc:spChg>
        <pc:spChg chg="mod">
          <ac:chgData name="Mollon, Jaime" userId="0c3ef3a2-acf3-4c9b-877f-d39901f8fe4f" providerId="ADAL" clId="{4AF6960D-A1A3-4255-8EA8-6B584C831724}" dt="2026-10-13T03:33:03.341" v="924" actId="1076"/>
          <ac:spMkLst>
            <pc:docMk/>
            <pc:sldMk cId="0" sldId="2145704201"/>
            <ac:spMk id="23" creationId="{00000000-0000-0000-0000-000000000000}"/>
          </ac:spMkLst>
        </pc:spChg>
        <pc:spChg chg="mod">
          <ac:chgData name="Mollon, Jaime" userId="0c3ef3a2-acf3-4c9b-877f-d39901f8fe4f" providerId="ADAL" clId="{4AF6960D-A1A3-4255-8EA8-6B584C831724}" dt="2026-10-13T03:30:09.672" v="915" actId="404"/>
          <ac:spMkLst>
            <pc:docMk/>
            <pc:sldMk cId="0" sldId="2145704201"/>
            <ac:spMk id="28"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29" creationId="{00000000-0000-0000-0000-000000000000}"/>
          </ac:spMkLst>
        </pc:spChg>
        <pc:spChg chg="mod">
          <ac:chgData name="Mollon, Jaime" userId="0c3ef3a2-acf3-4c9b-877f-d39901f8fe4f" providerId="ADAL" clId="{4AF6960D-A1A3-4255-8EA8-6B584C831724}" dt="2026-10-13T03:33:07.945" v="925" actId="1076"/>
          <ac:spMkLst>
            <pc:docMk/>
            <pc:sldMk cId="0" sldId="2145704201"/>
            <ac:spMk id="30"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31" creationId="{00000000-0000-0000-0000-000000000000}"/>
          </ac:spMkLst>
        </pc:spChg>
        <pc:spChg chg="mod">
          <ac:chgData name="Mollon, Jaime" userId="0c3ef3a2-acf3-4c9b-877f-d39901f8fe4f" providerId="ADAL" clId="{4AF6960D-A1A3-4255-8EA8-6B584C831724}" dt="2026-10-13T03:30:09.672" v="915" actId="404"/>
          <ac:spMkLst>
            <pc:docMk/>
            <pc:sldMk cId="0" sldId="2145704201"/>
            <ac:spMk id="35"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36" creationId="{00000000-0000-0000-0000-000000000000}"/>
          </ac:spMkLst>
        </pc:spChg>
        <pc:spChg chg="mod">
          <ac:chgData name="Mollon, Jaime" userId="0c3ef3a2-acf3-4c9b-877f-d39901f8fe4f" providerId="ADAL" clId="{4AF6960D-A1A3-4255-8EA8-6B584C831724}" dt="2026-10-12T15:42:23.983" v="499" actId="20577"/>
          <ac:spMkLst>
            <pc:docMk/>
            <pc:sldMk cId="0" sldId="2145704201"/>
            <ac:spMk id="37"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40" creationId="{00000000-0000-0000-0000-000000000000}"/>
          </ac:spMkLst>
        </pc:spChg>
        <pc:spChg chg="mod">
          <ac:chgData name="Mollon, Jaime" userId="0c3ef3a2-acf3-4c9b-877f-d39901f8fe4f" providerId="ADAL" clId="{4AF6960D-A1A3-4255-8EA8-6B584C831724}" dt="2026-10-13T03:34:55.637" v="929" actId="14100"/>
          <ac:spMkLst>
            <pc:docMk/>
            <pc:sldMk cId="0" sldId="2145704201"/>
            <ac:spMk id="42" creationId="{00000000-0000-0000-0000-000000000000}"/>
          </ac:spMkLst>
        </pc:spChg>
        <pc:spChg chg="mod">
          <ac:chgData name="Mollon, Jaime" userId="0c3ef3a2-acf3-4c9b-877f-d39901f8fe4f" providerId="ADAL" clId="{4AF6960D-A1A3-4255-8EA8-6B584C831724}" dt="2026-10-13T03:38:57.986" v="934" actId="20577"/>
          <ac:spMkLst>
            <pc:docMk/>
            <pc:sldMk cId="0" sldId="2145704201"/>
            <ac:spMk id="43" creationId="{00000000-0000-0000-0000-000000000000}"/>
          </ac:spMkLst>
        </pc:spChg>
        <pc:spChg chg="mod">
          <ac:chgData name="Mollon, Jaime" userId="0c3ef3a2-acf3-4c9b-877f-d39901f8fe4f" providerId="ADAL" clId="{4AF6960D-A1A3-4255-8EA8-6B584C831724}" dt="2026-10-13T03:30:09.672" v="915" actId="404"/>
          <ac:spMkLst>
            <pc:docMk/>
            <pc:sldMk cId="0" sldId="2145704201"/>
            <ac:spMk id="44"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45"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46"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47"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49"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50" creationId="{00000000-0000-0000-0000-000000000000}"/>
          </ac:spMkLst>
        </pc:spChg>
        <pc:spChg chg="mod">
          <ac:chgData name="Mollon, Jaime" userId="0c3ef3a2-acf3-4c9b-877f-d39901f8fe4f" providerId="ADAL" clId="{4AF6960D-A1A3-4255-8EA8-6B584C831724}" dt="2026-10-12T15:53:03.545" v="524" actId="14100"/>
          <ac:spMkLst>
            <pc:docMk/>
            <pc:sldMk cId="0" sldId="2145704201"/>
            <ac:spMk id="52"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55"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57" creationId="{00000000-0000-0000-0000-000000000000}"/>
          </ac:spMkLst>
        </pc:spChg>
        <pc:spChg chg="mod">
          <ac:chgData name="Mollon, Jaime" userId="0c3ef3a2-acf3-4c9b-877f-d39901f8fe4f" providerId="ADAL" clId="{4AF6960D-A1A3-4255-8EA8-6B584C831724}" dt="2026-10-13T03:14:01.470" v="868" actId="1076"/>
          <ac:spMkLst>
            <pc:docMk/>
            <pc:sldMk cId="0" sldId="2145704201"/>
            <ac:spMk id="58" creationId="{00000000-0000-0000-0000-000000000000}"/>
          </ac:spMkLst>
        </pc:spChg>
        <pc:spChg chg="mod">
          <ac:chgData name="Mollon, Jaime" userId="0c3ef3a2-acf3-4c9b-877f-d39901f8fe4f" providerId="ADAL" clId="{4AF6960D-A1A3-4255-8EA8-6B584C831724}" dt="2026-10-13T03:30:09.672" v="915" actId="404"/>
          <ac:spMkLst>
            <pc:docMk/>
            <pc:sldMk cId="0" sldId="2145704201"/>
            <ac:spMk id="61"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62" creationId="{00000000-0000-0000-0000-000000000000}"/>
          </ac:spMkLst>
        </pc:spChg>
        <pc:spChg chg="mod">
          <ac:chgData name="Mollon, Jaime" userId="0c3ef3a2-acf3-4c9b-877f-d39901f8fe4f" providerId="ADAL" clId="{4AF6960D-A1A3-4255-8EA8-6B584C831724}" dt="2026-10-13T03:30:32.399" v="916" actId="403"/>
          <ac:spMkLst>
            <pc:docMk/>
            <pc:sldMk cId="0" sldId="2145704201"/>
            <ac:spMk id="66" creationId="{00000000-0000-0000-0000-000000000000}"/>
          </ac:spMkLst>
        </pc:spChg>
        <pc:spChg chg="mod">
          <ac:chgData name="Mollon, Jaime" userId="0c3ef3a2-acf3-4c9b-877f-d39901f8fe4f" providerId="ADAL" clId="{4AF6960D-A1A3-4255-8EA8-6B584C831724}" dt="2026-10-12T15:40:31.626" v="491" actId="207"/>
          <ac:spMkLst>
            <pc:docMk/>
            <pc:sldMk cId="0" sldId="2145704201"/>
            <ac:spMk id="76" creationId="{00000000-0000-0000-0000-000000000000}"/>
          </ac:spMkLst>
        </pc:spChg>
        <pc:spChg chg="mod">
          <ac:chgData name="Mollon, Jaime" userId="0c3ef3a2-acf3-4c9b-877f-d39901f8fe4f" providerId="ADAL" clId="{4AF6960D-A1A3-4255-8EA8-6B584C831724}" dt="2026-10-12T15:41:38.987" v="493" actId="207"/>
          <ac:spMkLst>
            <pc:docMk/>
            <pc:sldMk cId="0" sldId="2145704201"/>
            <ac:spMk id="80" creationId="{9FFDA584-73E5-4559-4256-9CFA845869E1}"/>
          </ac:spMkLst>
        </pc:spChg>
      </pc:sldChg>
      <pc:sldChg chg="delSp modSp mod modClrScheme chgLayout">
        <pc:chgData name="Mollon, Jaime" userId="0c3ef3a2-acf3-4c9b-877f-d39901f8fe4f" providerId="ADAL" clId="{4AF6960D-A1A3-4255-8EA8-6B584C831724}" dt="2026-10-13T07:20:52.478" v="1379" actId="20577"/>
        <pc:sldMkLst>
          <pc:docMk/>
          <pc:sldMk cId="0" sldId="2145704203"/>
        </pc:sldMkLst>
        <pc:spChg chg="mod">
          <ac:chgData name="Mollon, Jaime" userId="0c3ef3a2-acf3-4c9b-877f-d39901f8fe4f" providerId="ADAL" clId="{4AF6960D-A1A3-4255-8EA8-6B584C831724}" dt="2026-10-12T14:50:05.516" v="289" actId="26606"/>
          <ac:spMkLst>
            <pc:docMk/>
            <pc:sldMk cId="0" sldId="2145704203"/>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03"/>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3"/>
            <ac:spMk id="6" creationId="{486B5ECC-611E-E31A-29EE-2BDED404DC2B}"/>
          </ac:spMkLst>
        </pc:spChg>
        <pc:spChg chg="mod">
          <ac:chgData name="Mollon, Jaime" userId="0c3ef3a2-acf3-4c9b-877f-d39901f8fe4f" providerId="ADAL" clId="{4AF6960D-A1A3-4255-8EA8-6B584C831724}" dt="2026-10-13T03:26:11.888" v="906" actId="14100"/>
          <ac:spMkLst>
            <pc:docMk/>
            <pc:sldMk cId="0" sldId="2145704203"/>
            <ac:spMk id="7" creationId="{00000000-0000-0000-0000-000000000000}"/>
          </ac:spMkLst>
        </pc:spChg>
        <pc:spChg chg="mod">
          <ac:chgData name="Mollon, Jaime" userId="0c3ef3a2-acf3-4c9b-877f-d39901f8fe4f" providerId="ADAL" clId="{4AF6960D-A1A3-4255-8EA8-6B584C831724}" dt="2026-10-13T03:41:12.578" v="943" actId="114"/>
          <ac:spMkLst>
            <pc:docMk/>
            <pc:sldMk cId="0" sldId="2145704203"/>
            <ac:spMk id="8" creationId="{00000000-0000-0000-0000-000000000000}"/>
          </ac:spMkLst>
        </pc:spChg>
        <pc:spChg chg="mod">
          <ac:chgData name="Mollon, Jaime" userId="0c3ef3a2-acf3-4c9b-877f-d39901f8fe4f" providerId="ADAL" clId="{4AF6960D-A1A3-4255-8EA8-6B584C831724}" dt="2026-10-12T15:42:53.770" v="503" actId="207"/>
          <ac:spMkLst>
            <pc:docMk/>
            <pc:sldMk cId="0" sldId="2145704203"/>
            <ac:spMk id="9" creationId="{00000000-0000-0000-0000-000000000000}"/>
          </ac:spMkLst>
        </pc:spChg>
        <pc:spChg chg="mod">
          <ac:chgData name="Mollon, Jaime" userId="0c3ef3a2-acf3-4c9b-877f-d39901f8fe4f" providerId="ADAL" clId="{4AF6960D-A1A3-4255-8EA8-6B584C831724}" dt="2026-10-12T15:44:16.944" v="508" actId="207"/>
          <ac:spMkLst>
            <pc:docMk/>
            <pc:sldMk cId="0" sldId="2145704203"/>
            <ac:spMk id="13" creationId="{00000000-0000-0000-0000-000000000000}"/>
          </ac:spMkLst>
        </pc:spChg>
        <pc:spChg chg="mod">
          <ac:chgData name="Mollon, Jaime" userId="0c3ef3a2-acf3-4c9b-877f-d39901f8fe4f" providerId="ADAL" clId="{4AF6960D-A1A3-4255-8EA8-6B584C831724}" dt="2026-10-12T15:43:28.734" v="504" actId="207"/>
          <ac:spMkLst>
            <pc:docMk/>
            <pc:sldMk cId="0" sldId="2145704203"/>
            <ac:spMk id="16" creationId="{39B06690-E447-7A0F-A3EF-0B346B56B7D1}"/>
          </ac:spMkLst>
        </pc:spChg>
        <pc:spChg chg="mod">
          <ac:chgData name="Mollon, Jaime" userId="0c3ef3a2-acf3-4c9b-877f-d39901f8fe4f" providerId="ADAL" clId="{4AF6960D-A1A3-4255-8EA8-6B584C831724}" dt="2026-10-12T15:43:34.378" v="505" actId="207"/>
          <ac:spMkLst>
            <pc:docMk/>
            <pc:sldMk cId="0" sldId="2145704203"/>
            <ac:spMk id="17" creationId="{00000000-0000-0000-0000-000000000000}"/>
          </ac:spMkLst>
        </pc:spChg>
        <pc:spChg chg="mod">
          <ac:chgData name="Mollon, Jaime" userId="0c3ef3a2-acf3-4c9b-877f-d39901f8fe4f" providerId="ADAL" clId="{4AF6960D-A1A3-4255-8EA8-6B584C831724}" dt="2026-10-12T15:44:39.991" v="509" actId="207"/>
          <ac:spMkLst>
            <pc:docMk/>
            <pc:sldMk cId="0" sldId="2145704203"/>
            <ac:spMk id="18" creationId="{00000000-0000-0000-0000-000000000000}"/>
          </ac:spMkLst>
        </pc:spChg>
        <pc:spChg chg="mod">
          <ac:chgData name="Mollon, Jaime" userId="0c3ef3a2-acf3-4c9b-877f-d39901f8fe4f" providerId="ADAL" clId="{4AF6960D-A1A3-4255-8EA8-6B584C831724}" dt="2026-10-13T05:15:30.377" v="1345" actId="403"/>
          <ac:spMkLst>
            <pc:docMk/>
            <pc:sldMk cId="0" sldId="2145704203"/>
            <ac:spMk id="20" creationId="{00000000-0000-0000-0000-000000000000}"/>
          </ac:spMkLst>
        </pc:spChg>
        <pc:spChg chg="mod">
          <ac:chgData name="Mollon, Jaime" userId="0c3ef3a2-acf3-4c9b-877f-d39901f8fe4f" providerId="ADAL" clId="{4AF6960D-A1A3-4255-8EA8-6B584C831724}" dt="2026-10-12T15:45:25.860" v="514" actId="20577"/>
          <ac:spMkLst>
            <pc:docMk/>
            <pc:sldMk cId="0" sldId="2145704203"/>
            <ac:spMk id="21" creationId="{00000000-0000-0000-0000-000000000000}"/>
          </ac:spMkLst>
        </pc:spChg>
        <pc:spChg chg="mod">
          <ac:chgData name="Mollon, Jaime" userId="0c3ef3a2-acf3-4c9b-877f-d39901f8fe4f" providerId="ADAL" clId="{4AF6960D-A1A3-4255-8EA8-6B584C831724}" dt="2026-10-12T15:44:52.577" v="511" actId="207"/>
          <ac:spMkLst>
            <pc:docMk/>
            <pc:sldMk cId="0" sldId="2145704203"/>
            <ac:spMk id="23" creationId="{00000000-0000-0000-0000-000000000000}"/>
          </ac:spMkLst>
        </pc:spChg>
        <pc:spChg chg="mod">
          <ac:chgData name="Mollon, Jaime" userId="0c3ef3a2-acf3-4c9b-877f-d39901f8fe4f" providerId="ADAL" clId="{4AF6960D-A1A3-4255-8EA8-6B584C831724}" dt="2026-10-13T05:07:00.989" v="1311" actId="313"/>
          <ac:spMkLst>
            <pc:docMk/>
            <pc:sldMk cId="0" sldId="2145704203"/>
            <ac:spMk id="24" creationId="{00000000-0000-0000-0000-000000000000}"/>
          </ac:spMkLst>
        </pc:spChg>
        <pc:spChg chg="mod">
          <ac:chgData name="Mollon, Jaime" userId="0c3ef3a2-acf3-4c9b-877f-d39901f8fe4f" providerId="ADAL" clId="{4AF6960D-A1A3-4255-8EA8-6B584C831724}" dt="2026-10-13T05:15:30.377" v="1345" actId="403"/>
          <ac:spMkLst>
            <pc:docMk/>
            <pc:sldMk cId="0" sldId="2145704203"/>
            <ac:spMk id="25" creationId="{00000000-0000-0000-0000-000000000000}"/>
          </ac:spMkLst>
        </pc:spChg>
        <pc:spChg chg="mod">
          <ac:chgData name="Mollon, Jaime" userId="0c3ef3a2-acf3-4c9b-877f-d39901f8fe4f" providerId="ADAL" clId="{4AF6960D-A1A3-4255-8EA8-6B584C831724}" dt="2026-10-13T03:58:26.667" v="1016" actId="20577"/>
          <ac:spMkLst>
            <pc:docMk/>
            <pc:sldMk cId="0" sldId="2145704203"/>
            <ac:spMk id="26" creationId="{00000000-0000-0000-0000-000000000000}"/>
          </ac:spMkLst>
        </pc:spChg>
        <pc:spChg chg="mod">
          <ac:chgData name="Mollon, Jaime" userId="0c3ef3a2-acf3-4c9b-877f-d39901f8fe4f" providerId="ADAL" clId="{4AF6960D-A1A3-4255-8EA8-6B584C831724}" dt="2026-10-12T15:43:44.192" v="506" actId="207"/>
          <ac:spMkLst>
            <pc:docMk/>
            <pc:sldMk cId="0" sldId="2145704203"/>
            <ac:spMk id="28" creationId="{00000000-0000-0000-0000-000000000000}"/>
          </ac:spMkLst>
        </pc:spChg>
        <pc:spChg chg="mod">
          <ac:chgData name="Mollon, Jaime" userId="0c3ef3a2-acf3-4c9b-877f-d39901f8fe4f" providerId="ADAL" clId="{4AF6960D-A1A3-4255-8EA8-6B584C831724}" dt="2026-10-12T15:43:48.124" v="507" actId="207"/>
          <ac:spMkLst>
            <pc:docMk/>
            <pc:sldMk cId="0" sldId="2145704203"/>
            <ac:spMk id="29" creationId="{00000000-0000-0000-0000-000000000000}"/>
          </ac:spMkLst>
        </pc:spChg>
        <pc:spChg chg="mod">
          <ac:chgData name="Mollon, Jaime" userId="0c3ef3a2-acf3-4c9b-877f-d39901f8fe4f" providerId="ADAL" clId="{4AF6960D-A1A3-4255-8EA8-6B584C831724}" dt="2026-10-12T15:44:55.400" v="512" actId="207"/>
          <ac:spMkLst>
            <pc:docMk/>
            <pc:sldMk cId="0" sldId="2145704203"/>
            <ac:spMk id="30" creationId="{00000000-0000-0000-0000-000000000000}"/>
          </ac:spMkLst>
        </pc:spChg>
        <pc:spChg chg="mod">
          <ac:chgData name="Mollon, Jaime" userId="0c3ef3a2-acf3-4c9b-877f-d39901f8fe4f" providerId="ADAL" clId="{4AF6960D-A1A3-4255-8EA8-6B584C831724}" dt="2026-10-13T05:15:30.377" v="1345" actId="403"/>
          <ac:spMkLst>
            <pc:docMk/>
            <pc:sldMk cId="0" sldId="2145704203"/>
            <ac:spMk id="32" creationId="{00000000-0000-0000-0000-000000000000}"/>
          </ac:spMkLst>
        </pc:spChg>
        <pc:spChg chg="mod">
          <ac:chgData name="Mollon, Jaime" userId="0c3ef3a2-acf3-4c9b-877f-d39901f8fe4f" providerId="ADAL" clId="{4AF6960D-A1A3-4255-8EA8-6B584C831724}" dt="2026-10-13T07:20:45.071" v="1378" actId="20577"/>
          <ac:spMkLst>
            <pc:docMk/>
            <pc:sldMk cId="0" sldId="2145704203"/>
            <ac:spMk id="33" creationId="{00000000-0000-0000-0000-000000000000}"/>
          </ac:spMkLst>
        </pc:spChg>
        <pc:spChg chg="mod">
          <ac:chgData name="Mollon, Jaime" userId="0c3ef3a2-acf3-4c9b-877f-d39901f8fe4f" providerId="ADAL" clId="{4AF6960D-A1A3-4255-8EA8-6B584C831724}" dt="2026-10-13T07:20:52.478" v="1379" actId="20577"/>
          <ac:spMkLst>
            <pc:docMk/>
            <pc:sldMk cId="0" sldId="2145704203"/>
            <ac:spMk id="34" creationId="{00000000-0000-0000-0000-000000000000}"/>
          </ac:spMkLst>
        </pc:spChg>
      </pc:sldChg>
      <pc:sldChg chg="delSp modSp mod modClrScheme chgLayout">
        <pc:chgData name="Mollon, Jaime" userId="0c3ef3a2-acf3-4c9b-877f-d39901f8fe4f" providerId="ADAL" clId="{4AF6960D-A1A3-4255-8EA8-6B584C831724}" dt="2026-10-13T07:27:01.179" v="1430" actId="20577"/>
        <pc:sldMkLst>
          <pc:docMk/>
          <pc:sldMk cId="0" sldId="2145704204"/>
        </pc:sldMkLst>
        <pc:spChg chg="mod">
          <ac:chgData name="Mollon, Jaime" userId="0c3ef3a2-acf3-4c9b-877f-d39901f8fe4f" providerId="ADAL" clId="{4AF6960D-A1A3-4255-8EA8-6B584C831724}" dt="2026-10-13T03:57:10.413" v="1013" actId="14100"/>
          <ac:spMkLst>
            <pc:docMk/>
            <pc:sldMk cId="0" sldId="2145704204"/>
            <ac:spMk id="2" creationId="{00000000-0000-0000-0000-000000000000}"/>
          </ac:spMkLst>
        </pc:spChg>
        <pc:spChg chg="mod">
          <ac:chgData name="Mollon, Jaime" userId="0c3ef3a2-acf3-4c9b-877f-d39901f8fe4f" providerId="ADAL" clId="{4AF6960D-A1A3-4255-8EA8-6B584C831724}" dt="2026-10-13T05:14:49.546" v="1341" actId="207"/>
          <ac:spMkLst>
            <pc:docMk/>
            <pc:sldMk cId="0" sldId="2145704204"/>
            <ac:spMk id="3" creationId="{52AF29A4-9C9B-2628-EBF1-12FDEB17859B}"/>
          </ac:spMkLst>
        </pc:spChg>
        <pc:spChg chg="del">
          <ac:chgData name="Mollon, Jaime" userId="0c3ef3a2-acf3-4c9b-877f-d39901f8fe4f" providerId="ADAL" clId="{4AF6960D-A1A3-4255-8EA8-6B584C831724}" dt="2026-10-12T14:50:05.516" v="289" actId="26606"/>
          <ac:spMkLst>
            <pc:docMk/>
            <pc:sldMk cId="0" sldId="2145704204"/>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4"/>
            <ac:spMk id="6" creationId="{486B5ECC-611E-E31A-29EE-2BDED404DC2B}"/>
          </ac:spMkLst>
        </pc:spChg>
        <pc:spChg chg="mod">
          <ac:chgData name="Mollon, Jaime" userId="0c3ef3a2-acf3-4c9b-877f-d39901f8fe4f" providerId="ADAL" clId="{4AF6960D-A1A3-4255-8EA8-6B584C831724}" dt="2026-10-13T02:13:38.811" v="657" actId="120"/>
          <ac:spMkLst>
            <pc:docMk/>
            <pc:sldMk cId="0" sldId="2145704204"/>
            <ac:spMk id="7" creationId="{00000000-0000-0000-0000-000000000000}"/>
          </ac:spMkLst>
        </pc:spChg>
        <pc:spChg chg="mod">
          <ac:chgData name="Mollon, Jaime" userId="0c3ef3a2-acf3-4c9b-877f-d39901f8fe4f" providerId="ADAL" clId="{4AF6960D-A1A3-4255-8EA8-6B584C831724}" dt="2026-10-13T03:57:16.390" v="1014" actId="207"/>
          <ac:spMkLst>
            <pc:docMk/>
            <pc:sldMk cId="0" sldId="2145704204"/>
            <ac:spMk id="8" creationId="{00000000-0000-0000-0000-000000000000}"/>
          </ac:spMkLst>
        </pc:spChg>
        <pc:spChg chg="mod">
          <ac:chgData name="Mollon, Jaime" userId="0c3ef3a2-acf3-4c9b-877f-d39901f8fe4f" providerId="ADAL" clId="{4AF6960D-A1A3-4255-8EA8-6B584C831724}" dt="2026-10-13T03:41:30.908" v="944"/>
          <ac:spMkLst>
            <pc:docMk/>
            <pc:sldMk cId="0" sldId="2145704204"/>
            <ac:spMk id="9" creationId="{00000000-0000-0000-0000-000000000000}"/>
          </ac:spMkLst>
        </pc:spChg>
        <pc:spChg chg="mod">
          <ac:chgData name="Mollon, Jaime" userId="0c3ef3a2-acf3-4c9b-877f-d39901f8fe4f" providerId="ADAL" clId="{4AF6960D-A1A3-4255-8EA8-6B584C831724}" dt="2026-10-13T03:41:30.908" v="944"/>
          <ac:spMkLst>
            <pc:docMk/>
            <pc:sldMk cId="0" sldId="2145704204"/>
            <ac:spMk id="12" creationId="{00000000-0000-0000-0000-000000000000}"/>
          </ac:spMkLst>
        </pc:spChg>
        <pc:spChg chg="mod">
          <ac:chgData name="Mollon, Jaime" userId="0c3ef3a2-acf3-4c9b-877f-d39901f8fe4f" providerId="ADAL" clId="{4AF6960D-A1A3-4255-8EA8-6B584C831724}" dt="2026-10-13T07:27:01.179" v="1430" actId="20577"/>
          <ac:spMkLst>
            <pc:docMk/>
            <pc:sldMk cId="0" sldId="2145704204"/>
            <ac:spMk id="15" creationId="{00000000-0000-0000-0000-000000000000}"/>
          </ac:spMkLst>
        </pc:spChg>
        <pc:spChg chg="mod">
          <ac:chgData name="Mollon, Jaime" userId="0c3ef3a2-acf3-4c9b-877f-d39901f8fe4f" providerId="ADAL" clId="{4AF6960D-A1A3-4255-8EA8-6B584C831724}" dt="2026-10-13T07:21:42.493" v="1411" actId="14100"/>
          <ac:spMkLst>
            <pc:docMk/>
            <pc:sldMk cId="0" sldId="2145704204"/>
            <ac:spMk id="16" creationId="{00000000-0000-0000-0000-000000000000}"/>
          </ac:spMkLst>
        </pc:spChg>
        <pc:spChg chg="mod">
          <ac:chgData name="Mollon, Jaime" userId="0c3ef3a2-acf3-4c9b-877f-d39901f8fe4f" providerId="ADAL" clId="{4AF6960D-A1A3-4255-8EA8-6B584C831724}" dt="2026-10-13T03:41:30.908" v="944"/>
          <ac:spMkLst>
            <pc:docMk/>
            <pc:sldMk cId="0" sldId="2145704204"/>
            <ac:spMk id="17" creationId="{00000000-0000-0000-0000-000000000000}"/>
          </ac:spMkLst>
        </pc:spChg>
        <pc:spChg chg="mod">
          <ac:chgData name="Mollon, Jaime" userId="0c3ef3a2-acf3-4c9b-877f-d39901f8fe4f" providerId="ADAL" clId="{4AF6960D-A1A3-4255-8EA8-6B584C831724}" dt="2026-10-12T15:46:21.490" v="520" actId="207"/>
          <ac:spMkLst>
            <pc:docMk/>
            <pc:sldMk cId="0" sldId="2145704204"/>
            <ac:spMk id="20" creationId="{00000000-0000-0000-0000-000000000000}"/>
          </ac:spMkLst>
        </pc:spChg>
        <pc:spChg chg="mod">
          <ac:chgData name="Mollon, Jaime" userId="0c3ef3a2-acf3-4c9b-877f-d39901f8fe4f" providerId="ADAL" clId="{4AF6960D-A1A3-4255-8EA8-6B584C831724}" dt="2026-10-12T15:45:48.345" v="515" actId="207"/>
          <ac:spMkLst>
            <pc:docMk/>
            <pc:sldMk cId="0" sldId="2145704204"/>
            <ac:spMk id="21" creationId="{00000000-0000-0000-0000-000000000000}"/>
          </ac:spMkLst>
        </pc:spChg>
        <pc:spChg chg="mod">
          <ac:chgData name="Mollon, Jaime" userId="0c3ef3a2-acf3-4c9b-877f-d39901f8fe4f" providerId="ADAL" clId="{4AF6960D-A1A3-4255-8EA8-6B584C831724}" dt="2026-10-13T05:03:06.890" v="1281" actId="113"/>
          <ac:spMkLst>
            <pc:docMk/>
            <pc:sldMk cId="0" sldId="2145704204"/>
            <ac:spMk id="22" creationId="{00000000-0000-0000-0000-000000000000}"/>
          </ac:spMkLst>
        </pc:spChg>
        <pc:spChg chg="mod">
          <ac:chgData name="Mollon, Jaime" userId="0c3ef3a2-acf3-4c9b-877f-d39901f8fe4f" providerId="ADAL" clId="{4AF6960D-A1A3-4255-8EA8-6B584C831724}" dt="2026-10-13T05:03:18.652" v="1282" actId="948"/>
          <ac:spMkLst>
            <pc:docMk/>
            <pc:sldMk cId="0" sldId="2145704204"/>
            <ac:spMk id="23" creationId="{00000000-0000-0000-0000-000000000000}"/>
          </ac:spMkLst>
        </pc:spChg>
        <pc:spChg chg="mod">
          <ac:chgData name="Mollon, Jaime" userId="0c3ef3a2-acf3-4c9b-877f-d39901f8fe4f" providerId="ADAL" clId="{4AF6960D-A1A3-4255-8EA8-6B584C831724}" dt="2026-10-12T15:46:21.490" v="520" actId="207"/>
          <ac:spMkLst>
            <pc:docMk/>
            <pc:sldMk cId="0" sldId="2145704204"/>
            <ac:spMk id="24" creationId="{00000000-0000-0000-0000-000000000000}"/>
          </ac:spMkLst>
        </pc:spChg>
        <pc:spChg chg="mod">
          <ac:chgData name="Mollon, Jaime" userId="0c3ef3a2-acf3-4c9b-877f-d39901f8fe4f" providerId="ADAL" clId="{4AF6960D-A1A3-4255-8EA8-6B584C831724}" dt="2026-10-12T15:45:54.292" v="516" actId="207"/>
          <ac:spMkLst>
            <pc:docMk/>
            <pc:sldMk cId="0" sldId="2145704204"/>
            <ac:spMk id="25" creationId="{00000000-0000-0000-0000-000000000000}"/>
          </ac:spMkLst>
        </pc:spChg>
        <pc:spChg chg="mod">
          <ac:chgData name="Mollon, Jaime" userId="0c3ef3a2-acf3-4c9b-877f-d39901f8fe4f" providerId="ADAL" clId="{4AF6960D-A1A3-4255-8EA8-6B584C831724}" dt="2026-10-13T05:03:04.233" v="1280" actId="113"/>
          <ac:spMkLst>
            <pc:docMk/>
            <pc:sldMk cId="0" sldId="2145704204"/>
            <ac:spMk id="26" creationId="{00000000-0000-0000-0000-000000000000}"/>
          </ac:spMkLst>
        </pc:spChg>
        <pc:spChg chg="mod">
          <ac:chgData name="Mollon, Jaime" userId="0c3ef3a2-acf3-4c9b-877f-d39901f8fe4f" providerId="ADAL" clId="{4AF6960D-A1A3-4255-8EA8-6B584C831724}" dt="2026-10-13T05:23:43.328" v="1365" actId="207"/>
          <ac:spMkLst>
            <pc:docMk/>
            <pc:sldMk cId="0" sldId="2145704204"/>
            <ac:spMk id="27" creationId="{00000000-0000-0000-0000-000000000000}"/>
          </ac:spMkLst>
        </pc:spChg>
        <pc:spChg chg="mod">
          <ac:chgData name="Mollon, Jaime" userId="0c3ef3a2-acf3-4c9b-877f-d39901f8fe4f" providerId="ADAL" clId="{4AF6960D-A1A3-4255-8EA8-6B584C831724}" dt="2026-10-13T03:31:29.423" v="920" actId="14100"/>
          <ac:spMkLst>
            <pc:docMk/>
            <pc:sldMk cId="0" sldId="2145704204"/>
            <ac:spMk id="28" creationId="{00000000-0000-0000-0000-000000000000}"/>
          </ac:spMkLst>
        </pc:spChg>
        <pc:graphicFrameChg chg="add mod">
          <ac:chgData name="Mollon, Jaime" userId="0c3ef3a2-acf3-4c9b-877f-d39901f8fe4f" providerId="ADAL" clId="{4AF6960D-A1A3-4255-8EA8-6B584C831724}" dt="2026-10-13T05:24:14.074" v="1367" actId="26606"/>
          <ac:graphicFrameMkLst>
            <pc:docMk/>
            <pc:sldMk cId="0" sldId="2145704204"/>
            <ac:graphicFrameMk id="11" creationId="{00000000-0000-0000-0000-000000000000}"/>
          </ac:graphicFrameMkLst>
        </pc:graphicFrameChg>
        <pc:graphicFrameChg chg="add mod">
          <ac:chgData name="Mollon, Jaime" userId="0c3ef3a2-acf3-4c9b-877f-d39901f8fe4f" providerId="ADAL" clId="{4AF6960D-A1A3-4255-8EA8-6B584C831724}" dt="2026-10-13T05:24:14.074" v="1367" actId="26606"/>
          <ac:graphicFrameMkLst>
            <pc:docMk/>
            <pc:sldMk cId="0" sldId="2145704204"/>
            <ac:graphicFrameMk id="19" creationId="{00000000-0000-0000-0000-000000000000}"/>
          </ac:graphicFrameMkLst>
        </pc:graphicFrameChg>
      </pc:sldChg>
      <pc:sldChg chg="delSp modSp mod modClrScheme chgLayout">
        <pc:chgData name="Mollon, Jaime" userId="0c3ef3a2-acf3-4c9b-877f-d39901f8fe4f" providerId="ADAL" clId="{4AF6960D-A1A3-4255-8EA8-6B584C831724}" dt="2026-10-13T07:22:08.046" v="1413" actId="20577"/>
        <pc:sldMkLst>
          <pc:docMk/>
          <pc:sldMk cId="0" sldId="2145704205"/>
        </pc:sldMkLst>
        <pc:spChg chg="mod">
          <ac:chgData name="Mollon, Jaime" userId="0c3ef3a2-acf3-4c9b-877f-d39901f8fe4f" providerId="ADAL" clId="{4AF6960D-A1A3-4255-8EA8-6B584C831724}" dt="2026-10-13T03:57:05.645" v="1012" actId="1076"/>
          <ac:spMkLst>
            <pc:docMk/>
            <pc:sldMk cId="0" sldId="2145704205"/>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05"/>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5"/>
            <ac:spMk id="6" creationId="{486B5ECC-611E-E31A-29EE-2BDED404DC2B}"/>
          </ac:spMkLst>
        </pc:spChg>
        <pc:spChg chg="mod">
          <ac:chgData name="Mollon, Jaime" userId="0c3ef3a2-acf3-4c9b-877f-d39901f8fe4f" providerId="ADAL" clId="{4AF6960D-A1A3-4255-8EA8-6B584C831724}" dt="2026-10-13T03:41:58.184" v="948" actId="14100"/>
          <ac:spMkLst>
            <pc:docMk/>
            <pc:sldMk cId="0" sldId="2145704205"/>
            <ac:spMk id="7" creationId="{00000000-0000-0000-0000-000000000000}"/>
          </ac:spMkLst>
        </pc:spChg>
        <pc:spChg chg="mod">
          <ac:chgData name="Mollon, Jaime" userId="0c3ef3a2-acf3-4c9b-877f-d39901f8fe4f" providerId="ADAL" clId="{4AF6960D-A1A3-4255-8EA8-6B584C831724}" dt="2026-10-13T04:22:04.361" v="1099" actId="207"/>
          <ac:spMkLst>
            <pc:docMk/>
            <pc:sldMk cId="0" sldId="2145704205"/>
            <ac:spMk id="8" creationId="{00000000-0000-0000-0000-000000000000}"/>
          </ac:spMkLst>
        </pc:spChg>
        <pc:spChg chg="mod">
          <ac:chgData name="Mollon, Jaime" userId="0c3ef3a2-acf3-4c9b-877f-d39901f8fe4f" providerId="ADAL" clId="{4AF6960D-A1A3-4255-8EA8-6B584C831724}" dt="2026-10-13T05:17:43.514" v="1352" actId="403"/>
          <ac:spMkLst>
            <pc:docMk/>
            <pc:sldMk cId="0" sldId="2145704205"/>
            <ac:spMk id="20" creationId="{00000000-0000-0000-0000-000000000000}"/>
          </ac:spMkLst>
        </pc:spChg>
        <pc:spChg chg="mod">
          <ac:chgData name="Mollon, Jaime" userId="0c3ef3a2-acf3-4c9b-877f-d39901f8fe4f" providerId="ADAL" clId="{4AF6960D-A1A3-4255-8EA8-6B584C831724}" dt="2026-10-13T05:04:27.220" v="1287" actId="20577"/>
          <ac:spMkLst>
            <pc:docMk/>
            <pc:sldMk cId="0" sldId="2145704205"/>
            <ac:spMk id="21" creationId="{00000000-0000-0000-0000-000000000000}"/>
          </ac:spMkLst>
        </pc:spChg>
        <pc:spChg chg="mod">
          <ac:chgData name="Mollon, Jaime" userId="0c3ef3a2-acf3-4c9b-877f-d39901f8fe4f" providerId="ADAL" clId="{4AF6960D-A1A3-4255-8EA8-6B584C831724}" dt="2026-10-13T05:04:00.831" v="1284" actId="948"/>
          <ac:spMkLst>
            <pc:docMk/>
            <pc:sldMk cId="0" sldId="2145704205"/>
            <ac:spMk id="22" creationId="{00000000-0000-0000-0000-000000000000}"/>
          </ac:spMkLst>
        </pc:spChg>
        <pc:spChg chg="mod">
          <ac:chgData name="Mollon, Jaime" userId="0c3ef3a2-acf3-4c9b-877f-d39901f8fe4f" providerId="ADAL" clId="{4AF6960D-A1A3-4255-8EA8-6B584C831724}" dt="2026-10-13T05:17:43.514" v="1352" actId="403"/>
          <ac:spMkLst>
            <pc:docMk/>
            <pc:sldMk cId="0" sldId="2145704205"/>
            <ac:spMk id="27" creationId="{00000000-0000-0000-0000-000000000000}"/>
          </ac:spMkLst>
        </pc:spChg>
        <pc:spChg chg="mod">
          <ac:chgData name="Mollon, Jaime" userId="0c3ef3a2-acf3-4c9b-877f-d39901f8fe4f" providerId="ADAL" clId="{4AF6960D-A1A3-4255-8EA8-6B584C831724}" dt="2026-10-13T07:22:08.046" v="1413" actId="20577"/>
          <ac:spMkLst>
            <pc:docMk/>
            <pc:sldMk cId="0" sldId="2145704205"/>
            <ac:spMk id="28" creationId="{00000000-0000-0000-0000-000000000000}"/>
          </ac:spMkLst>
        </pc:spChg>
        <pc:spChg chg="mod">
          <ac:chgData name="Mollon, Jaime" userId="0c3ef3a2-acf3-4c9b-877f-d39901f8fe4f" providerId="ADAL" clId="{4AF6960D-A1A3-4255-8EA8-6B584C831724}" dt="2026-10-13T05:04:17.857" v="1285" actId="948"/>
          <ac:spMkLst>
            <pc:docMk/>
            <pc:sldMk cId="0" sldId="2145704205"/>
            <ac:spMk id="29" creationId="{00000000-0000-0000-0000-000000000000}"/>
          </ac:spMkLst>
        </pc:spChg>
      </pc:sldChg>
      <pc:sldChg chg="delSp modSp mod modClrScheme chgLayout">
        <pc:chgData name="Mollon, Jaime" userId="0c3ef3a2-acf3-4c9b-877f-d39901f8fe4f" providerId="ADAL" clId="{4AF6960D-A1A3-4255-8EA8-6B584C831724}" dt="2026-10-13T07:27:26.783" v="1431" actId="313"/>
        <pc:sldMkLst>
          <pc:docMk/>
          <pc:sldMk cId="0" sldId="2145704206"/>
        </pc:sldMkLst>
        <pc:spChg chg="mod">
          <ac:chgData name="Mollon, Jaime" userId="0c3ef3a2-acf3-4c9b-877f-d39901f8fe4f" providerId="ADAL" clId="{4AF6960D-A1A3-4255-8EA8-6B584C831724}" dt="2026-10-13T03:56:57.914" v="1011" actId="1076"/>
          <ac:spMkLst>
            <pc:docMk/>
            <pc:sldMk cId="0" sldId="2145704206"/>
            <ac:spMk id="2" creationId="{00000000-0000-0000-0000-000000000000}"/>
          </ac:spMkLst>
        </pc:spChg>
        <pc:spChg chg="mod">
          <ac:chgData name="Mollon, Jaime" userId="0c3ef3a2-acf3-4c9b-877f-d39901f8fe4f" providerId="ADAL" clId="{4AF6960D-A1A3-4255-8EA8-6B584C831724}" dt="2026-10-13T05:07:28.293" v="1314" actId="1076"/>
          <ac:spMkLst>
            <pc:docMk/>
            <pc:sldMk cId="0" sldId="2145704206"/>
            <ac:spMk id="3" creationId="{52AF29A4-9C9B-2628-EBF1-12FDEB17859B}"/>
          </ac:spMkLst>
        </pc:spChg>
        <pc:spChg chg="del">
          <ac:chgData name="Mollon, Jaime" userId="0c3ef3a2-acf3-4c9b-877f-d39901f8fe4f" providerId="ADAL" clId="{4AF6960D-A1A3-4255-8EA8-6B584C831724}" dt="2026-10-12T14:50:05.516" v="289" actId="26606"/>
          <ac:spMkLst>
            <pc:docMk/>
            <pc:sldMk cId="0" sldId="2145704206"/>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6"/>
            <ac:spMk id="6" creationId="{486B5ECC-611E-E31A-29EE-2BDED404DC2B}"/>
          </ac:spMkLst>
        </pc:spChg>
        <pc:spChg chg="mod">
          <ac:chgData name="Mollon, Jaime" userId="0c3ef3a2-acf3-4c9b-877f-d39901f8fe4f" providerId="ADAL" clId="{4AF6960D-A1A3-4255-8EA8-6B584C831724}" dt="2026-10-13T02:04:32.838" v="616" actId="207"/>
          <ac:spMkLst>
            <pc:docMk/>
            <pc:sldMk cId="0" sldId="2145704206"/>
            <ac:spMk id="7" creationId="{00000000-0000-0000-0000-000000000000}"/>
          </ac:spMkLst>
        </pc:spChg>
        <pc:spChg chg="mod">
          <ac:chgData name="Mollon, Jaime" userId="0c3ef3a2-acf3-4c9b-877f-d39901f8fe4f" providerId="ADAL" clId="{4AF6960D-A1A3-4255-8EA8-6B584C831724}" dt="2026-10-13T03:47:19.154" v="968" actId="207"/>
          <ac:spMkLst>
            <pc:docMk/>
            <pc:sldMk cId="0" sldId="2145704206"/>
            <ac:spMk id="8" creationId="{00000000-0000-0000-0000-000000000000}"/>
          </ac:spMkLst>
        </pc:spChg>
        <pc:spChg chg="mod">
          <ac:chgData name="Mollon, Jaime" userId="0c3ef3a2-acf3-4c9b-877f-d39901f8fe4f" providerId="ADAL" clId="{4AF6960D-A1A3-4255-8EA8-6B584C831724}" dt="2026-10-13T02:05:25.717" v="623" actId="207"/>
          <ac:spMkLst>
            <pc:docMk/>
            <pc:sldMk cId="0" sldId="2145704206"/>
            <ac:spMk id="9" creationId="{00000000-0000-0000-0000-000000000000}"/>
          </ac:spMkLst>
        </pc:spChg>
        <pc:spChg chg="mod">
          <ac:chgData name="Mollon, Jaime" userId="0c3ef3a2-acf3-4c9b-877f-d39901f8fe4f" providerId="ADAL" clId="{4AF6960D-A1A3-4255-8EA8-6B584C831724}" dt="2026-10-13T02:05:39.538" v="624" actId="207"/>
          <ac:spMkLst>
            <pc:docMk/>
            <pc:sldMk cId="0" sldId="2145704206"/>
            <ac:spMk id="12" creationId="{00000000-0000-0000-0000-000000000000}"/>
          </ac:spMkLst>
        </pc:spChg>
        <pc:spChg chg="mod">
          <ac:chgData name="Mollon, Jaime" userId="0c3ef3a2-acf3-4c9b-877f-d39901f8fe4f" providerId="ADAL" clId="{4AF6960D-A1A3-4255-8EA8-6B584C831724}" dt="2026-10-13T07:24:21.854" v="1415" actId="20577"/>
          <ac:spMkLst>
            <pc:docMk/>
            <pc:sldMk cId="0" sldId="2145704206"/>
            <ac:spMk id="15" creationId="{00000000-0000-0000-0000-000000000000}"/>
          </ac:spMkLst>
        </pc:spChg>
        <pc:spChg chg="mod">
          <ac:chgData name="Mollon, Jaime" userId="0c3ef3a2-acf3-4c9b-877f-d39901f8fe4f" providerId="ADAL" clId="{4AF6960D-A1A3-4255-8EA8-6B584C831724}" dt="2026-10-13T07:27:26.783" v="1431" actId="313"/>
          <ac:spMkLst>
            <pc:docMk/>
            <pc:sldMk cId="0" sldId="2145704206"/>
            <ac:spMk id="16" creationId="{00000000-0000-0000-0000-000000000000}"/>
          </ac:spMkLst>
        </pc:spChg>
        <pc:spChg chg="mod">
          <ac:chgData name="Mollon, Jaime" userId="0c3ef3a2-acf3-4c9b-877f-d39901f8fe4f" providerId="ADAL" clId="{4AF6960D-A1A3-4255-8EA8-6B584C831724}" dt="2026-10-13T02:04:06.098" v="614" actId="207"/>
          <ac:spMkLst>
            <pc:docMk/>
            <pc:sldMk cId="0" sldId="2145704206"/>
            <ac:spMk id="18" creationId="{00000000-0000-0000-0000-000000000000}"/>
          </ac:spMkLst>
        </pc:spChg>
        <pc:spChg chg="mod">
          <ac:chgData name="Mollon, Jaime" userId="0c3ef3a2-acf3-4c9b-877f-d39901f8fe4f" providerId="ADAL" clId="{4AF6960D-A1A3-4255-8EA8-6B584C831724}" dt="2026-10-13T02:06:53.352" v="632" actId="404"/>
          <ac:spMkLst>
            <pc:docMk/>
            <pc:sldMk cId="0" sldId="2145704206"/>
            <ac:spMk id="19" creationId="{00000000-0000-0000-0000-000000000000}"/>
          </ac:spMkLst>
        </pc:spChg>
        <pc:spChg chg="mod">
          <ac:chgData name="Mollon, Jaime" userId="0c3ef3a2-acf3-4c9b-877f-d39901f8fe4f" providerId="ADAL" clId="{4AF6960D-A1A3-4255-8EA8-6B584C831724}" dt="2026-10-13T03:50:14.130" v="983" actId="1076"/>
          <ac:spMkLst>
            <pc:docMk/>
            <pc:sldMk cId="0" sldId="2145704206"/>
            <ac:spMk id="22" creationId="{00000000-0000-0000-0000-000000000000}"/>
          </ac:spMkLst>
        </pc:spChg>
        <pc:spChg chg="mod">
          <ac:chgData name="Mollon, Jaime" userId="0c3ef3a2-acf3-4c9b-877f-d39901f8fe4f" providerId="ADAL" clId="{4AF6960D-A1A3-4255-8EA8-6B584C831724}" dt="2026-10-13T03:50:14.130" v="983" actId="1076"/>
          <ac:spMkLst>
            <pc:docMk/>
            <pc:sldMk cId="0" sldId="2145704206"/>
            <ac:spMk id="23" creationId="{00000000-0000-0000-0000-000000000000}"/>
          </ac:spMkLst>
        </pc:spChg>
        <pc:spChg chg="mod">
          <ac:chgData name="Mollon, Jaime" userId="0c3ef3a2-acf3-4c9b-877f-d39901f8fe4f" providerId="ADAL" clId="{4AF6960D-A1A3-4255-8EA8-6B584C831724}" dt="2026-10-13T03:50:22.319" v="984" actId="14100"/>
          <ac:spMkLst>
            <pc:docMk/>
            <pc:sldMk cId="0" sldId="2145704206"/>
            <ac:spMk id="24" creationId="{00000000-0000-0000-0000-000000000000}"/>
          </ac:spMkLst>
        </pc:spChg>
        <pc:spChg chg="mod">
          <ac:chgData name="Mollon, Jaime" userId="0c3ef3a2-acf3-4c9b-877f-d39901f8fe4f" providerId="ADAL" clId="{4AF6960D-A1A3-4255-8EA8-6B584C831724}" dt="2026-10-13T02:21:05.681" v="701" actId="208"/>
          <ac:spMkLst>
            <pc:docMk/>
            <pc:sldMk cId="0" sldId="2145704206"/>
            <ac:spMk id="25" creationId="{00000000-0000-0000-0000-000000000000}"/>
          </ac:spMkLst>
        </pc:spChg>
        <pc:graphicFrameChg chg="add mod">
          <ac:chgData name="Mollon, Jaime" userId="0c3ef3a2-acf3-4c9b-877f-d39901f8fe4f" providerId="ADAL" clId="{4AF6960D-A1A3-4255-8EA8-6B584C831724}" dt="2026-10-13T05:24:14.074" v="1367" actId="26606"/>
          <ac:graphicFrameMkLst>
            <pc:docMk/>
            <pc:sldMk cId="0" sldId="2145704206"/>
            <ac:graphicFrameMk id="11" creationId="{00000000-0000-0000-0000-000000000000}"/>
          </ac:graphicFrameMkLst>
        </pc:graphicFrameChg>
      </pc:sldChg>
      <pc:sldChg chg="delSp modSp mod modClrScheme chgLayout">
        <pc:chgData name="Mollon, Jaime" userId="0c3ef3a2-acf3-4c9b-877f-d39901f8fe4f" providerId="ADAL" clId="{4AF6960D-A1A3-4255-8EA8-6B584C831724}" dt="2026-10-13T07:30:16.801" v="1449" actId="20577"/>
        <pc:sldMkLst>
          <pc:docMk/>
          <pc:sldMk cId="0" sldId="2145704207"/>
        </pc:sldMkLst>
        <pc:spChg chg="mod">
          <ac:chgData name="Mollon, Jaime" userId="0c3ef3a2-acf3-4c9b-877f-d39901f8fe4f" providerId="ADAL" clId="{4AF6960D-A1A3-4255-8EA8-6B584C831724}" dt="2026-10-13T03:56:48.445" v="1009" actId="1076"/>
          <ac:spMkLst>
            <pc:docMk/>
            <pc:sldMk cId="0" sldId="2145704207"/>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07"/>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7"/>
            <ac:spMk id="6" creationId="{486B5ECC-611E-E31A-29EE-2BDED404DC2B}"/>
          </ac:spMkLst>
        </pc:spChg>
        <pc:spChg chg="mod">
          <ac:chgData name="Mollon, Jaime" userId="0c3ef3a2-acf3-4c9b-877f-d39901f8fe4f" providerId="ADAL" clId="{4AF6960D-A1A3-4255-8EA8-6B584C831724}" dt="2026-10-13T03:50:32.597" v="985" actId="14100"/>
          <ac:spMkLst>
            <pc:docMk/>
            <pc:sldMk cId="0" sldId="2145704207"/>
            <ac:spMk id="7" creationId="{00000000-0000-0000-0000-000000000000}"/>
          </ac:spMkLst>
        </pc:spChg>
        <pc:spChg chg="mod">
          <ac:chgData name="Mollon, Jaime" userId="0c3ef3a2-acf3-4c9b-877f-d39901f8fe4f" providerId="ADAL" clId="{4AF6960D-A1A3-4255-8EA8-6B584C831724}" dt="2026-10-13T04:22:14.488" v="1100" actId="20577"/>
          <ac:spMkLst>
            <pc:docMk/>
            <pc:sldMk cId="0" sldId="2145704207"/>
            <ac:spMk id="8" creationId="{00000000-0000-0000-0000-000000000000}"/>
          </ac:spMkLst>
        </pc:spChg>
        <pc:spChg chg="mod">
          <ac:chgData name="Mollon, Jaime" userId="0c3ef3a2-acf3-4c9b-877f-d39901f8fe4f" providerId="ADAL" clId="{4AF6960D-A1A3-4255-8EA8-6B584C831724}" dt="2026-10-13T05:07:53.407" v="1317" actId="20577"/>
          <ac:spMkLst>
            <pc:docMk/>
            <pc:sldMk cId="0" sldId="2145704207"/>
            <ac:spMk id="14" creationId="{00000000-0000-0000-0000-000000000000}"/>
          </ac:spMkLst>
        </pc:spChg>
        <pc:spChg chg="mod">
          <ac:chgData name="Mollon, Jaime" userId="0c3ef3a2-acf3-4c9b-877f-d39901f8fe4f" providerId="ADAL" clId="{4AF6960D-A1A3-4255-8EA8-6B584C831724}" dt="2026-10-13T04:02:02.086" v="1020" actId="20577"/>
          <ac:spMkLst>
            <pc:docMk/>
            <pc:sldMk cId="0" sldId="2145704207"/>
            <ac:spMk id="19" creationId="{00000000-0000-0000-0000-000000000000}"/>
          </ac:spMkLst>
        </pc:spChg>
        <pc:spChg chg="mod">
          <ac:chgData name="Mollon, Jaime" userId="0c3ef3a2-acf3-4c9b-877f-d39901f8fe4f" providerId="ADAL" clId="{4AF6960D-A1A3-4255-8EA8-6B584C831724}" dt="2026-10-13T05:20:03.803" v="1363" actId="403"/>
          <ac:spMkLst>
            <pc:docMk/>
            <pc:sldMk cId="0" sldId="2145704207"/>
            <ac:spMk id="20" creationId="{00000000-0000-0000-0000-000000000000}"/>
          </ac:spMkLst>
        </pc:spChg>
        <pc:spChg chg="mod">
          <ac:chgData name="Mollon, Jaime" userId="0c3ef3a2-acf3-4c9b-877f-d39901f8fe4f" providerId="ADAL" clId="{4AF6960D-A1A3-4255-8EA8-6B584C831724}" dt="2026-10-13T05:04:39.282" v="1289" actId="20577"/>
          <ac:spMkLst>
            <pc:docMk/>
            <pc:sldMk cId="0" sldId="2145704207"/>
            <ac:spMk id="21" creationId="{00000000-0000-0000-0000-000000000000}"/>
          </ac:spMkLst>
        </pc:spChg>
        <pc:spChg chg="mod">
          <ac:chgData name="Mollon, Jaime" userId="0c3ef3a2-acf3-4c9b-877f-d39901f8fe4f" providerId="ADAL" clId="{4AF6960D-A1A3-4255-8EA8-6B584C831724}" dt="2026-10-13T05:20:03.803" v="1363" actId="403"/>
          <ac:spMkLst>
            <pc:docMk/>
            <pc:sldMk cId="0" sldId="2145704207"/>
            <ac:spMk id="27" creationId="{00000000-0000-0000-0000-000000000000}"/>
          </ac:spMkLst>
        </pc:spChg>
        <pc:spChg chg="mod">
          <ac:chgData name="Mollon, Jaime" userId="0c3ef3a2-acf3-4c9b-877f-d39901f8fe4f" providerId="ADAL" clId="{4AF6960D-A1A3-4255-8EA8-6B584C831724}" dt="2026-10-13T05:04:47.527" v="1291" actId="20577"/>
          <ac:spMkLst>
            <pc:docMk/>
            <pc:sldMk cId="0" sldId="2145704207"/>
            <ac:spMk id="28" creationId="{00000000-0000-0000-0000-000000000000}"/>
          </ac:spMkLst>
        </pc:spChg>
        <pc:spChg chg="mod">
          <ac:chgData name="Mollon, Jaime" userId="0c3ef3a2-acf3-4c9b-877f-d39901f8fe4f" providerId="ADAL" clId="{4AF6960D-A1A3-4255-8EA8-6B584C831724}" dt="2026-10-13T05:20:03.803" v="1363" actId="403"/>
          <ac:spMkLst>
            <pc:docMk/>
            <pc:sldMk cId="0" sldId="2145704207"/>
            <ac:spMk id="32" creationId="{00000000-0000-0000-0000-000000000000}"/>
          </ac:spMkLst>
        </pc:spChg>
        <pc:spChg chg="mod">
          <ac:chgData name="Mollon, Jaime" userId="0c3ef3a2-acf3-4c9b-877f-d39901f8fe4f" providerId="ADAL" clId="{4AF6960D-A1A3-4255-8EA8-6B584C831724}" dt="2026-10-13T07:30:16.801" v="1449" actId="20577"/>
          <ac:spMkLst>
            <pc:docMk/>
            <pc:sldMk cId="0" sldId="2145704207"/>
            <ac:spMk id="33" creationId="{00000000-0000-0000-0000-000000000000}"/>
          </ac:spMkLst>
        </pc:spChg>
        <pc:spChg chg="mod">
          <ac:chgData name="Mollon, Jaime" userId="0c3ef3a2-acf3-4c9b-877f-d39901f8fe4f" providerId="ADAL" clId="{4AF6960D-A1A3-4255-8EA8-6B584C831724}" dt="2026-10-13T07:05:47.003" v="1375" actId="20577"/>
          <ac:spMkLst>
            <pc:docMk/>
            <pc:sldMk cId="0" sldId="2145704207"/>
            <ac:spMk id="34" creationId="{00000000-0000-0000-0000-000000000000}"/>
          </ac:spMkLst>
        </pc:spChg>
        <pc:spChg chg="mod">
          <ac:chgData name="Mollon, Jaime" userId="0c3ef3a2-acf3-4c9b-877f-d39901f8fe4f" providerId="ADAL" clId="{4AF6960D-A1A3-4255-8EA8-6B584C831724}" dt="2026-10-13T07:05:43.703" v="1374" actId="20577"/>
          <ac:spMkLst>
            <pc:docMk/>
            <pc:sldMk cId="0" sldId="2145704207"/>
            <ac:spMk id="35" creationId="{0E62329D-F0C1-2249-4580-5BCBD5EB6492}"/>
          </ac:spMkLst>
        </pc:spChg>
      </pc:sldChg>
      <pc:sldChg chg="delSp modSp mod modClrScheme chgLayout">
        <pc:chgData name="Mollon, Jaime" userId="0c3ef3a2-acf3-4c9b-877f-d39901f8fe4f" providerId="ADAL" clId="{4AF6960D-A1A3-4255-8EA8-6B584C831724}" dt="2026-10-13T07:27:47.469" v="1433" actId="313"/>
        <pc:sldMkLst>
          <pc:docMk/>
          <pc:sldMk cId="0" sldId="2145704208"/>
        </pc:sldMkLst>
        <pc:spChg chg="mod">
          <ac:chgData name="Mollon, Jaime" userId="0c3ef3a2-acf3-4c9b-877f-d39901f8fe4f" providerId="ADAL" clId="{4AF6960D-A1A3-4255-8EA8-6B584C831724}" dt="2026-10-13T03:56:40.996" v="1008" actId="1076"/>
          <ac:spMkLst>
            <pc:docMk/>
            <pc:sldMk cId="0" sldId="2145704208"/>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08"/>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8"/>
            <ac:spMk id="6" creationId="{486B5ECC-611E-E31A-29EE-2BDED404DC2B}"/>
          </ac:spMkLst>
        </pc:spChg>
        <pc:spChg chg="mod">
          <ac:chgData name="Mollon, Jaime" userId="0c3ef3a2-acf3-4c9b-877f-d39901f8fe4f" providerId="ADAL" clId="{4AF6960D-A1A3-4255-8EA8-6B584C831724}" dt="2026-10-13T04:20:22.902" v="1090" actId="14100"/>
          <ac:spMkLst>
            <pc:docMk/>
            <pc:sldMk cId="0" sldId="2145704208"/>
            <ac:spMk id="7" creationId="{00000000-0000-0000-0000-000000000000}"/>
          </ac:spMkLst>
        </pc:spChg>
        <pc:spChg chg="mod">
          <ac:chgData name="Mollon, Jaime" userId="0c3ef3a2-acf3-4c9b-877f-d39901f8fe4f" providerId="ADAL" clId="{4AF6960D-A1A3-4255-8EA8-6B584C831724}" dt="2026-10-13T03:56:07.545" v="1007" actId="14100"/>
          <ac:spMkLst>
            <pc:docMk/>
            <pc:sldMk cId="0" sldId="2145704208"/>
            <ac:spMk id="8" creationId="{00000000-0000-0000-0000-000000000000}"/>
          </ac:spMkLst>
        </pc:spChg>
        <pc:spChg chg="mod">
          <ac:chgData name="Mollon, Jaime" userId="0c3ef3a2-acf3-4c9b-877f-d39901f8fe4f" providerId="ADAL" clId="{4AF6960D-A1A3-4255-8EA8-6B584C831724}" dt="2026-10-13T04:20:35.300" v="1091" actId="20577"/>
          <ac:spMkLst>
            <pc:docMk/>
            <pc:sldMk cId="0" sldId="2145704208"/>
            <ac:spMk id="9" creationId="{00000000-0000-0000-0000-000000000000}"/>
          </ac:spMkLst>
        </pc:spChg>
        <pc:spChg chg="mod">
          <ac:chgData name="Mollon, Jaime" userId="0c3ef3a2-acf3-4c9b-877f-d39901f8fe4f" providerId="ADAL" clId="{4AF6960D-A1A3-4255-8EA8-6B584C831724}" dt="2026-10-13T04:02:32.707" v="1021" actId="207"/>
          <ac:spMkLst>
            <pc:docMk/>
            <pc:sldMk cId="0" sldId="2145704208"/>
            <ac:spMk id="12" creationId="{00000000-0000-0000-0000-000000000000}"/>
          </ac:spMkLst>
        </pc:spChg>
        <pc:spChg chg="mod">
          <ac:chgData name="Mollon, Jaime" userId="0c3ef3a2-acf3-4c9b-877f-d39901f8fe4f" providerId="ADAL" clId="{4AF6960D-A1A3-4255-8EA8-6B584C831724}" dt="2026-10-13T04:02:32.707" v="1021" actId="207"/>
          <ac:spMkLst>
            <pc:docMk/>
            <pc:sldMk cId="0" sldId="2145704208"/>
            <ac:spMk id="15" creationId="{00000000-0000-0000-0000-000000000000}"/>
          </ac:spMkLst>
        </pc:spChg>
        <pc:spChg chg="mod">
          <ac:chgData name="Mollon, Jaime" userId="0c3ef3a2-acf3-4c9b-877f-d39901f8fe4f" providerId="ADAL" clId="{4AF6960D-A1A3-4255-8EA8-6B584C831724}" dt="2026-10-13T07:27:41.473" v="1432" actId="20577"/>
          <ac:spMkLst>
            <pc:docMk/>
            <pc:sldMk cId="0" sldId="2145704208"/>
            <ac:spMk id="18" creationId="{00000000-0000-0000-0000-000000000000}"/>
          </ac:spMkLst>
        </pc:spChg>
        <pc:spChg chg="mod">
          <ac:chgData name="Mollon, Jaime" userId="0c3ef3a2-acf3-4c9b-877f-d39901f8fe4f" providerId="ADAL" clId="{4AF6960D-A1A3-4255-8EA8-6B584C831724}" dt="2026-10-13T07:27:47.469" v="1433" actId="313"/>
          <ac:spMkLst>
            <pc:docMk/>
            <pc:sldMk cId="0" sldId="2145704208"/>
            <ac:spMk id="19" creationId="{00000000-0000-0000-0000-000000000000}"/>
          </ac:spMkLst>
        </pc:spChg>
        <pc:spChg chg="mod">
          <ac:chgData name="Mollon, Jaime" userId="0c3ef3a2-acf3-4c9b-877f-d39901f8fe4f" providerId="ADAL" clId="{4AF6960D-A1A3-4255-8EA8-6B584C831724}" dt="2026-10-13T03:55:45.449" v="1004" actId="207"/>
          <ac:spMkLst>
            <pc:docMk/>
            <pc:sldMk cId="0" sldId="2145704208"/>
            <ac:spMk id="21" creationId="{00000000-0000-0000-0000-000000000000}"/>
          </ac:spMkLst>
        </pc:spChg>
        <pc:spChg chg="mod">
          <ac:chgData name="Mollon, Jaime" userId="0c3ef3a2-acf3-4c9b-877f-d39901f8fe4f" providerId="ADAL" clId="{4AF6960D-A1A3-4255-8EA8-6B584C831724}" dt="2026-10-13T05:07:02.512" v="1312" actId="313"/>
          <ac:spMkLst>
            <pc:docMk/>
            <pc:sldMk cId="0" sldId="2145704208"/>
            <ac:spMk id="23" creationId="{00000000-0000-0000-0000-000000000000}"/>
          </ac:spMkLst>
        </pc:spChg>
        <pc:spChg chg="mod">
          <ac:chgData name="Mollon, Jaime" userId="0c3ef3a2-acf3-4c9b-877f-d39901f8fe4f" providerId="ADAL" clId="{4AF6960D-A1A3-4255-8EA8-6B584C831724}" dt="2026-10-13T05:24:14.074" v="1367" actId="26606"/>
          <ac:spMkLst>
            <pc:docMk/>
            <pc:sldMk cId="0" sldId="2145704208"/>
            <ac:spMk id="27" creationId="{00000000-0000-0000-0000-000000000000}"/>
          </ac:spMkLst>
        </pc:spChg>
        <pc:spChg chg="mod">
          <ac:chgData name="Mollon, Jaime" userId="0c3ef3a2-acf3-4c9b-877f-d39901f8fe4f" providerId="ADAL" clId="{4AF6960D-A1A3-4255-8EA8-6B584C831724}" dt="2026-10-13T03:49:07.958" v="978" actId="14100"/>
          <ac:spMkLst>
            <pc:docMk/>
            <pc:sldMk cId="0" sldId="2145704208"/>
            <ac:spMk id="28" creationId="{00000000-0000-0000-0000-000000000000}"/>
          </ac:spMkLst>
        </pc:spChg>
        <pc:graphicFrameChg chg="add mod">
          <ac:chgData name="Mollon, Jaime" userId="0c3ef3a2-acf3-4c9b-877f-d39901f8fe4f" providerId="ADAL" clId="{4AF6960D-A1A3-4255-8EA8-6B584C831724}" dt="2026-10-13T05:24:14.074" v="1367" actId="26606"/>
          <ac:graphicFrameMkLst>
            <pc:docMk/>
            <pc:sldMk cId="0" sldId="2145704208"/>
            <ac:graphicFrameMk id="11" creationId="{00000000-0000-0000-0000-000000000000}"/>
          </ac:graphicFrameMkLst>
        </pc:graphicFrameChg>
        <pc:graphicFrameChg chg="add mod">
          <ac:chgData name="Mollon, Jaime" userId="0c3ef3a2-acf3-4c9b-877f-d39901f8fe4f" providerId="ADAL" clId="{4AF6960D-A1A3-4255-8EA8-6B584C831724}" dt="2026-10-13T05:24:14.074" v="1367" actId="26606"/>
          <ac:graphicFrameMkLst>
            <pc:docMk/>
            <pc:sldMk cId="0" sldId="2145704208"/>
            <ac:graphicFrameMk id="14" creationId="{00000000-0000-0000-0000-000000000000}"/>
          </ac:graphicFrameMkLst>
        </pc:graphicFrameChg>
      </pc:sldChg>
      <pc:sldChg chg="delSp modSp mod modClrScheme chgLayout">
        <pc:chgData name="Mollon, Jaime" userId="0c3ef3a2-acf3-4c9b-877f-d39901f8fe4f" providerId="ADAL" clId="{4AF6960D-A1A3-4255-8EA8-6B584C831724}" dt="2026-10-13T05:19:19.303" v="1361" actId="207"/>
        <pc:sldMkLst>
          <pc:docMk/>
          <pc:sldMk cId="0" sldId="2145704209"/>
        </pc:sldMkLst>
        <pc:spChg chg="mod">
          <ac:chgData name="Mollon, Jaime" userId="0c3ef3a2-acf3-4c9b-877f-d39901f8fe4f" providerId="ADAL" clId="{4AF6960D-A1A3-4255-8EA8-6B584C831724}" dt="2026-10-12T14:50:05.516" v="289" actId="26606"/>
          <ac:spMkLst>
            <pc:docMk/>
            <pc:sldMk cId="0" sldId="2145704209"/>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09"/>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09"/>
            <ac:spMk id="6" creationId="{486B5ECC-611E-E31A-29EE-2BDED404DC2B}"/>
          </ac:spMkLst>
        </pc:spChg>
        <pc:spChg chg="mod">
          <ac:chgData name="Mollon, Jaime" userId="0c3ef3a2-acf3-4c9b-877f-d39901f8fe4f" providerId="ADAL" clId="{4AF6960D-A1A3-4255-8EA8-6B584C831724}" dt="2026-10-13T04:01:18.756" v="1017" actId="1076"/>
          <ac:spMkLst>
            <pc:docMk/>
            <pc:sldMk cId="0" sldId="2145704209"/>
            <ac:spMk id="7" creationId="{00000000-0000-0000-0000-000000000000}"/>
          </ac:spMkLst>
        </pc:spChg>
        <pc:spChg chg="mod">
          <ac:chgData name="Mollon, Jaime" userId="0c3ef3a2-acf3-4c9b-877f-d39901f8fe4f" providerId="ADAL" clId="{4AF6960D-A1A3-4255-8EA8-6B584C831724}" dt="2026-10-13T04:21:44.265" v="1097" actId="404"/>
          <ac:spMkLst>
            <pc:docMk/>
            <pc:sldMk cId="0" sldId="2145704209"/>
            <ac:spMk id="8" creationId="{00000000-0000-0000-0000-000000000000}"/>
          </ac:spMkLst>
        </pc:spChg>
        <pc:spChg chg="mod">
          <ac:chgData name="Mollon, Jaime" userId="0c3ef3a2-acf3-4c9b-877f-d39901f8fe4f" providerId="ADAL" clId="{4AF6960D-A1A3-4255-8EA8-6B584C831724}" dt="2026-10-13T05:14:08.662" v="1338" actId="20577"/>
          <ac:spMkLst>
            <pc:docMk/>
            <pc:sldMk cId="0" sldId="2145704209"/>
            <ac:spMk id="11" creationId="{00000000-0000-0000-0000-000000000000}"/>
          </ac:spMkLst>
        </pc:spChg>
        <pc:spChg chg="mod">
          <ac:chgData name="Mollon, Jaime" userId="0c3ef3a2-acf3-4c9b-877f-d39901f8fe4f" providerId="ADAL" clId="{4AF6960D-A1A3-4255-8EA8-6B584C831724}" dt="2026-10-13T05:05:50.908" v="1292" actId="313"/>
          <ac:spMkLst>
            <pc:docMk/>
            <pc:sldMk cId="0" sldId="2145704209"/>
            <ac:spMk id="21" creationId="{00000000-0000-0000-0000-000000000000}"/>
          </ac:spMkLst>
        </pc:spChg>
        <pc:spChg chg="mod">
          <ac:chgData name="Mollon, Jaime" userId="0c3ef3a2-acf3-4c9b-877f-d39901f8fe4f" providerId="ADAL" clId="{4AF6960D-A1A3-4255-8EA8-6B584C831724}" dt="2026-10-13T05:19:19.303" v="1361" actId="207"/>
          <ac:spMkLst>
            <pc:docMk/>
            <pc:sldMk cId="0" sldId="2145704209"/>
            <ac:spMk id="25" creationId="{00000000-0000-0000-0000-000000000000}"/>
          </ac:spMkLst>
        </pc:spChg>
        <pc:spChg chg="mod">
          <ac:chgData name="Mollon, Jaime" userId="0c3ef3a2-acf3-4c9b-877f-d39901f8fe4f" providerId="ADAL" clId="{4AF6960D-A1A3-4255-8EA8-6B584C831724}" dt="2026-10-13T05:05:52.206" v="1293" actId="313"/>
          <ac:spMkLst>
            <pc:docMk/>
            <pc:sldMk cId="0" sldId="2145704209"/>
            <ac:spMk id="26" creationId="{00000000-0000-0000-0000-000000000000}"/>
          </ac:spMkLst>
        </pc:spChg>
        <pc:spChg chg="mod">
          <ac:chgData name="Mollon, Jaime" userId="0c3ef3a2-acf3-4c9b-877f-d39901f8fe4f" providerId="ADAL" clId="{4AF6960D-A1A3-4255-8EA8-6B584C831724}" dt="2026-10-13T05:06:42.355" v="1298" actId="313"/>
          <ac:spMkLst>
            <pc:docMk/>
            <pc:sldMk cId="0" sldId="2145704209"/>
            <ac:spMk id="29" creationId="{00000000-0000-0000-0000-000000000000}"/>
          </ac:spMkLst>
        </pc:spChg>
        <pc:spChg chg="mod">
          <ac:chgData name="Mollon, Jaime" userId="0c3ef3a2-acf3-4c9b-877f-d39901f8fe4f" providerId="ADAL" clId="{4AF6960D-A1A3-4255-8EA8-6B584C831724}" dt="2026-10-13T05:19:19.303" v="1361" actId="207"/>
          <ac:spMkLst>
            <pc:docMk/>
            <pc:sldMk cId="0" sldId="2145704209"/>
            <ac:spMk id="30" creationId="{00000000-0000-0000-0000-000000000000}"/>
          </ac:spMkLst>
        </pc:spChg>
        <pc:spChg chg="mod">
          <ac:chgData name="Mollon, Jaime" userId="0c3ef3a2-acf3-4c9b-877f-d39901f8fe4f" providerId="ADAL" clId="{4AF6960D-A1A3-4255-8EA8-6B584C831724}" dt="2026-10-13T05:05:53.062" v="1294" actId="313"/>
          <ac:spMkLst>
            <pc:docMk/>
            <pc:sldMk cId="0" sldId="2145704209"/>
            <ac:spMk id="31" creationId="{00000000-0000-0000-0000-000000000000}"/>
          </ac:spMkLst>
        </pc:spChg>
        <pc:spChg chg="mod">
          <ac:chgData name="Mollon, Jaime" userId="0c3ef3a2-acf3-4c9b-877f-d39901f8fe4f" providerId="ADAL" clId="{4AF6960D-A1A3-4255-8EA8-6B584C831724}" dt="2026-10-13T03:51:28.947" v="986" actId="1076"/>
          <ac:spMkLst>
            <pc:docMk/>
            <pc:sldMk cId="0" sldId="2145704209"/>
            <ac:spMk id="34" creationId="{00000000-0000-0000-0000-000000000000}"/>
          </ac:spMkLst>
        </pc:spChg>
        <pc:spChg chg="mod">
          <ac:chgData name="Mollon, Jaime" userId="0c3ef3a2-acf3-4c9b-877f-d39901f8fe4f" providerId="ADAL" clId="{4AF6960D-A1A3-4255-8EA8-6B584C831724}" dt="2026-10-13T03:51:34.562" v="987" actId="1076"/>
          <ac:spMkLst>
            <pc:docMk/>
            <pc:sldMk cId="0" sldId="2145704209"/>
            <ac:spMk id="35" creationId="{00000000-0000-0000-0000-000000000000}"/>
          </ac:spMkLst>
        </pc:spChg>
        <pc:spChg chg="mod">
          <ac:chgData name="Mollon, Jaime" userId="0c3ef3a2-acf3-4c9b-877f-d39901f8fe4f" providerId="ADAL" clId="{4AF6960D-A1A3-4255-8EA8-6B584C831724}" dt="2026-10-13T05:05:54.082" v="1295" actId="313"/>
          <ac:spMkLst>
            <pc:docMk/>
            <pc:sldMk cId="0" sldId="2145704209"/>
            <ac:spMk id="36" creationId="{00000000-0000-0000-0000-000000000000}"/>
          </ac:spMkLst>
        </pc:spChg>
        <pc:spChg chg="mod">
          <ac:chgData name="Mollon, Jaime" userId="0c3ef3a2-acf3-4c9b-877f-d39901f8fe4f" providerId="ADAL" clId="{4AF6960D-A1A3-4255-8EA8-6B584C831724}" dt="2026-10-13T03:52:19.417" v="991" actId="948"/>
          <ac:spMkLst>
            <pc:docMk/>
            <pc:sldMk cId="0" sldId="2145704209"/>
            <ac:spMk id="37" creationId="{00000000-0000-0000-0000-000000000000}"/>
          </ac:spMkLst>
        </pc:spChg>
        <pc:spChg chg="mod">
          <ac:chgData name="Mollon, Jaime" userId="0c3ef3a2-acf3-4c9b-877f-d39901f8fe4f" providerId="ADAL" clId="{4AF6960D-A1A3-4255-8EA8-6B584C831724}" dt="2026-10-13T05:19:19.303" v="1361" actId="207"/>
          <ac:spMkLst>
            <pc:docMk/>
            <pc:sldMk cId="0" sldId="2145704209"/>
            <ac:spMk id="40" creationId="{00000000-0000-0000-0000-000000000000}"/>
          </ac:spMkLst>
        </pc:spChg>
        <pc:spChg chg="mod">
          <ac:chgData name="Mollon, Jaime" userId="0c3ef3a2-acf3-4c9b-877f-d39901f8fe4f" providerId="ADAL" clId="{4AF6960D-A1A3-4255-8EA8-6B584C831724}" dt="2026-10-13T05:05:54.883" v="1296" actId="313"/>
          <ac:spMkLst>
            <pc:docMk/>
            <pc:sldMk cId="0" sldId="2145704209"/>
            <ac:spMk id="41" creationId="{00000000-0000-0000-0000-000000000000}"/>
          </ac:spMkLst>
        </pc:spChg>
        <pc:spChg chg="mod">
          <ac:chgData name="Mollon, Jaime" userId="0c3ef3a2-acf3-4c9b-877f-d39901f8fe4f" providerId="ADAL" clId="{4AF6960D-A1A3-4255-8EA8-6B584C831724}" dt="2026-10-13T05:05:56.567" v="1297" actId="313"/>
          <ac:spMkLst>
            <pc:docMk/>
            <pc:sldMk cId="0" sldId="2145704209"/>
            <ac:spMk id="48" creationId="{00000000-0000-0000-0000-000000000000}"/>
          </ac:spMkLst>
        </pc:spChg>
        <pc:spChg chg="mod">
          <ac:chgData name="Mollon, Jaime" userId="0c3ef3a2-acf3-4c9b-877f-d39901f8fe4f" providerId="ADAL" clId="{4AF6960D-A1A3-4255-8EA8-6B584C831724}" dt="2026-10-13T03:52:34.958" v="994" actId="14100"/>
          <ac:spMkLst>
            <pc:docMk/>
            <pc:sldMk cId="0" sldId="2145704209"/>
            <ac:spMk id="55" creationId="{0095F768-59F5-9202-5EC9-91892DBF858D}"/>
          </ac:spMkLst>
        </pc:spChg>
      </pc:sldChg>
      <pc:sldChg chg="delSp modSp mod modClrScheme chgLayout">
        <pc:chgData name="Mollon, Jaime" userId="0c3ef3a2-acf3-4c9b-877f-d39901f8fe4f" providerId="ADAL" clId="{4AF6960D-A1A3-4255-8EA8-6B584C831724}" dt="2026-10-13T05:24:14.074" v="1367" actId="26606"/>
        <pc:sldMkLst>
          <pc:docMk/>
          <pc:sldMk cId="0" sldId="2145704210"/>
        </pc:sldMkLst>
        <pc:spChg chg="mod">
          <ac:chgData name="Mollon, Jaime" userId="0c3ef3a2-acf3-4c9b-877f-d39901f8fe4f" providerId="ADAL" clId="{4AF6960D-A1A3-4255-8EA8-6B584C831724}" dt="2026-10-12T14:50:05.516" v="289" actId="26606"/>
          <ac:spMkLst>
            <pc:docMk/>
            <pc:sldMk cId="0" sldId="2145704210"/>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0"/>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0"/>
            <ac:spMk id="6" creationId="{486B5ECC-611E-E31A-29EE-2BDED404DC2B}"/>
          </ac:spMkLst>
        </pc:spChg>
        <pc:spChg chg="mod">
          <ac:chgData name="Mollon, Jaime" userId="0c3ef3a2-acf3-4c9b-877f-d39901f8fe4f" providerId="ADAL" clId="{4AF6960D-A1A3-4255-8EA8-6B584C831724}" dt="2026-10-13T04:19:18.822" v="1083" actId="14100"/>
          <ac:spMkLst>
            <pc:docMk/>
            <pc:sldMk cId="0" sldId="2145704210"/>
            <ac:spMk id="7" creationId="{00000000-0000-0000-0000-000000000000}"/>
          </ac:spMkLst>
        </pc:spChg>
        <pc:spChg chg="mod">
          <ac:chgData name="Mollon, Jaime" userId="0c3ef3a2-acf3-4c9b-877f-d39901f8fe4f" providerId="ADAL" clId="{4AF6960D-A1A3-4255-8EA8-6B584C831724}" dt="2026-10-13T04:20:09.477" v="1088" actId="14100"/>
          <ac:spMkLst>
            <pc:docMk/>
            <pc:sldMk cId="0" sldId="2145704210"/>
            <ac:spMk id="8" creationId="{00000000-0000-0000-0000-000000000000}"/>
          </ac:spMkLst>
        </pc:spChg>
        <pc:spChg chg="mod">
          <ac:chgData name="Mollon, Jaime" userId="0c3ef3a2-acf3-4c9b-877f-d39901f8fe4f" providerId="ADAL" clId="{4AF6960D-A1A3-4255-8EA8-6B584C831724}" dt="2026-10-13T04:14:59.425" v="1069" actId="207"/>
          <ac:spMkLst>
            <pc:docMk/>
            <pc:sldMk cId="0" sldId="2145704210"/>
            <ac:spMk id="9" creationId="{00000000-0000-0000-0000-000000000000}"/>
          </ac:spMkLst>
        </pc:spChg>
        <pc:spChg chg="mod">
          <ac:chgData name="Mollon, Jaime" userId="0c3ef3a2-acf3-4c9b-877f-d39901f8fe4f" providerId="ADAL" clId="{4AF6960D-A1A3-4255-8EA8-6B584C831724}" dt="2026-10-13T04:14:59.425" v="1069" actId="207"/>
          <ac:spMkLst>
            <pc:docMk/>
            <pc:sldMk cId="0" sldId="2145704210"/>
            <ac:spMk id="12" creationId="{00000000-0000-0000-0000-000000000000}"/>
          </ac:spMkLst>
        </pc:spChg>
        <pc:spChg chg="mod">
          <ac:chgData name="Mollon, Jaime" userId="0c3ef3a2-acf3-4c9b-877f-d39901f8fe4f" providerId="ADAL" clId="{4AF6960D-A1A3-4255-8EA8-6B584C831724}" dt="2026-10-13T04:05:24.363" v="1031" actId="207"/>
          <ac:spMkLst>
            <pc:docMk/>
            <pc:sldMk cId="0" sldId="2145704210"/>
            <ac:spMk id="16" creationId="{00000000-0000-0000-0000-000000000000}"/>
          </ac:spMkLst>
        </pc:spChg>
        <pc:spChg chg="mod">
          <ac:chgData name="Mollon, Jaime" userId="0c3ef3a2-acf3-4c9b-877f-d39901f8fe4f" providerId="ADAL" clId="{4AF6960D-A1A3-4255-8EA8-6B584C831724}" dt="2026-10-13T05:06:44.207" v="1299" actId="313"/>
          <ac:spMkLst>
            <pc:docMk/>
            <pc:sldMk cId="0" sldId="2145704210"/>
            <ac:spMk id="18" creationId="{00000000-0000-0000-0000-000000000000}"/>
          </ac:spMkLst>
        </pc:spChg>
        <pc:spChg chg="mod">
          <ac:chgData name="Mollon, Jaime" userId="0c3ef3a2-acf3-4c9b-877f-d39901f8fe4f" providerId="ADAL" clId="{4AF6960D-A1A3-4255-8EA8-6B584C831724}" dt="2026-10-13T05:20:39.557" v="1364" actId="207"/>
          <ac:spMkLst>
            <pc:docMk/>
            <pc:sldMk cId="0" sldId="2145704210"/>
            <ac:spMk id="20" creationId="{00000000-0000-0000-0000-000000000000}"/>
          </ac:spMkLst>
        </pc:spChg>
        <pc:spChg chg="mod">
          <ac:chgData name="Mollon, Jaime" userId="0c3ef3a2-acf3-4c9b-877f-d39901f8fe4f" providerId="ADAL" clId="{4AF6960D-A1A3-4255-8EA8-6B584C831724}" dt="2026-10-13T04:06:43.224" v="1036" actId="948"/>
          <ac:spMkLst>
            <pc:docMk/>
            <pc:sldMk cId="0" sldId="2145704210"/>
            <ac:spMk id="22" creationId="{00000000-0000-0000-0000-000000000000}"/>
          </ac:spMkLst>
        </pc:spChg>
        <pc:spChg chg="mod">
          <ac:chgData name="Mollon, Jaime" userId="0c3ef3a2-acf3-4c9b-877f-d39901f8fe4f" providerId="ADAL" clId="{4AF6960D-A1A3-4255-8EA8-6B584C831724}" dt="2026-10-13T02:21:22.396" v="703" actId="108"/>
          <ac:spMkLst>
            <pc:docMk/>
            <pc:sldMk cId="0" sldId="2145704210"/>
            <ac:spMk id="23" creationId="{00000000-0000-0000-0000-000000000000}"/>
          </ac:spMkLst>
        </pc:spChg>
        <pc:graphicFrameChg chg="add mod">
          <ac:chgData name="Mollon, Jaime" userId="0c3ef3a2-acf3-4c9b-877f-d39901f8fe4f" providerId="ADAL" clId="{4AF6960D-A1A3-4255-8EA8-6B584C831724}" dt="2026-10-13T05:24:14.074" v="1367" actId="26606"/>
          <ac:graphicFrameMkLst>
            <pc:docMk/>
            <pc:sldMk cId="0" sldId="2145704210"/>
            <ac:graphicFrameMk id="11" creationId="{00000000-0000-0000-0000-000000000000}"/>
          </ac:graphicFrameMkLst>
        </pc:graphicFrameChg>
        <pc:graphicFrameChg chg="add mod">
          <ac:chgData name="Mollon, Jaime" userId="0c3ef3a2-acf3-4c9b-877f-d39901f8fe4f" providerId="ADAL" clId="{4AF6960D-A1A3-4255-8EA8-6B584C831724}" dt="2026-10-13T05:24:14.074" v="1367" actId="26606"/>
          <ac:graphicFrameMkLst>
            <pc:docMk/>
            <pc:sldMk cId="0" sldId="2145704210"/>
            <ac:graphicFrameMk id="14" creationId="{00000000-0000-0000-0000-000000000000}"/>
          </ac:graphicFrameMkLst>
        </pc:graphicFrameChg>
      </pc:sldChg>
      <pc:sldChg chg="delSp modSp mod modClrScheme chgLayout">
        <pc:chgData name="Mollon, Jaime" userId="0c3ef3a2-acf3-4c9b-877f-d39901f8fe4f" providerId="ADAL" clId="{4AF6960D-A1A3-4255-8EA8-6B584C831724}" dt="2026-10-13T05:24:14.074" v="1367" actId="26606"/>
        <pc:sldMkLst>
          <pc:docMk/>
          <pc:sldMk cId="0" sldId="2145704211"/>
        </pc:sldMkLst>
        <pc:spChg chg="mod">
          <ac:chgData name="Mollon, Jaime" userId="0c3ef3a2-acf3-4c9b-877f-d39901f8fe4f" providerId="ADAL" clId="{4AF6960D-A1A3-4255-8EA8-6B584C831724}" dt="2026-10-13T04:11:45.574" v="1059" actId="14100"/>
          <ac:spMkLst>
            <pc:docMk/>
            <pc:sldMk cId="0" sldId="2145704211"/>
            <ac:spMk id="2" creationId="{00000000-0000-0000-0000-000000000000}"/>
          </ac:spMkLst>
        </pc:spChg>
        <pc:spChg chg="mod">
          <ac:chgData name="Mollon, Jaime" userId="0c3ef3a2-acf3-4c9b-877f-d39901f8fe4f" providerId="ADAL" clId="{4AF6960D-A1A3-4255-8EA8-6B584C831724}" dt="2026-10-13T04:13:41.750" v="1063" actId="1076"/>
          <ac:spMkLst>
            <pc:docMk/>
            <pc:sldMk cId="0" sldId="2145704211"/>
            <ac:spMk id="4" creationId="{C06ACE99-A504-7910-D36E-F948CE184FDF}"/>
          </ac:spMkLst>
        </pc:spChg>
        <pc:spChg chg="del">
          <ac:chgData name="Mollon, Jaime" userId="0c3ef3a2-acf3-4c9b-877f-d39901f8fe4f" providerId="ADAL" clId="{4AF6960D-A1A3-4255-8EA8-6B584C831724}" dt="2026-10-12T14:50:05.516" v="289" actId="26606"/>
          <ac:spMkLst>
            <pc:docMk/>
            <pc:sldMk cId="0" sldId="2145704211"/>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1"/>
            <ac:spMk id="6" creationId="{486B5ECC-611E-E31A-29EE-2BDED404DC2B}"/>
          </ac:spMkLst>
        </pc:spChg>
        <pc:spChg chg="mod">
          <ac:chgData name="Mollon, Jaime" userId="0c3ef3a2-acf3-4c9b-877f-d39901f8fe4f" providerId="ADAL" clId="{4AF6960D-A1A3-4255-8EA8-6B584C831724}" dt="2026-10-13T04:17:48.126" v="1073" actId="207"/>
          <ac:spMkLst>
            <pc:docMk/>
            <pc:sldMk cId="0" sldId="2145704211"/>
            <ac:spMk id="7" creationId="{00000000-0000-0000-0000-000000000000}"/>
          </ac:spMkLst>
        </pc:spChg>
        <pc:spChg chg="mod">
          <ac:chgData name="Mollon, Jaime" userId="0c3ef3a2-acf3-4c9b-877f-d39901f8fe4f" providerId="ADAL" clId="{4AF6960D-A1A3-4255-8EA8-6B584C831724}" dt="2026-10-13T04:19:49.721" v="1086" actId="14100"/>
          <ac:spMkLst>
            <pc:docMk/>
            <pc:sldMk cId="0" sldId="2145704211"/>
            <ac:spMk id="8" creationId="{00000000-0000-0000-0000-000000000000}"/>
          </ac:spMkLst>
        </pc:spChg>
        <pc:spChg chg="mod">
          <ac:chgData name="Mollon, Jaime" userId="0c3ef3a2-acf3-4c9b-877f-d39901f8fe4f" providerId="ADAL" clId="{4AF6960D-A1A3-4255-8EA8-6B584C831724}" dt="2026-10-13T04:18:39.627" v="1081" actId="20577"/>
          <ac:spMkLst>
            <pc:docMk/>
            <pc:sldMk cId="0" sldId="2145704211"/>
            <ac:spMk id="9" creationId="{00000000-0000-0000-0000-000000000000}"/>
          </ac:spMkLst>
        </pc:spChg>
        <pc:spChg chg="mod">
          <ac:chgData name="Mollon, Jaime" userId="0c3ef3a2-acf3-4c9b-877f-d39901f8fe4f" providerId="ADAL" clId="{4AF6960D-A1A3-4255-8EA8-6B584C831724}" dt="2026-10-13T04:14:23.676" v="1068" actId="207"/>
          <ac:spMkLst>
            <pc:docMk/>
            <pc:sldMk cId="0" sldId="2145704211"/>
            <ac:spMk id="12" creationId="{00000000-0000-0000-0000-000000000000}"/>
          </ac:spMkLst>
        </pc:spChg>
        <pc:spChg chg="mod">
          <ac:chgData name="Mollon, Jaime" userId="0c3ef3a2-acf3-4c9b-877f-d39901f8fe4f" providerId="ADAL" clId="{4AF6960D-A1A3-4255-8EA8-6B584C831724}" dt="2026-10-13T04:13:49.610" v="1064" actId="14100"/>
          <ac:spMkLst>
            <pc:docMk/>
            <pc:sldMk cId="0" sldId="2145704211"/>
            <ac:spMk id="13" creationId="{BFBDA099-B5C0-6A65-12F1-4CABDEA8A514}"/>
          </ac:spMkLst>
        </pc:spChg>
        <pc:spChg chg="mod">
          <ac:chgData name="Mollon, Jaime" userId="0c3ef3a2-acf3-4c9b-877f-d39901f8fe4f" providerId="ADAL" clId="{4AF6960D-A1A3-4255-8EA8-6B584C831724}" dt="2026-10-13T04:08:46.301" v="1046" actId="1076"/>
          <ac:spMkLst>
            <pc:docMk/>
            <pc:sldMk cId="0" sldId="2145704211"/>
            <ac:spMk id="14" creationId="{D5A48D66-4B0D-B1DE-5767-DFF5C00F76C3}"/>
          </ac:spMkLst>
        </pc:spChg>
        <pc:spChg chg="mod">
          <ac:chgData name="Mollon, Jaime" userId="0c3ef3a2-acf3-4c9b-877f-d39901f8fe4f" providerId="ADAL" clId="{4AF6960D-A1A3-4255-8EA8-6B584C831724}" dt="2026-10-13T04:14:23.676" v="1068" actId="207"/>
          <ac:spMkLst>
            <pc:docMk/>
            <pc:sldMk cId="0" sldId="2145704211"/>
            <ac:spMk id="18" creationId="{00000000-0000-0000-0000-000000000000}"/>
          </ac:spMkLst>
        </pc:spChg>
        <pc:spChg chg="mod">
          <ac:chgData name="Mollon, Jaime" userId="0c3ef3a2-acf3-4c9b-877f-d39901f8fe4f" providerId="ADAL" clId="{4AF6960D-A1A3-4255-8EA8-6B584C831724}" dt="2026-10-13T04:13:41.750" v="1063" actId="1076"/>
          <ac:spMkLst>
            <pc:docMk/>
            <pc:sldMk cId="0" sldId="2145704211"/>
            <ac:spMk id="22" creationId="{00000000-0000-0000-0000-000000000000}"/>
          </ac:spMkLst>
        </pc:spChg>
        <pc:spChg chg="mod">
          <ac:chgData name="Mollon, Jaime" userId="0c3ef3a2-acf3-4c9b-877f-d39901f8fe4f" providerId="ADAL" clId="{4AF6960D-A1A3-4255-8EA8-6B584C831724}" dt="2026-10-13T05:06:45.734" v="1300" actId="313"/>
          <ac:spMkLst>
            <pc:docMk/>
            <pc:sldMk cId="0" sldId="2145704211"/>
            <ac:spMk id="24" creationId="{00000000-0000-0000-0000-000000000000}"/>
          </ac:spMkLst>
        </pc:spChg>
        <pc:spChg chg="mod">
          <ac:chgData name="Mollon, Jaime" userId="0c3ef3a2-acf3-4c9b-877f-d39901f8fe4f" providerId="ADAL" clId="{4AF6960D-A1A3-4255-8EA8-6B584C831724}" dt="2026-10-13T04:59:00.592" v="1272" actId="14100"/>
          <ac:spMkLst>
            <pc:docMk/>
            <pc:sldMk cId="0" sldId="2145704211"/>
            <ac:spMk id="25" creationId="{00000000-0000-0000-0000-000000000000}"/>
          </ac:spMkLst>
        </pc:spChg>
        <pc:spChg chg="mod">
          <ac:chgData name="Mollon, Jaime" userId="0c3ef3a2-acf3-4c9b-877f-d39901f8fe4f" providerId="ADAL" clId="{4AF6960D-A1A3-4255-8EA8-6B584C831724}" dt="2026-10-13T04:14:06.588" v="1067" actId="1076"/>
          <ac:spMkLst>
            <pc:docMk/>
            <pc:sldMk cId="0" sldId="2145704211"/>
            <ac:spMk id="26" creationId="{00000000-0000-0000-0000-000000000000}"/>
          </ac:spMkLst>
        </pc:spChg>
        <pc:spChg chg="mod">
          <ac:chgData name="Mollon, Jaime" userId="0c3ef3a2-acf3-4c9b-877f-d39901f8fe4f" providerId="ADAL" clId="{4AF6960D-A1A3-4255-8EA8-6B584C831724}" dt="2026-10-13T04:10:45.062" v="1055" actId="948"/>
          <ac:spMkLst>
            <pc:docMk/>
            <pc:sldMk cId="0" sldId="2145704211"/>
            <ac:spMk id="28" creationId="{00000000-0000-0000-0000-000000000000}"/>
          </ac:spMkLst>
        </pc:spChg>
        <pc:spChg chg="mod">
          <ac:chgData name="Mollon, Jaime" userId="0c3ef3a2-acf3-4c9b-877f-d39901f8fe4f" providerId="ADAL" clId="{4AF6960D-A1A3-4255-8EA8-6B584C831724}" dt="2026-10-13T04:12:04.505" v="1061" actId="14100"/>
          <ac:spMkLst>
            <pc:docMk/>
            <pc:sldMk cId="0" sldId="2145704211"/>
            <ac:spMk id="29" creationId="{00000000-0000-0000-0000-000000000000}"/>
          </ac:spMkLst>
        </pc:spChg>
        <pc:spChg chg="mod">
          <ac:chgData name="Mollon, Jaime" userId="0c3ef3a2-acf3-4c9b-877f-d39901f8fe4f" providerId="ADAL" clId="{4AF6960D-A1A3-4255-8EA8-6B584C831724}" dt="2026-10-13T04:08:46.301" v="1046" actId="1076"/>
          <ac:spMkLst>
            <pc:docMk/>
            <pc:sldMk cId="0" sldId="2145704211"/>
            <ac:spMk id="34" creationId="{A47EBBCD-4E6A-C825-DE79-E00808495722}"/>
          </ac:spMkLst>
        </pc:spChg>
        <pc:spChg chg="mod">
          <ac:chgData name="Mollon, Jaime" userId="0c3ef3a2-acf3-4c9b-877f-d39901f8fe4f" providerId="ADAL" clId="{4AF6960D-A1A3-4255-8EA8-6B584C831724}" dt="2026-10-13T04:08:46.301" v="1046" actId="1076"/>
          <ac:spMkLst>
            <pc:docMk/>
            <pc:sldMk cId="0" sldId="2145704211"/>
            <ac:spMk id="36" creationId="{A18D9EC3-8144-8BD7-26EA-428F7B6F14EB}"/>
          </ac:spMkLst>
        </pc:spChg>
        <pc:spChg chg="mod">
          <ac:chgData name="Mollon, Jaime" userId="0c3ef3a2-acf3-4c9b-877f-d39901f8fe4f" providerId="ADAL" clId="{4AF6960D-A1A3-4255-8EA8-6B584C831724}" dt="2026-10-13T04:08:46.301" v="1046" actId="1076"/>
          <ac:spMkLst>
            <pc:docMk/>
            <pc:sldMk cId="0" sldId="2145704211"/>
            <ac:spMk id="38" creationId="{75A305D3-E3C2-FD65-0F44-5AEF09CCFF78}"/>
          </ac:spMkLst>
        </pc:spChg>
        <pc:graphicFrameChg chg="add mod">
          <ac:chgData name="Mollon, Jaime" userId="0c3ef3a2-acf3-4c9b-877f-d39901f8fe4f" providerId="ADAL" clId="{4AF6960D-A1A3-4255-8EA8-6B584C831724}" dt="2026-10-13T05:24:14.074" v="1367" actId="26606"/>
          <ac:graphicFrameMkLst>
            <pc:docMk/>
            <pc:sldMk cId="0" sldId="2145704211"/>
            <ac:graphicFrameMk id="11" creationId="{00000000-0000-0000-0000-000000000000}"/>
          </ac:graphicFrameMkLst>
        </pc:graphicFrameChg>
        <pc:graphicFrameChg chg="add mod">
          <ac:chgData name="Mollon, Jaime" userId="0c3ef3a2-acf3-4c9b-877f-d39901f8fe4f" providerId="ADAL" clId="{4AF6960D-A1A3-4255-8EA8-6B584C831724}" dt="2026-10-13T05:24:14.074" v="1367" actId="26606"/>
          <ac:graphicFrameMkLst>
            <pc:docMk/>
            <pc:sldMk cId="0" sldId="2145704211"/>
            <ac:graphicFrameMk id="20" creationId="{00000000-0000-0000-0000-000000000000}"/>
          </ac:graphicFrameMkLst>
        </pc:graphicFrameChg>
      </pc:sldChg>
      <pc:sldChg chg="delSp modSp mod modClrScheme chgLayout">
        <pc:chgData name="Mollon, Jaime" userId="0c3ef3a2-acf3-4c9b-877f-d39901f8fe4f" providerId="ADAL" clId="{4AF6960D-A1A3-4255-8EA8-6B584C831724}" dt="2026-10-13T07:28:02.480" v="1434" actId="20577"/>
        <pc:sldMkLst>
          <pc:docMk/>
          <pc:sldMk cId="0" sldId="2145704212"/>
        </pc:sldMkLst>
        <pc:spChg chg="mod">
          <ac:chgData name="Mollon, Jaime" userId="0c3ef3a2-acf3-4c9b-877f-d39901f8fe4f" providerId="ADAL" clId="{4AF6960D-A1A3-4255-8EA8-6B584C831724}" dt="2026-10-12T14:50:05.516" v="289" actId="26606"/>
          <ac:spMkLst>
            <pc:docMk/>
            <pc:sldMk cId="0" sldId="2145704212"/>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2"/>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2"/>
            <ac:spMk id="6" creationId="{486B5ECC-611E-E31A-29EE-2BDED404DC2B}"/>
          </ac:spMkLst>
        </pc:spChg>
        <pc:spChg chg="mod">
          <ac:chgData name="Mollon, Jaime" userId="0c3ef3a2-acf3-4c9b-877f-d39901f8fe4f" providerId="ADAL" clId="{4AF6960D-A1A3-4255-8EA8-6B584C831724}" dt="2026-10-13T04:21:10.661" v="1092" actId="1076"/>
          <ac:spMkLst>
            <pc:docMk/>
            <pc:sldMk cId="0" sldId="2145704212"/>
            <ac:spMk id="7" creationId="{00000000-0000-0000-0000-000000000000}"/>
          </ac:spMkLst>
        </pc:spChg>
        <pc:spChg chg="mod">
          <ac:chgData name="Mollon, Jaime" userId="0c3ef3a2-acf3-4c9b-877f-d39901f8fe4f" providerId="ADAL" clId="{4AF6960D-A1A3-4255-8EA8-6B584C831724}" dt="2026-10-13T04:21:20.331" v="1095" actId="207"/>
          <ac:spMkLst>
            <pc:docMk/>
            <pc:sldMk cId="0" sldId="2145704212"/>
            <ac:spMk id="8" creationId="{00000000-0000-0000-0000-000000000000}"/>
          </ac:spMkLst>
        </pc:spChg>
        <pc:spChg chg="mod">
          <ac:chgData name="Mollon, Jaime" userId="0c3ef3a2-acf3-4c9b-877f-d39901f8fe4f" providerId="ADAL" clId="{4AF6960D-A1A3-4255-8EA8-6B584C831724}" dt="2026-10-13T05:00:13.554" v="1275" actId="207"/>
          <ac:spMkLst>
            <pc:docMk/>
            <pc:sldMk cId="0" sldId="2145704212"/>
            <ac:spMk id="20" creationId="{00000000-0000-0000-0000-000000000000}"/>
          </ac:spMkLst>
        </pc:spChg>
        <pc:spChg chg="mod">
          <ac:chgData name="Mollon, Jaime" userId="0c3ef3a2-acf3-4c9b-877f-d39901f8fe4f" providerId="ADAL" clId="{4AF6960D-A1A3-4255-8EA8-6B584C831724}" dt="2026-10-13T04:25:14.405" v="1110" actId="20577"/>
          <ac:spMkLst>
            <pc:docMk/>
            <pc:sldMk cId="0" sldId="2145704212"/>
            <ac:spMk id="21" creationId="{00000000-0000-0000-0000-000000000000}"/>
          </ac:spMkLst>
        </pc:spChg>
        <pc:spChg chg="mod">
          <ac:chgData name="Mollon, Jaime" userId="0c3ef3a2-acf3-4c9b-877f-d39901f8fe4f" providerId="ADAL" clId="{4AF6960D-A1A3-4255-8EA8-6B584C831724}" dt="2026-10-13T04:25:20.849" v="1112" actId="20577"/>
          <ac:spMkLst>
            <pc:docMk/>
            <pc:sldMk cId="0" sldId="2145704212"/>
            <ac:spMk id="28" creationId="{00000000-0000-0000-0000-000000000000}"/>
          </ac:spMkLst>
        </pc:spChg>
        <pc:spChg chg="mod">
          <ac:chgData name="Mollon, Jaime" userId="0c3ef3a2-acf3-4c9b-877f-d39901f8fe4f" providerId="ADAL" clId="{4AF6960D-A1A3-4255-8EA8-6B584C831724}" dt="2026-10-13T04:25:33.777" v="1116" actId="20577"/>
          <ac:spMkLst>
            <pc:docMk/>
            <pc:sldMk cId="0" sldId="2145704212"/>
            <ac:spMk id="33" creationId="{00000000-0000-0000-0000-000000000000}"/>
          </ac:spMkLst>
        </pc:spChg>
        <pc:spChg chg="mod">
          <ac:chgData name="Mollon, Jaime" userId="0c3ef3a2-acf3-4c9b-877f-d39901f8fe4f" providerId="ADAL" clId="{4AF6960D-A1A3-4255-8EA8-6B584C831724}" dt="2026-10-13T04:25:26.887" v="1114" actId="20577"/>
          <ac:spMkLst>
            <pc:docMk/>
            <pc:sldMk cId="0" sldId="2145704212"/>
            <ac:spMk id="40" creationId="{00000000-0000-0000-0000-000000000000}"/>
          </ac:spMkLst>
        </pc:spChg>
        <pc:spChg chg="mod">
          <ac:chgData name="Mollon, Jaime" userId="0c3ef3a2-acf3-4c9b-877f-d39901f8fe4f" providerId="ADAL" clId="{4AF6960D-A1A3-4255-8EA8-6B584C831724}" dt="2026-10-13T07:28:02.480" v="1434" actId="20577"/>
          <ac:spMkLst>
            <pc:docMk/>
            <pc:sldMk cId="0" sldId="2145704212"/>
            <ac:spMk id="45" creationId="{00000000-0000-0000-0000-000000000000}"/>
          </ac:spMkLst>
        </pc:spChg>
      </pc:sldChg>
      <pc:sldChg chg="delSp modSp mod modClrScheme chgLayout">
        <pc:chgData name="Mollon, Jaime" userId="0c3ef3a2-acf3-4c9b-877f-d39901f8fe4f" providerId="ADAL" clId="{4AF6960D-A1A3-4255-8EA8-6B584C831724}" dt="2026-10-13T05:24:14.074" v="1367" actId="26606"/>
        <pc:sldMkLst>
          <pc:docMk/>
          <pc:sldMk cId="0" sldId="2145704213"/>
        </pc:sldMkLst>
        <pc:spChg chg="mod">
          <ac:chgData name="Mollon, Jaime" userId="0c3ef3a2-acf3-4c9b-877f-d39901f8fe4f" providerId="ADAL" clId="{4AF6960D-A1A3-4255-8EA8-6B584C831724}" dt="2026-10-12T14:50:05.516" v="289" actId="26606"/>
          <ac:spMkLst>
            <pc:docMk/>
            <pc:sldMk cId="0" sldId="2145704213"/>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3"/>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3"/>
            <ac:spMk id="6" creationId="{486B5ECC-611E-E31A-29EE-2BDED404DC2B}"/>
          </ac:spMkLst>
        </pc:spChg>
        <pc:spChg chg="mod">
          <ac:chgData name="Mollon, Jaime" userId="0c3ef3a2-acf3-4c9b-877f-d39901f8fe4f" providerId="ADAL" clId="{4AF6960D-A1A3-4255-8EA8-6B584C831724}" dt="2026-10-13T04:23:17.711" v="1105" actId="207"/>
          <ac:spMkLst>
            <pc:docMk/>
            <pc:sldMk cId="0" sldId="2145704213"/>
            <ac:spMk id="7" creationId="{00000000-0000-0000-0000-000000000000}"/>
          </ac:spMkLst>
        </pc:spChg>
        <pc:spChg chg="mod">
          <ac:chgData name="Mollon, Jaime" userId="0c3ef3a2-acf3-4c9b-877f-d39901f8fe4f" providerId="ADAL" clId="{4AF6960D-A1A3-4255-8EA8-6B584C831724}" dt="2026-10-13T04:23:24.301" v="1106" actId="207"/>
          <ac:spMkLst>
            <pc:docMk/>
            <pc:sldMk cId="0" sldId="2145704213"/>
            <ac:spMk id="8" creationId="{00000000-0000-0000-0000-000000000000}"/>
          </ac:spMkLst>
        </pc:spChg>
        <pc:spChg chg="mod">
          <ac:chgData name="Mollon, Jaime" userId="0c3ef3a2-acf3-4c9b-877f-d39901f8fe4f" providerId="ADAL" clId="{4AF6960D-A1A3-4255-8EA8-6B584C831724}" dt="2026-10-13T04:25:43.425" v="1117" actId="207"/>
          <ac:spMkLst>
            <pc:docMk/>
            <pc:sldMk cId="0" sldId="2145704213"/>
            <ac:spMk id="9" creationId="{00000000-0000-0000-0000-000000000000}"/>
          </ac:spMkLst>
        </pc:spChg>
        <pc:spChg chg="mod">
          <ac:chgData name="Mollon, Jaime" userId="0c3ef3a2-acf3-4c9b-877f-d39901f8fe4f" providerId="ADAL" clId="{4AF6960D-A1A3-4255-8EA8-6B584C831724}" dt="2026-10-13T04:25:46.824" v="1118" actId="207"/>
          <ac:spMkLst>
            <pc:docMk/>
            <pc:sldMk cId="0" sldId="2145704213"/>
            <ac:spMk id="12" creationId="{00000000-0000-0000-0000-000000000000}"/>
          </ac:spMkLst>
        </pc:spChg>
        <pc:spChg chg="mod">
          <ac:chgData name="Mollon, Jaime" userId="0c3ef3a2-acf3-4c9b-877f-d39901f8fe4f" providerId="ADAL" clId="{4AF6960D-A1A3-4255-8EA8-6B584C831724}" dt="2026-10-13T04:25:56.170" v="1119" actId="207"/>
          <ac:spMkLst>
            <pc:docMk/>
            <pc:sldMk cId="0" sldId="2145704213"/>
            <ac:spMk id="15" creationId="{00000000-0000-0000-0000-000000000000}"/>
          </ac:spMkLst>
        </pc:spChg>
        <pc:spChg chg="mod">
          <ac:chgData name="Mollon, Jaime" userId="0c3ef3a2-acf3-4c9b-877f-d39901f8fe4f" providerId="ADAL" clId="{4AF6960D-A1A3-4255-8EA8-6B584C831724}" dt="2026-10-13T05:00:28.888" v="1276" actId="207"/>
          <ac:spMkLst>
            <pc:docMk/>
            <pc:sldMk cId="0" sldId="2145704213"/>
            <ac:spMk id="19" creationId="{00000000-0000-0000-0000-000000000000}"/>
          </ac:spMkLst>
        </pc:spChg>
        <pc:spChg chg="mod">
          <ac:chgData name="Mollon, Jaime" userId="0c3ef3a2-acf3-4c9b-877f-d39901f8fe4f" providerId="ADAL" clId="{4AF6960D-A1A3-4255-8EA8-6B584C831724}" dt="2026-10-13T04:27:00.252" v="1125" actId="14100"/>
          <ac:spMkLst>
            <pc:docMk/>
            <pc:sldMk cId="0" sldId="2145704213"/>
            <ac:spMk id="26" creationId="{00000000-0000-0000-0000-000000000000}"/>
          </ac:spMkLst>
        </pc:spChg>
        <pc:graphicFrameChg chg="add mod">
          <ac:chgData name="Mollon, Jaime" userId="0c3ef3a2-acf3-4c9b-877f-d39901f8fe4f" providerId="ADAL" clId="{4AF6960D-A1A3-4255-8EA8-6B584C831724}" dt="2026-10-13T05:24:14.074" v="1367" actId="26606"/>
          <ac:graphicFrameMkLst>
            <pc:docMk/>
            <pc:sldMk cId="0" sldId="2145704213"/>
            <ac:graphicFrameMk id="11" creationId="{00000000-0000-0000-0000-000000000000}"/>
          </ac:graphicFrameMkLst>
        </pc:graphicFrameChg>
        <pc:graphicFrameChg chg="add mod">
          <ac:chgData name="Mollon, Jaime" userId="0c3ef3a2-acf3-4c9b-877f-d39901f8fe4f" providerId="ADAL" clId="{4AF6960D-A1A3-4255-8EA8-6B584C831724}" dt="2026-10-13T05:24:14.074" v="1367" actId="26606"/>
          <ac:graphicFrameMkLst>
            <pc:docMk/>
            <pc:sldMk cId="0" sldId="2145704213"/>
            <ac:graphicFrameMk id="14" creationId="{00000000-0000-0000-0000-000000000000}"/>
          </ac:graphicFrameMkLst>
        </pc:graphicFrameChg>
        <pc:graphicFrameChg chg="add mod">
          <ac:chgData name="Mollon, Jaime" userId="0c3ef3a2-acf3-4c9b-877f-d39901f8fe4f" providerId="ADAL" clId="{4AF6960D-A1A3-4255-8EA8-6B584C831724}" dt="2026-10-13T05:24:14.074" v="1367" actId="26606"/>
          <ac:graphicFrameMkLst>
            <pc:docMk/>
            <pc:sldMk cId="0" sldId="2145704213"/>
            <ac:graphicFrameMk id="17" creationId="{00000000-0000-0000-0000-000000000000}"/>
          </ac:graphicFrameMkLst>
        </pc:graphicFrameChg>
      </pc:sldChg>
      <pc:sldChg chg="delSp modSp mod modClrScheme chgLayout">
        <pc:chgData name="Mollon, Jaime" userId="0c3ef3a2-acf3-4c9b-877f-d39901f8fe4f" providerId="ADAL" clId="{4AF6960D-A1A3-4255-8EA8-6B584C831724}" dt="2026-10-13T04:27:53.346" v="1131" actId="207"/>
        <pc:sldMkLst>
          <pc:docMk/>
          <pc:sldMk cId="0" sldId="2145704214"/>
        </pc:sldMkLst>
        <pc:spChg chg="mod">
          <ac:chgData name="Mollon, Jaime" userId="0c3ef3a2-acf3-4c9b-877f-d39901f8fe4f" providerId="ADAL" clId="{4AF6960D-A1A3-4255-8EA8-6B584C831724}" dt="2026-10-12T14:50:05.516" v="289" actId="26606"/>
          <ac:spMkLst>
            <pc:docMk/>
            <pc:sldMk cId="0" sldId="2145704214"/>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4"/>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4"/>
            <ac:spMk id="6" creationId="{486B5ECC-611E-E31A-29EE-2BDED404DC2B}"/>
          </ac:spMkLst>
        </pc:spChg>
        <pc:spChg chg="mod">
          <ac:chgData name="Mollon, Jaime" userId="0c3ef3a2-acf3-4c9b-877f-d39901f8fe4f" providerId="ADAL" clId="{4AF6960D-A1A3-4255-8EA8-6B584C831724}" dt="2026-10-13T02:14:58.889" v="662" actId="108"/>
          <ac:spMkLst>
            <pc:docMk/>
            <pc:sldMk cId="0" sldId="2145704214"/>
            <ac:spMk id="7" creationId="{00000000-0000-0000-0000-000000000000}"/>
          </ac:spMkLst>
        </pc:spChg>
        <pc:spChg chg="mod">
          <ac:chgData name="Mollon, Jaime" userId="0c3ef3a2-acf3-4c9b-877f-d39901f8fe4f" providerId="ADAL" clId="{4AF6960D-A1A3-4255-8EA8-6B584C831724}" dt="2026-10-13T02:08:37.171" v="642" actId="108"/>
          <ac:spMkLst>
            <pc:docMk/>
            <pc:sldMk cId="0" sldId="2145704214"/>
            <ac:spMk id="9" creationId="{00000000-0000-0000-0000-000000000000}"/>
          </ac:spMkLst>
        </pc:spChg>
        <pc:spChg chg="mod">
          <ac:chgData name="Mollon, Jaime" userId="0c3ef3a2-acf3-4c9b-877f-d39901f8fe4f" providerId="ADAL" clId="{4AF6960D-A1A3-4255-8EA8-6B584C831724}" dt="2026-10-13T02:07:42.408" v="637" actId="207"/>
          <ac:spMkLst>
            <pc:docMk/>
            <pc:sldMk cId="0" sldId="2145704214"/>
            <ac:spMk id="11" creationId="{00000000-0000-0000-0000-000000000000}"/>
          </ac:spMkLst>
        </pc:spChg>
        <pc:spChg chg="mod">
          <ac:chgData name="Mollon, Jaime" userId="0c3ef3a2-acf3-4c9b-877f-d39901f8fe4f" providerId="ADAL" clId="{4AF6960D-A1A3-4255-8EA8-6B584C831724}" dt="2026-10-13T02:08:38.515" v="643" actId="108"/>
          <ac:spMkLst>
            <pc:docMk/>
            <pc:sldMk cId="0" sldId="2145704214"/>
            <ac:spMk id="14" creationId="{00000000-0000-0000-0000-000000000000}"/>
          </ac:spMkLst>
        </pc:spChg>
        <pc:spChg chg="mod">
          <ac:chgData name="Mollon, Jaime" userId="0c3ef3a2-acf3-4c9b-877f-d39901f8fe4f" providerId="ADAL" clId="{4AF6960D-A1A3-4255-8EA8-6B584C831724}" dt="2026-10-13T02:07:47.002" v="638" actId="207"/>
          <ac:spMkLst>
            <pc:docMk/>
            <pc:sldMk cId="0" sldId="2145704214"/>
            <ac:spMk id="16" creationId="{00000000-0000-0000-0000-000000000000}"/>
          </ac:spMkLst>
        </pc:spChg>
        <pc:spChg chg="mod">
          <ac:chgData name="Mollon, Jaime" userId="0c3ef3a2-acf3-4c9b-877f-d39901f8fe4f" providerId="ADAL" clId="{4AF6960D-A1A3-4255-8EA8-6B584C831724}" dt="2026-10-13T02:09:20.560" v="650" actId="207"/>
          <ac:spMkLst>
            <pc:docMk/>
            <pc:sldMk cId="0" sldId="2145704214"/>
            <ac:spMk id="18" creationId="{00000000-0000-0000-0000-000000000000}"/>
          </ac:spMkLst>
        </pc:spChg>
        <pc:spChg chg="mod">
          <ac:chgData name="Mollon, Jaime" userId="0c3ef3a2-acf3-4c9b-877f-d39901f8fe4f" providerId="ADAL" clId="{4AF6960D-A1A3-4255-8EA8-6B584C831724}" dt="2026-10-13T02:08:39.665" v="644" actId="108"/>
          <ac:spMkLst>
            <pc:docMk/>
            <pc:sldMk cId="0" sldId="2145704214"/>
            <ac:spMk id="19" creationId="{00000000-0000-0000-0000-000000000000}"/>
          </ac:spMkLst>
        </pc:spChg>
        <pc:spChg chg="mod">
          <ac:chgData name="Mollon, Jaime" userId="0c3ef3a2-acf3-4c9b-877f-d39901f8fe4f" providerId="ADAL" clId="{4AF6960D-A1A3-4255-8EA8-6B584C831724}" dt="2026-10-13T02:07:50.838" v="639" actId="207"/>
          <ac:spMkLst>
            <pc:docMk/>
            <pc:sldMk cId="0" sldId="2145704214"/>
            <ac:spMk id="21" creationId="{00000000-0000-0000-0000-000000000000}"/>
          </ac:spMkLst>
        </pc:spChg>
        <pc:spChg chg="mod">
          <ac:chgData name="Mollon, Jaime" userId="0c3ef3a2-acf3-4c9b-877f-d39901f8fe4f" providerId="ADAL" clId="{4AF6960D-A1A3-4255-8EA8-6B584C831724}" dt="2026-10-13T02:43:12.718" v="708" actId="108"/>
          <ac:spMkLst>
            <pc:docMk/>
            <pc:sldMk cId="0" sldId="2145704214"/>
            <ac:spMk id="24" creationId="{00000000-0000-0000-0000-000000000000}"/>
          </ac:spMkLst>
        </pc:spChg>
        <pc:spChg chg="mod">
          <ac:chgData name="Mollon, Jaime" userId="0c3ef3a2-acf3-4c9b-877f-d39901f8fe4f" providerId="ADAL" clId="{4AF6960D-A1A3-4255-8EA8-6B584C831724}" dt="2026-10-13T02:43:23.685" v="711" actId="108"/>
          <ac:spMkLst>
            <pc:docMk/>
            <pc:sldMk cId="0" sldId="2145704214"/>
            <ac:spMk id="25" creationId="{00000000-0000-0000-0000-000000000000}"/>
          </ac:spMkLst>
        </pc:spChg>
        <pc:spChg chg="mod">
          <ac:chgData name="Mollon, Jaime" userId="0c3ef3a2-acf3-4c9b-877f-d39901f8fe4f" providerId="ADAL" clId="{4AF6960D-A1A3-4255-8EA8-6B584C831724}" dt="2026-10-13T02:43:36.667" v="714" actId="207"/>
          <ac:spMkLst>
            <pc:docMk/>
            <pc:sldMk cId="0" sldId="2145704214"/>
            <ac:spMk id="26" creationId="{00000000-0000-0000-0000-000000000000}"/>
          </ac:spMkLst>
        </pc:spChg>
        <pc:spChg chg="mod">
          <ac:chgData name="Mollon, Jaime" userId="0c3ef3a2-acf3-4c9b-877f-d39901f8fe4f" providerId="ADAL" clId="{4AF6960D-A1A3-4255-8EA8-6B584C831724}" dt="2026-10-13T02:43:13.788" v="709" actId="108"/>
          <ac:spMkLst>
            <pc:docMk/>
            <pc:sldMk cId="0" sldId="2145704214"/>
            <ac:spMk id="29" creationId="{00000000-0000-0000-0000-000000000000}"/>
          </ac:spMkLst>
        </pc:spChg>
        <pc:spChg chg="mod">
          <ac:chgData name="Mollon, Jaime" userId="0c3ef3a2-acf3-4c9b-877f-d39901f8fe4f" providerId="ADAL" clId="{4AF6960D-A1A3-4255-8EA8-6B584C831724}" dt="2026-10-13T02:43:25.147" v="712" actId="108"/>
          <ac:spMkLst>
            <pc:docMk/>
            <pc:sldMk cId="0" sldId="2145704214"/>
            <ac:spMk id="30" creationId="{00000000-0000-0000-0000-000000000000}"/>
          </ac:spMkLst>
        </pc:spChg>
        <pc:spChg chg="mod">
          <ac:chgData name="Mollon, Jaime" userId="0c3ef3a2-acf3-4c9b-877f-d39901f8fe4f" providerId="ADAL" clId="{4AF6960D-A1A3-4255-8EA8-6B584C831724}" dt="2026-10-13T04:27:48.004" v="1130" actId="207"/>
          <ac:spMkLst>
            <pc:docMk/>
            <pc:sldMk cId="0" sldId="2145704214"/>
            <ac:spMk id="31" creationId="{00000000-0000-0000-0000-000000000000}"/>
          </ac:spMkLst>
        </pc:spChg>
        <pc:spChg chg="mod">
          <ac:chgData name="Mollon, Jaime" userId="0c3ef3a2-acf3-4c9b-877f-d39901f8fe4f" providerId="ADAL" clId="{4AF6960D-A1A3-4255-8EA8-6B584C831724}" dt="2026-10-13T02:43:14.351" v="710" actId="108"/>
          <ac:spMkLst>
            <pc:docMk/>
            <pc:sldMk cId="0" sldId="2145704214"/>
            <ac:spMk id="34" creationId="{00000000-0000-0000-0000-000000000000}"/>
          </ac:spMkLst>
        </pc:spChg>
        <pc:spChg chg="mod">
          <ac:chgData name="Mollon, Jaime" userId="0c3ef3a2-acf3-4c9b-877f-d39901f8fe4f" providerId="ADAL" clId="{4AF6960D-A1A3-4255-8EA8-6B584C831724}" dt="2026-10-13T02:43:26.485" v="713" actId="108"/>
          <ac:spMkLst>
            <pc:docMk/>
            <pc:sldMk cId="0" sldId="2145704214"/>
            <ac:spMk id="35" creationId="{00000000-0000-0000-0000-000000000000}"/>
          </ac:spMkLst>
        </pc:spChg>
        <pc:spChg chg="mod">
          <ac:chgData name="Mollon, Jaime" userId="0c3ef3a2-acf3-4c9b-877f-d39901f8fe4f" providerId="ADAL" clId="{4AF6960D-A1A3-4255-8EA8-6B584C831724}" dt="2026-10-13T04:27:53.346" v="1131" actId="207"/>
          <ac:spMkLst>
            <pc:docMk/>
            <pc:sldMk cId="0" sldId="2145704214"/>
            <ac:spMk id="36" creationId="{00000000-0000-0000-0000-000000000000}"/>
          </ac:spMkLst>
        </pc:spChg>
      </pc:sldChg>
      <pc:sldChg chg="delSp modSp mod modClrScheme chgLayout">
        <pc:chgData name="Mollon, Jaime" userId="0c3ef3a2-acf3-4c9b-877f-d39901f8fe4f" providerId="ADAL" clId="{4AF6960D-A1A3-4255-8EA8-6B584C831724}" dt="2026-10-13T05:06:48.211" v="1302" actId="313"/>
        <pc:sldMkLst>
          <pc:docMk/>
          <pc:sldMk cId="0" sldId="2145704215"/>
        </pc:sldMkLst>
        <pc:spChg chg="mod">
          <ac:chgData name="Mollon, Jaime" userId="0c3ef3a2-acf3-4c9b-877f-d39901f8fe4f" providerId="ADAL" clId="{4AF6960D-A1A3-4255-8EA8-6B584C831724}" dt="2026-10-13T01:51:38.401" v="566" actId="20577"/>
          <ac:spMkLst>
            <pc:docMk/>
            <pc:sldMk cId="0" sldId="2145704215"/>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5"/>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5"/>
            <ac:spMk id="6" creationId="{486B5ECC-611E-E31A-29EE-2BDED404DC2B}"/>
          </ac:spMkLst>
        </pc:spChg>
        <pc:spChg chg="mod">
          <ac:chgData name="Mollon, Jaime" userId="0c3ef3a2-acf3-4c9b-877f-d39901f8fe4f" providerId="ADAL" clId="{4AF6960D-A1A3-4255-8EA8-6B584C831724}" dt="2026-10-13T01:51:22.584" v="565" actId="3064"/>
          <ac:spMkLst>
            <pc:docMk/>
            <pc:sldMk cId="0" sldId="2145704215"/>
            <ac:spMk id="7" creationId="{00000000-0000-0000-0000-000000000000}"/>
          </ac:spMkLst>
        </pc:spChg>
        <pc:spChg chg="mod">
          <ac:chgData name="Mollon, Jaime" userId="0c3ef3a2-acf3-4c9b-877f-d39901f8fe4f" providerId="ADAL" clId="{4AF6960D-A1A3-4255-8EA8-6B584C831724}" dt="2026-10-13T01:47:46.478" v="548" actId="207"/>
          <ac:spMkLst>
            <pc:docMk/>
            <pc:sldMk cId="0" sldId="2145704215"/>
            <ac:spMk id="8" creationId="{00000000-0000-0000-0000-000000000000}"/>
          </ac:spMkLst>
        </pc:spChg>
        <pc:spChg chg="mod">
          <ac:chgData name="Mollon, Jaime" userId="0c3ef3a2-acf3-4c9b-877f-d39901f8fe4f" providerId="ADAL" clId="{4AF6960D-A1A3-4255-8EA8-6B584C831724}" dt="2026-10-13T01:53:41.104" v="567" actId="20577"/>
          <ac:spMkLst>
            <pc:docMk/>
            <pc:sldMk cId="0" sldId="2145704215"/>
            <ac:spMk id="10" creationId="{00000000-0000-0000-0000-000000000000}"/>
          </ac:spMkLst>
        </pc:spChg>
        <pc:spChg chg="mod">
          <ac:chgData name="Mollon, Jaime" userId="0c3ef3a2-acf3-4c9b-877f-d39901f8fe4f" providerId="ADAL" clId="{4AF6960D-A1A3-4255-8EA8-6B584C831724}" dt="2026-10-13T04:27:16.634" v="1126" actId="207"/>
          <ac:spMkLst>
            <pc:docMk/>
            <pc:sldMk cId="0" sldId="2145704215"/>
            <ac:spMk id="11" creationId="{00000000-0000-0000-0000-000000000000}"/>
          </ac:spMkLst>
        </pc:spChg>
        <pc:spChg chg="mod">
          <ac:chgData name="Mollon, Jaime" userId="0c3ef3a2-acf3-4c9b-877f-d39901f8fe4f" providerId="ADAL" clId="{4AF6960D-A1A3-4255-8EA8-6B584C831724}" dt="2026-10-13T01:48:38.150" v="550" actId="207"/>
          <ac:spMkLst>
            <pc:docMk/>
            <pc:sldMk cId="0" sldId="2145704215"/>
            <ac:spMk id="12" creationId="{00000000-0000-0000-0000-000000000000}"/>
          </ac:spMkLst>
        </pc:spChg>
        <pc:spChg chg="mod">
          <ac:chgData name="Mollon, Jaime" userId="0c3ef3a2-acf3-4c9b-877f-d39901f8fe4f" providerId="ADAL" clId="{4AF6960D-A1A3-4255-8EA8-6B584C831724}" dt="2026-10-13T05:06:47.356" v="1301" actId="313"/>
          <ac:spMkLst>
            <pc:docMk/>
            <pc:sldMk cId="0" sldId="2145704215"/>
            <ac:spMk id="13" creationId="{00000000-0000-0000-0000-000000000000}"/>
          </ac:spMkLst>
        </pc:spChg>
        <pc:spChg chg="mod">
          <ac:chgData name="Mollon, Jaime" userId="0c3ef3a2-acf3-4c9b-877f-d39901f8fe4f" providerId="ADAL" clId="{4AF6960D-A1A3-4255-8EA8-6B584C831724}" dt="2026-10-13T02:21:55.908" v="707" actId="108"/>
          <ac:spMkLst>
            <pc:docMk/>
            <pc:sldMk cId="0" sldId="2145704215"/>
            <ac:spMk id="14" creationId="{00000000-0000-0000-0000-000000000000}"/>
          </ac:spMkLst>
        </pc:spChg>
        <pc:spChg chg="mod">
          <ac:chgData name="Mollon, Jaime" userId="0c3ef3a2-acf3-4c9b-877f-d39901f8fe4f" providerId="ADAL" clId="{4AF6960D-A1A3-4255-8EA8-6B584C831724}" dt="2026-10-13T04:32:08.024" v="1146" actId="207"/>
          <ac:spMkLst>
            <pc:docMk/>
            <pc:sldMk cId="0" sldId="2145704215"/>
            <ac:spMk id="15" creationId="{00000000-0000-0000-0000-000000000000}"/>
          </ac:spMkLst>
        </pc:spChg>
        <pc:spChg chg="mod">
          <ac:chgData name="Mollon, Jaime" userId="0c3ef3a2-acf3-4c9b-877f-d39901f8fe4f" providerId="ADAL" clId="{4AF6960D-A1A3-4255-8EA8-6B584C831724}" dt="2026-10-13T04:32:30.153" v="1147" actId="948"/>
          <ac:spMkLst>
            <pc:docMk/>
            <pc:sldMk cId="0" sldId="2145704215"/>
            <ac:spMk id="16" creationId="{00000000-0000-0000-0000-000000000000}"/>
          </ac:spMkLst>
        </pc:spChg>
        <pc:spChg chg="mod">
          <ac:chgData name="Mollon, Jaime" userId="0c3ef3a2-acf3-4c9b-877f-d39901f8fe4f" providerId="ADAL" clId="{4AF6960D-A1A3-4255-8EA8-6B584C831724}" dt="2026-10-13T01:48:55.363" v="552" actId="207"/>
          <ac:spMkLst>
            <pc:docMk/>
            <pc:sldMk cId="0" sldId="2145704215"/>
            <ac:spMk id="17" creationId="{00000000-0000-0000-0000-000000000000}"/>
          </ac:spMkLst>
        </pc:spChg>
        <pc:spChg chg="mod">
          <ac:chgData name="Mollon, Jaime" userId="0c3ef3a2-acf3-4c9b-877f-d39901f8fe4f" providerId="ADAL" clId="{4AF6960D-A1A3-4255-8EA8-6B584C831724}" dt="2026-10-13T01:49:06.291" v="553" actId="207"/>
          <ac:spMkLst>
            <pc:docMk/>
            <pc:sldMk cId="0" sldId="2145704215"/>
            <ac:spMk id="18" creationId="{00000000-0000-0000-0000-000000000000}"/>
          </ac:spMkLst>
        </pc:spChg>
        <pc:spChg chg="mod">
          <ac:chgData name="Mollon, Jaime" userId="0c3ef3a2-acf3-4c9b-877f-d39901f8fe4f" providerId="ADAL" clId="{4AF6960D-A1A3-4255-8EA8-6B584C831724}" dt="2026-10-13T02:16:38.502" v="674" actId="207"/>
          <ac:spMkLst>
            <pc:docMk/>
            <pc:sldMk cId="0" sldId="2145704215"/>
            <ac:spMk id="20" creationId="{00000000-0000-0000-0000-000000000000}"/>
          </ac:spMkLst>
        </pc:spChg>
        <pc:spChg chg="mod">
          <ac:chgData name="Mollon, Jaime" userId="0c3ef3a2-acf3-4c9b-877f-d39901f8fe4f" providerId="ADAL" clId="{4AF6960D-A1A3-4255-8EA8-6B584C831724}" dt="2026-10-13T01:47:56.477" v="549" actId="207"/>
          <ac:spMkLst>
            <pc:docMk/>
            <pc:sldMk cId="0" sldId="2145704215"/>
            <ac:spMk id="22" creationId="{00000000-0000-0000-0000-000000000000}"/>
          </ac:spMkLst>
        </pc:spChg>
        <pc:spChg chg="mod">
          <ac:chgData name="Mollon, Jaime" userId="0c3ef3a2-acf3-4c9b-877f-d39901f8fe4f" providerId="ADAL" clId="{4AF6960D-A1A3-4255-8EA8-6B584C831724}" dt="2026-10-13T04:27:20.180" v="1127" actId="207"/>
          <ac:spMkLst>
            <pc:docMk/>
            <pc:sldMk cId="0" sldId="2145704215"/>
            <ac:spMk id="25" creationId="{00000000-0000-0000-0000-000000000000}"/>
          </ac:spMkLst>
        </pc:spChg>
        <pc:spChg chg="mod">
          <ac:chgData name="Mollon, Jaime" userId="0c3ef3a2-acf3-4c9b-877f-d39901f8fe4f" providerId="ADAL" clId="{4AF6960D-A1A3-4255-8EA8-6B584C831724}" dt="2026-10-13T01:49:16.179" v="554" actId="207"/>
          <ac:spMkLst>
            <pc:docMk/>
            <pc:sldMk cId="0" sldId="2145704215"/>
            <ac:spMk id="26" creationId="{00000000-0000-0000-0000-000000000000}"/>
          </ac:spMkLst>
        </pc:spChg>
        <pc:spChg chg="mod">
          <ac:chgData name="Mollon, Jaime" userId="0c3ef3a2-acf3-4c9b-877f-d39901f8fe4f" providerId="ADAL" clId="{4AF6960D-A1A3-4255-8EA8-6B584C831724}" dt="2026-10-13T05:06:48.211" v="1302" actId="313"/>
          <ac:spMkLst>
            <pc:docMk/>
            <pc:sldMk cId="0" sldId="2145704215"/>
            <ac:spMk id="27" creationId="{00000000-0000-0000-0000-000000000000}"/>
          </ac:spMkLst>
        </pc:spChg>
        <pc:spChg chg="mod">
          <ac:chgData name="Mollon, Jaime" userId="0c3ef3a2-acf3-4c9b-877f-d39901f8fe4f" providerId="ADAL" clId="{4AF6960D-A1A3-4255-8EA8-6B584C831724}" dt="2026-10-13T01:50:35.243" v="560" actId="207"/>
          <ac:spMkLst>
            <pc:docMk/>
            <pc:sldMk cId="0" sldId="2145704215"/>
            <ac:spMk id="28" creationId="{00000000-0000-0000-0000-000000000000}"/>
          </ac:spMkLst>
        </pc:spChg>
        <pc:spChg chg="mod">
          <ac:chgData name="Mollon, Jaime" userId="0c3ef3a2-acf3-4c9b-877f-d39901f8fe4f" providerId="ADAL" clId="{4AF6960D-A1A3-4255-8EA8-6B584C831724}" dt="2026-10-13T04:32:08.024" v="1146" actId="207"/>
          <ac:spMkLst>
            <pc:docMk/>
            <pc:sldMk cId="0" sldId="2145704215"/>
            <ac:spMk id="29" creationId="{00000000-0000-0000-0000-000000000000}"/>
          </ac:spMkLst>
        </pc:spChg>
        <pc:spChg chg="mod">
          <ac:chgData name="Mollon, Jaime" userId="0c3ef3a2-acf3-4c9b-877f-d39901f8fe4f" providerId="ADAL" clId="{4AF6960D-A1A3-4255-8EA8-6B584C831724}" dt="2026-10-13T04:32:46.635" v="1148" actId="948"/>
          <ac:spMkLst>
            <pc:docMk/>
            <pc:sldMk cId="0" sldId="2145704215"/>
            <ac:spMk id="30" creationId="{00000000-0000-0000-0000-000000000000}"/>
          </ac:spMkLst>
        </pc:spChg>
        <pc:spChg chg="mod">
          <ac:chgData name="Mollon, Jaime" userId="0c3ef3a2-acf3-4c9b-877f-d39901f8fe4f" providerId="ADAL" clId="{4AF6960D-A1A3-4255-8EA8-6B584C831724}" dt="2026-10-13T01:49:27.772" v="557" actId="207"/>
          <ac:spMkLst>
            <pc:docMk/>
            <pc:sldMk cId="0" sldId="2145704215"/>
            <ac:spMk id="31" creationId="{00000000-0000-0000-0000-000000000000}"/>
          </ac:spMkLst>
        </pc:spChg>
        <pc:spChg chg="mod">
          <ac:chgData name="Mollon, Jaime" userId="0c3ef3a2-acf3-4c9b-877f-d39901f8fe4f" providerId="ADAL" clId="{4AF6960D-A1A3-4255-8EA8-6B584C831724}" dt="2026-10-13T01:50:16.673" v="559" actId="207"/>
          <ac:spMkLst>
            <pc:docMk/>
            <pc:sldMk cId="0" sldId="2145704215"/>
            <ac:spMk id="32" creationId="{00000000-0000-0000-0000-000000000000}"/>
          </ac:spMkLst>
        </pc:spChg>
        <pc:spChg chg="mod">
          <ac:chgData name="Mollon, Jaime" userId="0c3ef3a2-acf3-4c9b-877f-d39901f8fe4f" providerId="ADAL" clId="{4AF6960D-A1A3-4255-8EA8-6B584C831724}" dt="2026-10-13T02:16:44.019" v="675" actId="108"/>
          <ac:spMkLst>
            <pc:docMk/>
            <pc:sldMk cId="0" sldId="2145704215"/>
            <ac:spMk id="34" creationId="{00000000-0000-0000-0000-000000000000}"/>
          </ac:spMkLst>
        </pc:spChg>
      </pc:sldChg>
      <pc:sldChg chg="delSp modSp mod modClrScheme chgLayout">
        <pc:chgData name="Mollon, Jaime" userId="0c3ef3a2-acf3-4c9b-877f-d39901f8fe4f" providerId="ADAL" clId="{4AF6960D-A1A3-4255-8EA8-6B584C831724}" dt="2026-10-13T05:06:51.418" v="1304" actId="313"/>
        <pc:sldMkLst>
          <pc:docMk/>
          <pc:sldMk cId="0" sldId="2145704216"/>
        </pc:sldMkLst>
        <pc:spChg chg="mod">
          <ac:chgData name="Mollon, Jaime" userId="0c3ef3a2-acf3-4c9b-877f-d39901f8fe4f" providerId="ADAL" clId="{4AF6960D-A1A3-4255-8EA8-6B584C831724}" dt="2026-10-12T14:50:05.516" v="289" actId="26606"/>
          <ac:spMkLst>
            <pc:docMk/>
            <pc:sldMk cId="0" sldId="2145704216"/>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6"/>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6"/>
            <ac:spMk id="6" creationId="{486B5ECC-611E-E31A-29EE-2BDED404DC2B}"/>
          </ac:spMkLst>
        </pc:spChg>
        <pc:spChg chg="mod">
          <ac:chgData name="Mollon, Jaime" userId="0c3ef3a2-acf3-4c9b-877f-d39901f8fe4f" providerId="ADAL" clId="{4AF6960D-A1A3-4255-8EA8-6B584C831724}" dt="2026-10-13T04:54:12.359" v="1261" actId="14100"/>
          <ac:spMkLst>
            <pc:docMk/>
            <pc:sldMk cId="0" sldId="2145704216"/>
            <ac:spMk id="7" creationId="{00000000-0000-0000-0000-000000000000}"/>
          </ac:spMkLst>
        </pc:spChg>
        <pc:spChg chg="mod">
          <ac:chgData name="Mollon, Jaime" userId="0c3ef3a2-acf3-4c9b-877f-d39901f8fe4f" providerId="ADAL" clId="{4AF6960D-A1A3-4255-8EA8-6B584C831724}" dt="2026-10-13T02:15:34.890" v="666" actId="207"/>
          <ac:spMkLst>
            <pc:docMk/>
            <pc:sldMk cId="0" sldId="2145704216"/>
            <ac:spMk id="8" creationId="{00000000-0000-0000-0000-000000000000}"/>
          </ac:spMkLst>
        </pc:spChg>
        <pc:spChg chg="mod">
          <ac:chgData name="Mollon, Jaime" userId="0c3ef3a2-acf3-4c9b-877f-d39901f8fe4f" providerId="ADAL" clId="{4AF6960D-A1A3-4255-8EA8-6B584C831724}" dt="2026-10-13T04:36:17.627" v="1164" actId="1076"/>
          <ac:spMkLst>
            <pc:docMk/>
            <pc:sldMk cId="0" sldId="2145704216"/>
            <ac:spMk id="11" creationId="{00000000-0000-0000-0000-000000000000}"/>
          </ac:spMkLst>
        </pc:spChg>
        <pc:spChg chg="mod">
          <ac:chgData name="Mollon, Jaime" userId="0c3ef3a2-acf3-4c9b-877f-d39901f8fe4f" providerId="ADAL" clId="{4AF6960D-A1A3-4255-8EA8-6B584C831724}" dt="2026-10-13T01:56:01.048" v="583" actId="108"/>
          <ac:spMkLst>
            <pc:docMk/>
            <pc:sldMk cId="0" sldId="2145704216"/>
            <ac:spMk id="12" creationId="{00000000-0000-0000-0000-000000000000}"/>
          </ac:spMkLst>
        </pc:spChg>
        <pc:spChg chg="mod">
          <ac:chgData name="Mollon, Jaime" userId="0c3ef3a2-acf3-4c9b-877f-d39901f8fe4f" providerId="ADAL" clId="{4AF6960D-A1A3-4255-8EA8-6B584C831724}" dt="2026-10-13T04:34:55.836" v="1158" actId="207"/>
          <ac:spMkLst>
            <pc:docMk/>
            <pc:sldMk cId="0" sldId="2145704216"/>
            <ac:spMk id="14" creationId="{00000000-0000-0000-0000-000000000000}"/>
          </ac:spMkLst>
        </pc:spChg>
        <pc:spChg chg="mod">
          <ac:chgData name="Mollon, Jaime" userId="0c3ef3a2-acf3-4c9b-877f-d39901f8fe4f" providerId="ADAL" clId="{4AF6960D-A1A3-4255-8EA8-6B584C831724}" dt="2026-10-13T04:34:19.474" v="1154" actId="207"/>
          <ac:spMkLst>
            <pc:docMk/>
            <pc:sldMk cId="0" sldId="2145704216"/>
            <ac:spMk id="15" creationId="{00000000-0000-0000-0000-000000000000}"/>
          </ac:spMkLst>
        </pc:spChg>
        <pc:spChg chg="mod">
          <ac:chgData name="Mollon, Jaime" userId="0c3ef3a2-acf3-4c9b-877f-d39901f8fe4f" providerId="ADAL" clId="{4AF6960D-A1A3-4255-8EA8-6B584C831724}" dt="2026-10-13T04:34:07.421" v="1153" actId="948"/>
          <ac:spMkLst>
            <pc:docMk/>
            <pc:sldMk cId="0" sldId="2145704216"/>
            <ac:spMk id="16" creationId="{00000000-0000-0000-0000-000000000000}"/>
          </ac:spMkLst>
        </pc:spChg>
        <pc:spChg chg="mod">
          <ac:chgData name="Mollon, Jaime" userId="0c3ef3a2-acf3-4c9b-877f-d39901f8fe4f" providerId="ADAL" clId="{4AF6960D-A1A3-4255-8EA8-6B584C831724}" dt="2026-10-13T01:56:04.826" v="586" actId="108"/>
          <ac:spMkLst>
            <pc:docMk/>
            <pc:sldMk cId="0" sldId="2145704216"/>
            <ac:spMk id="17" creationId="{00000000-0000-0000-0000-000000000000}"/>
          </ac:spMkLst>
        </pc:spChg>
        <pc:spChg chg="mod">
          <ac:chgData name="Mollon, Jaime" userId="0c3ef3a2-acf3-4c9b-877f-d39901f8fe4f" providerId="ADAL" clId="{4AF6960D-A1A3-4255-8EA8-6B584C831724}" dt="2026-10-13T01:56:03.856" v="585" actId="108"/>
          <ac:spMkLst>
            <pc:docMk/>
            <pc:sldMk cId="0" sldId="2145704216"/>
            <ac:spMk id="18" creationId="{00000000-0000-0000-0000-000000000000}"/>
          </ac:spMkLst>
        </pc:spChg>
        <pc:spChg chg="mod">
          <ac:chgData name="Mollon, Jaime" userId="0c3ef3a2-acf3-4c9b-877f-d39901f8fe4f" providerId="ADAL" clId="{4AF6960D-A1A3-4255-8EA8-6B584C831724}" dt="2026-10-13T02:16:16.762" v="670" actId="108"/>
          <ac:spMkLst>
            <pc:docMk/>
            <pc:sldMk cId="0" sldId="2145704216"/>
            <ac:spMk id="19" creationId="{00000000-0000-0000-0000-000000000000}"/>
          </ac:spMkLst>
        </pc:spChg>
        <pc:spChg chg="mod">
          <ac:chgData name="Mollon, Jaime" userId="0c3ef3a2-acf3-4c9b-877f-d39901f8fe4f" providerId="ADAL" clId="{4AF6960D-A1A3-4255-8EA8-6B584C831724}" dt="2026-10-13T02:16:57.697" v="679" actId="108"/>
          <ac:spMkLst>
            <pc:docMk/>
            <pc:sldMk cId="0" sldId="2145704216"/>
            <ac:spMk id="20" creationId="{00000000-0000-0000-0000-000000000000}"/>
          </ac:spMkLst>
        </pc:spChg>
        <pc:spChg chg="mod">
          <ac:chgData name="Mollon, Jaime" userId="0c3ef3a2-acf3-4c9b-877f-d39901f8fe4f" providerId="ADAL" clId="{4AF6960D-A1A3-4255-8EA8-6B584C831724}" dt="2026-10-13T02:15:38.466" v="667" actId="207"/>
          <ac:spMkLst>
            <pc:docMk/>
            <pc:sldMk cId="0" sldId="2145704216"/>
            <ac:spMk id="22" creationId="{00000000-0000-0000-0000-000000000000}"/>
          </ac:spMkLst>
        </pc:spChg>
        <pc:spChg chg="mod">
          <ac:chgData name="Mollon, Jaime" userId="0c3ef3a2-acf3-4c9b-877f-d39901f8fe4f" providerId="ADAL" clId="{4AF6960D-A1A3-4255-8EA8-6B584C831724}" dt="2026-10-13T04:36:36.836" v="1165" actId="403"/>
          <ac:spMkLst>
            <pc:docMk/>
            <pc:sldMk cId="0" sldId="2145704216"/>
            <ac:spMk id="25" creationId="{00000000-0000-0000-0000-000000000000}"/>
          </ac:spMkLst>
        </pc:spChg>
        <pc:spChg chg="mod">
          <ac:chgData name="Mollon, Jaime" userId="0c3ef3a2-acf3-4c9b-877f-d39901f8fe4f" providerId="ADAL" clId="{4AF6960D-A1A3-4255-8EA8-6B584C831724}" dt="2026-10-13T01:56:06.598" v="587" actId="108"/>
          <ac:spMkLst>
            <pc:docMk/>
            <pc:sldMk cId="0" sldId="2145704216"/>
            <ac:spMk id="26" creationId="{00000000-0000-0000-0000-000000000000}"/>
          </ac:spMkLst>
        </pc:spChg>
        <pc:spChg chg="mod">
          <ac:chgData name="Mollon, Jaime" userId="0c3ef3a2-acf3-4c9b-877f-d39901f8fe4f" providerId="ADAL" clId="{4AF6960D-A1A3-4255-8EA8-6B584C831724}" dt="2026-10-13T05:06:51.418" v="1304" actId="313"/>
          <ac:spMkLst>
            <pc:docMk/>
            <pc:sldMk cId="0" sldId="2145704216"/>
            <ac:spMk id="27" creationId="{00000000-0000-0000-0000-000000000000}"/>
          </ac:spMkLst>
        </pc:spChg>
        <pc:spChg chg="mod">
          <ac:chgData name="Mollon, Jaime" userId="0c3ef3a2-acf3-4c9b-877f-d39901f8fe4f" providerId="ADAL" clId="{4AF6960D-A1A3-4255-8EA8-6B584C831724}" dt="2026-10-13T04:34:52.023" v="1157" actId="207"/>
          <ac:spMkLst>
            <pc:docMk/>
            <pc:sldMk cId="0" sldId="2145704216"/>
            <ac:spMk id="28" creationId="{00000000-0000-0000-0000-000000000000}"/>
          </ac:spMkLst>
        </pc:spChg>
        <pc:spChg chg="mod">
          <ac:chgData name="Mollon, Jaime" userId="0c3ef3a2-acf3-4c9b-877f-d39901f8fe4f" providerId="ADAL" clId="{4AF6960D-A1A3-4255-8EA8-6B584C831724}" dt="2026-10-13T04:34:22.346" v="1155" actId="207"/>
          <ac:spMkLst>
            <pc:docMk/>
            <pc:sldMk cId="0" sldId="2145704216"/>
            <ac:spMk id="29" creationId="{00000000-0000-0000-0000-000000000000}"/>
          </ac:spMkLst>
        </pc:spChg>
        <pc:spChg chg="mod">
          <ac:chgData name="Mollon, Jaime" userId="0c3ef3a2-acf3-4c9b-877f-d39901f8fe4f" providerId="ADAL" clId="{4AF6960D-A1A3-4255-8EA8-6B584C831724}" dt="2026-10-13T04:34:40.907" v="1156" actId="948"/>
          <ac:spMkLst>
            <pc:docMk/>
            <pc:sldMk cId="0" sldId="2145704216"/>
            <ac:spMk id="30" creationId="{00000000-0000-0000-0000-000000000000}"/>
          </ac:spMkLst>
        </pc:spChg>
        <pc:spChg chg="mod">
          <ac:chgData name="Mollon, Jaime" userId="0c3ef3a2-acf3-4c9b-877f-d39901f8fe4f" providerId="ADAL" clId="{4AF6960D-A1A3-4255-8EA8-6B584C831724}" dt="2026-10-13T01:56:08.545" v="588" actId="108"/>
          <ac:spMkLst>
            <pc:docMk/>
            <pc:sldMk cId="0" sldId="2145704216"/>
            <ac:spMk id="31" creationId="{00000000-0000-0000-0000-000000000000}"/>
          </ac:spMkLst>
        </pc:spChg>
        <pc:spChg chg="mod">
          <ac:chgData name="Mollon, Jaime" userId="0c3ef3a2-acf3-4c9b-877f-d39901f8fe4f" providerId="ADAL" clId="{4AF6960D-A1A3-4255-8EA8-6B584C831724}" dt="2026-10-13T02:16:18.883" v="671" actId="108"/>
          <ac:spMkLst>
            <pc:docMk/>
            <pc:sldMk cId="0" sldId="2145704216"/>
            <ac:spMk id="33" creationId="{00000000-0000-0000-0000-000000000000}"/>
          </ac:spMkLst>
        </pc:spChg>
        <pc:spChg chg="mod">
          <ac:chgData name="Mollon, Jaime" userId="0c3ef3a2-acf3-4c9b-877f-d39901f8fe4f" providerId="ADAL" clId="{4AF6960D-A1A3-4255-8EA8-6B584C831724}" dt="2026-10-13T02:17:01.176" v="681" actId="108"/>
          <ac:spMkLst>
            <pc:docMk/>
            <pc:sldMk cId="0" sldId="2145704216"/>
            <ac:spMk id="34" creationId="{00000000-0000-0000-0000-000000000000}"/>
          </ac:spMkLst>
        </pc:spChg>
      </pc:sldChg>
      <pc:sldChg chg="delSp modSp mod modClrScheme chgLayout">
        <pc:chgData name="Mollon, Jaime" userId="0c3ef3a2-acf3-4c9b-877f-d39901f8fe4f" providerId="ADAL" clId="{4AF6960D-A1A3-4255-8EA8-6B584C831724}" dt="2026-10-13T05:24:14.074" v="1367" actId="26606"/>
        <pc:sldMkLst>
          <pc:docMk/>
          <pc:sldMk cId="0" sldId="2145704217"/>
        </pc:sldMkLst>
        <pc:spChg chg="mod">
          <ac:chgData name="Mollon, Jaime" userId="0c3ef3a2-acf3-4c9b-877f-d39901f8fe4f" providerId="ADAL" clId="{4AF6960D-A1A3-4255-8EA8-6B584C831724}" dt="2026-10-12T14:50:05.516" v="289" actId="26606"/>
          <ac:spMkLst>
            <pc:docMk/>
            <pc:sldMk cId="0" sldId="2145704217"/>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7"/>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7"/>
            <ac:spMk id="6" creationId="{486B5ECC-611E-E31A-29EE-2BDED404DC2B}"/>
          </ac:spMkLst>
        </pc:spChg>
        <pc:spChg chg="mod">
          <ac:chgData name="Mollon, Jaime" userId="0c3ef3a2-acf3-4c9b-877f-d39901f8fe4f" providerId="ADAL" clId="{4AF6960D-A1A3-4255-8EA8-6B584C831724}" dt="2026-10-13T04:54:16.564" v="1262" actId="14100"/>
          <ac:spMkLst>
            <pc:docMk/>
            <pc:sldMk cId="0" sldId="2145704217"/>
            <ac:spMk id="7" creationId="{00000000-0000-0000-0000-000000000000}"/>
          </ac:spMkLst>
        </pc:spChg>
        <pc:spChg chg="mod">
          <ac:chgData name="Mollon, Jaime" userId="0c3ef3a2-acf3-4c9b-877f-d39901f8fe4f" providerId="ADAL" clId="{4AF6960D-A1A3-4255-8EA8-6B584C831724}" dt="2026-10-13T04:29:48.404" v="1132" actId="207"/>
          <ac:spMkLst>
            <pc:docMk/>
            <pc:sldMk cId="0" sldId="2145704217"/>
            <ac:spMk id="8" creationId="{00000000-0000-0000-0000-000000000000}"/>
          </ac:spMkLst>
        </pc:spChg>
        <pc:spChg chg="mod">
          <ac:chgData name="Mollon, Jaime" userId="0c3ef3a2-acf3-4c9b-877f-d39901f8fe4f" providerId="ADAL" clId="{4AF6960D-A1A3-4255-8EA8-6B584C831724}" dt="2026-10-13T05:24:14.074" v="1367" actId="26606"/>
          <ac:spMkLst>
            <pc:docMk/>
            <pc:sldMk cId="0" sldId="2145704217"/>
            <ac:spMk id="11" creationId="{00000000-0000-0000-0000-000000000000}"/>
          </ac:spMkLst>
        </pc:spChg>
        <pc:spChg chg="mod">
          <ac:chgData name="Mollon, Jaime" userId="0c3ef3a2-acf3-4c9b-877f-d39901f8fe4f" providerId="ADAL" clId="{4AF6960D-A1A3-4255-8EA8-6B584C831724}" dt="2026-10-13T01:56:20.954" v="591" actId="108"/>
          <ac:spMkLst>
            <pc:docMk/>
            <pc:sldMk cId="0" sldId="2145704217"/>
            <ac:spMk id="12" creationId="{00000000-0000-0000-0000-000000000000}"/>
          </ac:spMkLst>
        </pc:spChg>
        <pc:spChg chg="mod">
          <ac:chgData name="Mollon, Jaime" userId="0c3ef3a2-acf3-4c9b-877f-d39901f8fe4f" providerId="ADAL" clId="{4AF6960D-A1A3-4255-8EA8-6B584C831724}" dt="2026-10-13T05:06:53.746" v="1306" actId="313"/>
          <ac:spMkLst>
            <pc:docMk/>
            <pc:sldMk cId="0" sldId="2145704217"/>
            <ac:spMk id="13" creationId="{00000000-0000-0000-0000-000000000000}"/>
          </ac:spMkLst>
        </pc:spChg>
        <pc:spChg chg="mod">
          <ac:chgData name="Mollon, Jaime" userId="0c3ef3a2-acf3-4c9b-877f-d39901f8fe4f" providerId="ADAL" clId="{4AF6960D-A1A3-4255-8EA8-6B584C831724}" dt="2026-10-13T04:35:10.390" v="1159" actId="207"/>
          <ac:spMkLst>
            <pc:docMk/>
            <pc:sldMk cId="0" sldId="2145704217"/>
            <ac:spMk id="14" creationId="{00000000-0000-0000-0000-000000000000}"/>
          </ac:spMkLst>
        </pc:spChg>
        <pc:spChg chg="mod">
          <ac:chgData name="Mollon, Jaime" userId="0c3ef3a2-acf3-4c9b-877f-d39901f8fe4f" providerId="ADAL" clId="{4AF6960D-A1A3-4255-8EA8-6B584C831724}" dt="2026-10-13T04:31:26.932" v="1140" actId="207"/>
          <ac:spMkLst>
            <pc:docMk/>
            <pc:sldMk cId="0" sldId="2145704217"/>
            <ac:spMk id="15" creationId="{00000000-0000-0000-0000-000000000000}"/>
          </ac:spMkLst>
        </pc:spChg>
        <pc:spChg chg="mod">
          <ac:chgData name="Mollon, Jaime" userId="0c3ef3a2-acf3-4c9b-877f-d39901f8fe4f" providerId="ADAL" clId="{4AF6960D-A1A3-4255-8EA8-6B584C831724}" dt="2026-10-13T01:56:22.131" v="592" actId="108"/>
          <ac:spMkLst>
            <pc:docMk/>
            <pc:sldMk cId="0" sldId="2145704217"/>
            <ac:spMk id="17" creationId="{00000000-0000-0000-0000-000000000000}"/>
          </ac:spMkLst>
        </pc:spChg>
        <pc:spChg chg="mod">
          <ac:chgData name="Mollon, Jaime" userId="0c3ef3a2-acf3-4c9b-877f-d39901f8fe4f" providerId="ADAL" clId="{4AF6960D-A1A3-4255-8EA8-6B584C831724}" dt="2026-10-13T04:35:20.077" v="1160" actId="207"/>
          <ac:spMkLst>
            <pc:docMk/>
            <pc:sldMk cId="0" sldId="2145704217"/>
            <ac:spMk id="18" creationId="{00000000-0000-0000-0000-000000000000}"/>
          </ac:spMkLst>
        </pc:spChg>
        <pc:spChg chg="mod">
          <ac:chgData name="Mollon, Jaime" userId="0c3ef3a2-acf3-4c9b-877f-d39901f8fe4f" providerId="ADAL" clId="{4AF6960D-A1A3-4255-8EA8-6B584C831724}" dt="2026-10-13T02:16:21.720" v="672" actId="108"/>
          <ac:spMkLst>
            <pc:docMk/>
            <pc:sldMk cId="0" sldId="2145704217"/>
            <ac:spMk id="19" creationId="{00000000-0000-0000-0000-000000000000}"/>
          </ac:spMkLst>
        </pc:spChg>
        <pc:spChg chg="mod">
          <ac:chgData name="Mollon, Jaime" userId="0c3ef3a2-acf3-4c9b-877f-d39901f8fe4f" providerId="ADAL" clId="{4AF6960D-A1A3-4255-8EA8-6B584C831724}" dt="2026-10-13T05:24:14.074" v="1367" actId="26606"/>
          <ac:spMkLst>
            <pc:docMk/>
            <pc:sldMk cId="0" sldId="2145704217"/>
            <ac:spMk id="20" creationId="{00000000-0000-0000-0000-000000000000}"/>
          </ac:spMkLst>
        </pc:spChg>
        <pc:spChg chg="mod">
          <ac:chgData name="Mollon, Jaime" userId="0c3ef3a2-acf3-4c9b-877f-d39901f8fe4f" providerId="ADAL" clId="{4AF6960D-A1A3-4255-8EA8-6B584C831724}" dt="2026-10-13T04:31:12.350" v="1139" actId="207"/>
          <ac:spMkLst>
            <pc:docMk/>
            <pc:sldMk cId="0" sldId="2145704217"/>
            <ac:spMk id="22" creationId="{00000000-0000-0000-0000-000000000000}"/>
          </ac:spMkLst>
        </pc:spChg>
        <pc:spChg chg="mod">
          <ac:chgData name="Mollon, Jaime" userId="0c3ef3a2-acf3-4c9b-877f-d39901f8fe4f" providerId="ADAL" clId="{4AF6960D-A1A3-4255-8EA8-6B584C831724}" dt="2026-10-13T05:24:14.074" v="1367" actId="26606"/>
          <ac:spMkLst>
            <pc:docMk/>
            <pc:sldMk cId="0" sldId="2145704217"/>
            <ac:spMk id="25" creationId="{00000000-0000-0000-0000-000000000000}"/>
          </ac:spMkLst>
        </pc:spChg>
        <pc:spChg chg="mod">
          <ac:chgData name="Mollon, Jaime" userId="0c3ef3a2-acf3-4c9b-877f-d39901f8fe4f" providerId="ADAL" clId="{4AF6960D-A1A3-4255-8EA8-6B584C831724}" dt="2026-10-13T01:56:16.017" v="589" actId="108"/>
          <ac:spMkLst>
            <pc:docMk/>
            <pc:sldMk cId="0" sldId="2145704217"/>
            <ac:spMk id="26" creationId="{00000000-0000-0000-0000-000000000000}"/>
          </ac:spMkLst>
        </pc:spChg>
        <pc:spChg chg="mod">
          <ac:chgData name="Mollon, Jaime" userId="0c3ef3a2-acf3-4c9b-877f-d39901f8fe4f" providerId="ADAL" clId="{4AF6960D-A1A3-4255-8EA8-6B584C831724}" dt="2026-10-13T05:06:55.833" v="1308" actId="313"/>
          <ac:spMkLst>
            <pc:docMk/>
            <pc:sldMk cId="0" sldId="2145704217"/>
            <ac:spMk id="27" creationId="{00000000-0000-0000-0000-000000000000}"/>
          </ac:spMkLst>
        </pc:spChg>
        <pc:spChg chg="mod">
          <ac:chgData name="Mollon, Jaime" userId="0c3ef3a2-acf3-4c9b-877f-d39901f8fe4f" providerId="ADAL" clId="{4AF6960D-A1A3-4255-8EA8-6B584C831724}" dt="2026-10-13T04:35:10.390" v="1159" actId="207"/>
          <ac:spMkLst>
            <pc:docMk/>
            <pc:sldMk cId="0" sldId="2145704217"/>
            <ac:spMk id="28" creationId="{00000000-0000-0000-0000-000000000000}"/>
          </ac:spMkLst>
        </pc:spChg>
        <pc:spChg chg="mod">
          <ac:chgData name="Mollon, Jaime" userId="0c3ef3a2-acf3-4c9b-877f-d39901f8fe4f" providerId="ADAL" clId="{4AF6960D-A1A3-4255-8EA8-6B584C831724}" dt="2026-10-13T04:31:30.847" v="1141" actId="207"/>
          <ac:spMkLst>
            <pc:docMk/>
            <pc:sldMk cId="0" sldId="2145704217"/>
            <ac:spMk id="29" creationId="{00000000-0000-0000-0000-000000000000}"/>
          </ac:spMkLst>
        </pc:spChg>
        <pc:spChg chg="mod">
          <ac:chgData name="Mollon, Jaime" userId="0c3ef3a2-acf3-4c9b-877f-d39901f8fe4f" providerId="ADAL" clId="{4AF6960D-A1A3-4255-8EA8-6B584C831724}" dt="2026-10-13T05:06:57.027" v="1309" actId="313"/>
          <ac:spMkLst>
            <pc:docMk/>
            <pc:sldMk cId="0" sldId="2145704217"/>
            <ac:spMk id="30" creationId="{00000000-0000-0000-0000-000000000000}"/>
          </ac:spMkLst>
        </pc:spChg>
        <pc:spChg chg="mod">
          <ac:chgData name="Mollon, Jaime" userId="0c3ef3a2-acf3-4c9b-877f-d39901f8fe4f" providerId="ADAL" clId="{4AF6960D-A1A3-4255-8EA8-6B584C831724}" dt="2026-10-13T01:56:18.005" v="590" actId="108"/>
          <ac:spMkLst>
            <pc:docMk/>
            <pc:sldMk cId="0" sldId="2145704217"/>
            <ac:spMk id="31" creationId="{00000000-0000-0000-0000-000000000000}"/>
          </ac:spMkLst>
        </pc:spChg>
        <pc:spChg chg="mod">
          <ac:chgData name="Mollon, Jaime" userId="0c3ef3a2-acf3-4c9b-877f-d39901f8fe4f" providerId="ADAL" clId="{4AF6960D-A1A3-4255-8EA8-6B584C831724}" dt="2026-10-13T04:35:20.077" v="1160" actId="207"/>
          <ac:spMkLst>
            <pc:docMk/>
            <pc:sldMk cId="0" sldId="2145704217"/>
            <ac:spMk id="32" creationId="{00000000-0000-0000-0000-000000000000}"/>
          </ac:spMkLst>
        </pc:spChg>
        <pc:spChg chg="mod">
          <ac:chgData name="Mollon, Jaime" userId="0c3ef3a2-acf3-4c9b-877f-d39901f8fe4f" providerId="ADAL" clId="{4AF6960D-A1A3-4255-8EA8-6B584C831724}" dt="2026-10-13T02:16:23.286" v="673" actId="108"/>
          <ac:spMkLst>
            <pc:docMk/>
            <pc:sldMk cId="0" sldId="2145704217"/>
            <ac:spMk id="33" creationId="{00000000-0000-0000-0000-000000000000}"/>
          </ac:spMkLst>
        </pc:spChg>
        <pc:spChg chg="mod">
          <ac:chgData name="Mollon, Jaime" userId="0c3ef3a2-acf3-4c9b-877f-d39901f8fe4f" providerId="ADAL" clId="{4AF6960D-A1A3-4255-8EA8-6B584C831724}" dt="2026-10-13T05:24:14.074" v="1367" actId="26606"/>
          <ac:spMkLst>
            <pc:docMk/>
            <pc:sldMk cId="0" sldId="2145704217"/>
            <ac:spMk id="34" creationId="{00000000-0000-0000-0000-000000000000}"/>
          </ac:spMkLst>
        </pc:spChg>
      </pc:sldChg>
      <pc:sldChg chg="delSp modSp mod modClrScheme chgLayout">
        <pc:chgData name="Mollon, Jaime" userId="0c3ef3a2-acf3-4c9b-877f-d39901f8fe4f" providerId="ADAL" clId="{4AF6960D-A1A3-4255-8EA8-6B584C831724}" dt="2026-10-13T04:57:30.552" v="1269" actId="122"/>
        <pc:sldMkLst>
          <pc:docMk/>
          <pc:sldMk cId="0" sldId="2145704218"/>
        </pc:sldMkLst>
        <pc:spChg chg="mod">
          <ac:chgData name="Mollon, Jaime" userId="0c3ef3a2-acf3-4c9b-877f-d39901f8fe4f" providerId="ADAL" clId="{4AF6960D-A1A3-4255-8EA8-6B584C831724}" dt="2026-10-12T14:50:05.516" v="289" actId="26606"/>
          <ac:spMkLst>
            <pc:docMk/>
            <pc:sldMk cId="0" sldId="2145704218"/>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8"/>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8"/>
            <ac:spMk id="6" creationId="{486B5ECC-611E-E31A-29EE-2BDED404DC2B}"/>
          </ac:spMkLst>
        </pc:spChg>
        <pc:spChg chg="mod">
          <ac:chgData name="Mollon, Jaime" userId="0c3ef3a2-acf3-4c9b-877f-d39901f8fe4f" providerId="ADAL" clId="{4AF6960D-A1A3-4255-8EA8-6B584C831724}" dt="2026-10-13T04:54:21.495" v="1263" actId="14100"/>
          <ac:spMkLst>
            <pc:docMk/>
            <pc:sldMk cId="0" sldId="2145704218"/>
            <ac:spMk id="7" creationId="{00000000-0000-0000-0000-000000000000}"/>
          </ac:spMkLst>
        </pc:spChg>
        <pc:spChg chg="mod">
          <ac:chgData name="Mollon, Jaime" userId="0c3ef3a2-acf3-4c9b-877f-d39901f8fe4f" providerId="ADAL" clId="{4AF6960D-A1A3-4255-8EA8-6B584C831724}" dt="2026-10-13T04:53:13.244" v="1259" actId="3064"/>
          <ac:spMkLst>
            <pc:docMk/>
            <pc:sldMk cId="0" sldId="2145704218"/>
            <ac:spMk id="8" creationId="{00000000-0000-0000-0000-000000000000}"/>
          </ac:spMkLst>
        </pc:spChg>
        <pc:graphicFrameChg chg="modGraphic">
          <ac:chgData name="Mollon, Jaime" userId="0c3ef3a2-acf3-4c9b-877f-d39901f8fe4f" providerId="ADAL" clId="{4AF6960D-A1A3-4255-8EA8-6B584C831724}" dt="2026-10-13T04:57:30.552" v="1269" actId="122"/>
          <ac:graphicFrameMkLst>
            <pc:docMk/>
            <pc:sldMk cId="0" sldId="2145704218"/>
            <ac:graphicFrameMk id="9" creationId="{00000000-0000-0000-0000-000000000000}"/>
          </ac:graphicFrameMkLst>
        </pc:graphicFrameChg>
      </pc:sldChg>
      <pc:sldChg chg="delSp modSp mod modClrScheme chgLayout">
        <pc:chgData name="Mollon, Jaime" userId="0c3ef3a2-acf3-4c9b-877f-d39901f8fe4f" providerId="ADAL" clId="{4AF6960D-A1A3-4255-8EA8-6B584C831724}" dt="2026-10-13T04:54:27.023" v="1264" actId="14100"/>
        <pc:sldMkLst>
          <pc:docMk/>
          <pc:sldMk cId="0" sldId="2145704219"/>
        </pc:sldMkLst>
        <pc:spChg chg="mod">
          <ac:chgData name="Mollon, Jaime" userId="0c3ef3a2-acf3-4c9b-877f-d39901f8fe4f" providerId="ADAL" clId="{4AF6960D-A1A3-4255-8EA8-6B584C831724}" dt="2026-10-12T14:50:05.516" v="289" actId="26606"/>
          <ac:spMkLst>
            <pc:docMk/>
            <pc:sldMk cId="0" sldId="2145704219"/>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19"/>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19"/>
            <ac:spMk id="6" creationId="{486B5ECC-611E-E31A-29EE-2BDED404DC2B}"/>
          </ac:spMkLst>
        </pc:spChg>
        <pc:spChg chg="mod">
          <ac:chgData name="Mollon, Jaime" userId="0c3ef3a2-acf3-4c9b-877f-d39901f8fe4f" providerId="ADAL" clId="{4AF6960D-A1A3-4255-8EA8-6B584C831724}" dt="2026-10-13T04:54:27.023" v="1264" actId="14100"/>
          <ac:spMkLst>
            <pc:docMk/>
            <pc:sldMk cId="0" sldId="2145704219"/>
            <ac:spMk id="7" creationId="{00000000-0000-0000-0000-000000000000}"/>
          </ac:spMkLst>
        </pc:spChg>
        <pc:spChg chg="mod">
          <ac:chgData name="Mollon, Jaime" userId="0c3ef3a2-acf3-4c9b-877f-d39901f8fe4f" providerId="ADAL" clId="{4AF6960D-A1A3-4255-8EA8-6B584C831724}" dt="2026-10-13T04:53:21.880" v="1260" actId="3064"/>
          <ac:spMkLst>
            <pc:docMk/>
            <pc:sldMk cId="0" sldId="2145704219"/>
            <ac:spMk id="8" creationId="{00000000-0000-0000-0000-000000000000}"/>
          </ac:spMkLst>
        </pc:spChg>
        <pc:spChg chg="mod">
          <ac:chgData name="Mollon, Jaime" userId="0c3ef3a2-acf3-4c9b-877f-d39901f8fe4f" providerId="ADAL" clId="{4AF6960D-A1A3-4255-8EA8-6B584C831724}" dt="2026-10-13T04:38:52.247" v="1172" actId="207"/>
          <ac:spMkLst>
            <pc:docMk/>
            <pc:sldMk cId="0" sldId="2145704219"/>
            <ac:spMk id="9" creationId="{00000000-0000-0000-0000-000000000000}"/>
          </ac:spMkLst>
        </pc:spChg>
        <pc:spChg chg="mod">
          <ac:chgData name="Mollon, Jaime" userId="0c3ef3a2-acf3-4c9b-877f-d39901f8fe4f" providerId="ADAL" clId="{4AF6960D-A1A3-4255-8EA8-6B584C831724}" dt="2026-10-13T04:38:46.517" v="1171" actId="207"/>
          <ac:spMkLst>
            <pc:docMk/>
            <pc:sldMk cId="0" sldId="2145704219"/>
            <ac:spMk id="10" creationId="{00000000-0000-0000-0000-000000000000}"/>
          </ac:spMkLst>
        </pc:spChg>
        <pc:spChg chg="mod">
          <ac:chgData name="Mollon, Jaime" userId="0c3ef3a2-acf3-4c9b-877f-d39901f8fe4f" providerId="ADAL" clId="{4AF6960D-A1A3-4255-8EA8-6B584C831724}" dt="2026-10-13T04:38:36.148" v="1170" actId="207"/>
          <ac:spMkLst>
            <pc:docMk/>
            <pc:sldMk cId="0" sldId="2145704219"/>
            <ac:spMk id="11" creationId="{00000000-0000-0000-0000-000000000000}"/>
          </ac:spMkLst>
        </pc:spChg>
        <pc:spChg chg="mod">
          <ac:chgData name="Mollon, Jaime" userId="0c3ef3a2-acf3-4c9b-877f-d39901f8fe4f" providerId="ADAL" clId="{4AF6960D-A1A3-4255-8EA8-6B584C831724}" dt="2026-10-13T04:38:46.517" v="1171" actId="207"/>
          <ac:spMkLst>
            <pc:docMk/>
            <pc:sldMk cId="0" sldId="2145704219"/>
            <ac:spMk id="15" creationId="{00000000-0000-0000-0000-000000000000}"/>
          </ac:spMkLst>
        </pc:spChg>
        <pc:spChg chg="mod">
          <ac:chgData name="Mollon, Jaime" userId="0c3ef3a2-acf3-4c9b-877f-d39901f8fe4f" providerId="ADAL" clId="{4AF6960D-A1A3-4255-8EA8-6B584C831724}" dt="2026-10-13T04:38:36.148" v="1170" actId="207"/>
          <ac:spMkLst>
            <pc:docMk/>
            <pc:sldMk cId="0" sldId="2145704219"/>
            <ac:spMk id="16" creationId="{00000000-0000-0000-0000-000000000000}"/>
          </ac:spMkLst>
        </pc:spChg>
        <pc:spChg chg="mod">
          <ac:chgData name="Mollon, Jaime" userId="0c3ef3a2-acf3-4c9b-877f-d39901f8fe4f" providerId="ADAL" clId="{4AF6960D-A1A3-4255-8EA8-6B584C831724}" dt="2026-10-13T04:38:55.296" v="1173" actId="207"/>
          <ac:spMkLst>
            <pc:docMk/>
            <pc:sldMk cId="0" sldId="2145704219"/>
            <ac:spMk id="19" creationId="{00000000-0000-0000-0000-000000000000}"/>
          </ac:spMkLst>
        </pc:spChg>
        <pc:spChg chg="mod">
          <ac:chgData name="Mollon, Jaime" userId="0c3ef3a2-acf3-4c9b-877f-d39901f8fe4f" providerId="ADAL" clId="{4AF6960D-A1A3-4255-8EA8-6B584C831724}" dt="2026-10-13T04:38:46.517" v="1171" actId="207"/>
          <ac:spMkLst>
            <pc:docMk/>
            <pc:sldMk cId="0" sldId="2145704219"/>
            <ac:spMk id="20" creationId="{00000000-0000-0000-0000-000000000000}"/>
          </ac:spMkLst>
        </pc:spChg>
        <pc:spChg chg="mod">
          <ac:chgData name="Mollon, Jaime" userId="0c3ef3a2-acf3-4c9b-877f-d39901f8fe4f" providerId="ADAL" clId="{4AF6960D-A1A3-4255-8EA8-6B584C831724}" dt="2026-10-13T04:38:36.148" v="1170" actId="207"/>
          <ac:spMkLst>
            <pc:docMk/>
            <pc:sldMk cId="0" sldId="2145704219"/>
            <ac:spMk id="21" creationId="{00000000-0000-0000-0000-000000000000}"/>
          </ac:spMkLst>
        </pc:spChg>
        <pc:spChg chg="mod">
          <ac:chgData name="Mollon, Jaime" userId="0c3ef3a2-acf3-4c9b-877f-d39901f8fe4f" providerId="ADAL" clId="{4AF6960D-A1A3-4255-8EA8-6B584C831724}" dt="2026-10-13T04:38:46.517" v="1171" actId="207"/>
          <ac:spMkLst>
            <pc:docMk/>
            <pc:sldMk cId="0" sldId="2145704219"/>
            <ac:spMk id="25" creationId="{00000000-0000-0000-0000-000000000000}"/>
          </ac:spMkLst>
        </pc:spChg>
        <pc:spChg chg="mod">
          <ac:chgData name="Mollon, Jaime" userId="0c3ef3a2-acf3-4c9b-877f-d39901f8fe4f" providerId="ADAL" clId="{4AF6960D-A1A3-4255-8EA8-6B584C831724}" dt="2026-10-13T04:38:36.148" v="1170" actId="207"/>
          <ac:spMkLst>
            <pc:docMk/>
            <pc:sldMk cId="0" sldId="2145704219"/>
            <ac:spMk id="26" creationId="{00000000-0000-0000-0000-000000000000}"/>
          </ac:spMkLst>
        </pc:spChg>
        <pc:spChg chg="mod">
          <ac:chgData name="Mollon, Jaime" userId="0c3ef3a2-acf3-4c9b-877f-d39901f8fe4f" providerId="ADAL" clId="{4AF6960D-A1A3-4255-8EA8-6B584C831724}" dt="2026-10-13T04:38:59.919" v="1174" actId="207"/>
          <ac:spMkLst>
            <pc:docMk/>
            <pc:sldMk cId="0" sldId="2145704219"/>
            <ac:spMk id="29" creationId="{00000000-0000-0000-0000-000000000000}"/>
          </ac:spMkLst>
        </pc:spChg>
        <pc:spChg chg="mod">
          <ac:chgData name="Mollon, Jaime" userId="0c3ef3a2-acf3-4c9b-877f-d39901f8fe4f" providerId="ADAL" clId="{4AF6960D-A1A3-4255-8EA8-6B584C831724}" dt="2026-10-13T04:38:46.517" v="1171" actId="207"/>
          <ac:spMkLst>
            <pc:docMk/>
            <pc:sldMk cId="0" sldId="2145704219"/>
            <ac:spMk id="30" creationId="{00000000-0000-0000-0000-000000000000}"/>
          </ac:spMkLst>
        </pc:spChg>
        <pc:spChg chg="mod">
          <ac:chgData name="Mollon, Jaime" userId="0c3ef3a2-acf3-4c9b-877f-d39901f8fe4f" providerId="ADAL" clId="{4AF6960D-A1A3-4255-8EA8-6B584C831724}" dt="2026-10-13T04:38:36.148" v="1170" actId="207"/>
          <ac:spMkLst>
            <pc:docMk/>
            <pc:sldMk cId="0" sldId="2145704219"/>
            <ac:spMk id="31" creationId="{00000000-0000-0000-0000-000000000000}"/>
          </ac:spMkLst>
        </pc:spChg>
      </pc:sldChg>
      <pc:sldChg chg="delSp modSp mod modClrScheme chgLayout">
        <pc:chgData name="Mollon, Jaime" userId="0c3ef3a2-acf3-4c9b-877f-d39901f8fe4f" providerId="ADAL" clId="{4AF6960D-A1A3-4255-8EA8-6B584C831724}" dt="2026-10-13T05:24:14.074" v="1367" actId="26606"/>
        <pc:sldMkLst>
          <pc:docMk/>
          <pc:sldMk cId="0" sldId="2145704225"/>
        </pc:sldMkLst>
        <pc:spChg chg="mod">
          <ac:chgData name="Mollon, Jaime" userId="0c3ef3a2-acf3-4c9b-877f-d39901f8fe4f" providerId="ADAL" clId="{4AF6960D-A1A3-4255-8EA8-6B584C831724}" dt="2026-10-12T14:50:05.516" v="289" actId="26606"/>
          <ac:spMkLst>
            <pc:docMk/>
            <pc:sldMk cId="0" sldId="2145704225"/>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25"/>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25"/>
            <ac:spMk id="6" creationId="{486B5ECC-611E-E31A-29EE-2BDED404DC2B}"/>
          </ac:spMkLst>
        </pc:spChg>
        <pc:spChg chg="mod">
          <ac:chgData name="Mollon, Jaime" userId="0c3ef3a2-acf3-4c9b-877f-d39901f8fe4f" providerId="ADAL" clId="{4AF6960D-A1A3-4255-8EA8-6B584C831724}" dt="2026-10-13T04:54:42.139" v="1266" actId="14100"/>
          <ac:spMkLst>
            <pc:docMk/>
            <pc:sldMk cId="0" sldId="2145704225"/>
            <ac:spMk id="7" creationId="{00000000-0000-0000-0000-000000000000}"/>
          </ac:spMkLst>
        </pc:spChg>
        <pc:spChg chg="mod">
          <ac:chgData name="Mollon, Jaime" userId="0c3ef3a2-acf3-4c9b-877f-d39901f8fe4f" providerId="ADAL" clId="{4AF6960D-A1A3-4255-8EA8-6B584C831724}" dt="2026-10-13T05:24:14.074" v="1367" actId="26606"/>
          <ac:spMkLst>
            <pc:docMk/>
            <pc:sldMk cId="0" sldId="2145704225"/>
            <ac:spMk id="9" creationId="{00000000-0000-0000-0000-000000000000}"/>
          </ac:spMkLst>
        </pc:spChg>
        <pc:graphicFrameChg chg="mod modGraphic">
          <ac:chgData name="Mollon, Jaime" userId="0c3ef3a2-acf3-4c9b-877f-d39901f8fe4f" providerId="ADAL" clId="{4AF6960D-A1A3-4255-8EA8-6B584C831724}" dt="2026-10-13T05:24:14.074" v="1367" actId="26606"/>
          <ac:graphicFrameMkLst>
            <pc:docMk/>
            <pc:sldMk cId="0" sldId="2145704225"/>
            <ac:graphicFrameMk id="8" creationId="{00000000-0000-0000-0000-000000000000}"/>
          </ac:graphicFrameMkLst>
        </pc:graphicFrameChg>
      </pc:sldChg>
      <pc:sldChg chg="delSp modSp mod modClrScheme chgLayout">
        <pc:chgData name="Mollon, Jaime" userId="0c3ef3a2-acf3-4c9b-877f-d39901f8fe4f" providerId="ADAL" clId="{4AF6960D-A1A3-4255-8EA8-6B584C831724}" dt="2026-10-13T05:24:14.074" v="1367" actId="26606"/>
        <pc:sldMkLst>
          <pc:docMk/>
          <pc:sldMk cId="0" sldId="2145704243"/>
        </pc:sldMkLst>
        <pc:spChg chg="mod">
          <ac:chgData name="Mollon, Jaime" userId="0c3ef3a2-acf3-4c9b-877f-d39901f8fe4f" providerId="ADAL" clId="{4AF6960D-A1A3-4255-8EA8-6B584C831724}" dt="2026-10-12T14:50:05.516" v="289" actId="26606"/>
          <ac:spMkLst>
            <pc:docMk/>
            <pc:sldMk cId="0" sldId="2145704243"/>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43"/>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43"/>
            <ac:spMk id="6" creationId="{486B5ECC-611E-E31A-29EE-2BDED404DC2B}"/>
          </ac:spMkLst>
        </pc:spChg>
        <pc:spChg chg="mod">
          <ac:chgData name="Mollon, Jaime" userId="0c3ef3a2-acf3-4c9b-877f-d39901f8fe4f" providerId="ADAL" clId="{4AF6960D-A1A3-4255-8EA8-6B584C831724}" dt="2026-10-13T03:26:56.580" v="907" actId="14100"/>
          <ac:spMkLst>
            <pc:docMk/>
            <pc:sldMk cId="0" sldId="2145704243"/>
            <ac:spMk id="7" creationId="{00000000-0000-0000-0000-000000000000}"/>
          </ac:spMkLst>
        </pc:spChg>
        <pc:spChg chg="mod">
          <ac:chgData name="Mollon, Jaime" userId="0c3ef3a2-acf3-4c9b-877f-d39901f8fe4f" providerId="ADAL" clId="{4AF6960D-A1A3-4255-8EA8-6B584C831724}" dt="2026-10-13T04:23:54.254" v="1108" actId="207"/>
          <ac:spMkLst>
            <pc:docMk/>
            <pc:sldMk cId="0" sldId="2145704243"/>
            <ac:spMk id="8" creationId="{00000000-0000-0000-0000-000000000000}"/>
          </ac:spMkLst>
        </pc:spChg>
        <pc:spChg chg="mod">
          <ac:chgData name="Mollon, Jaime" userId="0c3ef3a2-acf3-4c9b-877f-d39901f8fe4f" providerId="ADAL" clId="{4AF6960D-A1A3-4255-8EA8-6B584C831724}" dt="2026-10-13T03:21:56.743" v="888" actId="1076"/>
          <ac:spMkLst>
            <pc:docMk/>
            <pc:sldMk cId="0" sldId="2145704243"/>
            <ac:spMk id="10" creationId="{00000000-0000-0000-0000-000000000000}"/>
          </ac:spMkLst>
        </pc:spChg>
        <pc:spChg chg="mod">
          <ac:chgData name="Mollon, Jaime" userId="0c3ef3a2-acf3-4c9b-877f-d39901f8fe4f" providerId="ADAL" clId="{4AF6960D-A1A3-4255-8EA8-6B584C831724}" dt="2026-10-13T02:48:07.287" v="728" actId="14100"/>
          <ac:spMkLst>
            <pc:docMk/>
            <pc:sldMk cId="0" sldId="2145704243"/>
            <ac:spMk id="11" creationId="{00000000-0000-0000-0000-000000000000}"/>
          </ac:spMkLst>
        </pc:spChg>
        <pc:spChg chg="mod">
          <ac:chgData name="Mollon, Jaime" userId="0c3ef3a2-acf3-4c9b-877f-d39901f8fe4f" providerId="ADAL" clId="{4AF6960D-A1A3-4255-8EA8-6B584C831724}" dt="2026-10-13T02:47:36.305" v="725" actId="1035"/>
          <ac:spMkLst>
            <pc:docMk/>
            <pc:sldMk cId="0" sldId="2145704243"/>
            <ac:spMk id="12" creationId="{00000000-0000-0000-0000-000000000000}"/>
          </ac:spMkLst>
        </pc:spChg>
        <pc:spChg chg="mod">
          <ac:chgData name="Mollon, Jaime" userId="0c3ef3a2-acf3-4c9b-877f-d39901f8fe4f" providerId="ADAL" clId="{4AF6960D-A1A3-4255-8EA8-6B584C831724}" dt="2026-10-13T05:16:39.047" v="1349" actId="403"/>
          <ac:spMkLst>
            <pc:docMk/>
            <pc:sldMk cId="0" sldId="2145704243"/>
            <ac:spMk id="13" creationId="{00000000-0000-0000-0000-000000000000}"/>
          </ac:spMkLst>
        </pc:spChg>
        <pc:spChg chg="mod">
          <ac:chgData name="Mollon, Jaime" userId="0c3ef3a2-acf3-4c9b-877f-d39901f8fe4f" providerId="ADAL" clId="{4AF6960D-A1A3-4255-8EA8-6B584C831724}" dt="2026-10-13T02:47:52.245" v="727" actId="14100"/>
          <ac:spMkLst>
            <pc:docMk/>
            <pc:sldMk cId="0" sldId="2145704243"/>
            <ac:spMk id="14" creationId="{00000000-0000-0000-0000-000000000000}"/>
          </ac:spMkLst>
        </pc:spChg>
        <pc:spChg chg="mod">
          <ac:chgData name="Mollon, Jaime" userId="0c3ef3a2-acf3-4c9b-877f-d39901f8fe4f" providerId="ADAL" clId="{4AF6960D-A1A3-4255-8EA8-6B584C831724}" dt="2026-10-13T02:47:42.083" v="726" actId="1035"/>
          <ac:spMkLst>
            <pc:docMk/>
            <pc:sldMk cId="0" sldId="2145704243"/>
            <ac:spMk id="15" creationId="{00000000-0000-0000-0000-000000000000}"/>
          </ac:spMkLst>
        </pc:spChg>
        <pc:spChg chg="mod">
          <ac:chgData name="Mollon, Jaime" userId="0c3ef3a2-acf3-4c9b-877f-d39901f8fe4f" providerId="ADAL" clId="{4AF6960D-A1A3-4255-8EA8-6B584C831724}" dt="2026-10-13T05:16:39.047" v="1349" actId="403"/>
          <ac:spMkLst>
            <pc:docMk/>
            <pc:sldMk cId="0" sldId="2145704243"/>
            <ac:spMk id="16" creationId="{00000000-0000-0000-0000-000000000000}"/>
          </ac:spMkLst>
        </pc:spChg>
        <pc:spChg chg="mod">
          <ac:chgData name="Mollon, Jaime" userId="0c3ef3a2-acf3-4c9b-877f-d39901f8fe4f" providerId="ADAL" clId="{4AF6960D-A1A3-4255-8EA8-6B584C831724}" dt="2026-10-13T05:16:39.047" v="1349" actId="403"/>
          <ac:spMkLst>
            <pc:docMk/>
            <pc:sldMk cId="0" sldId="2145704243"/>
            <ac:spMk id="19" creationId="{00000000-0000-0000-0000-000000000000}"/>
          </ac:spMkLst>
        </pc:spChg>
        <pc:spChg chg="mod">
          <ac:chgData name="Mollon, Jaime" userId="0c3ef3a2-acf3-4c9b-877f-d39901f8fe4f" providerId="ADAL" clId="{4AF6960D-A1A3-4255-8EA8-6B584C831724}" dt="2026-10-13T02:48:23.066" v="729" actId="20577"/>
          <ac:spMkLst>
            <pc:docMk/>
            <pc:sldMk cId="0" sldId="2145704243"/>
            <ac:spMk id="21" creationId="{00000000-0000-0000-0000-000000000000}"/>
          </ac:spMkLst>
        </pc:spChg>
        <pc:spChg chg="mod">
          <ac:chgData name="Mollon, Jaime" userId="0c3ef3a2-acf3-4c9b-877f-d39901f8fe4f" providerId="ADAL" clId="{4AF6960D-A1A3-4255-8EA8-6B584C831724}" dt="2026-10-13T05:16:39.047" v="1349" actId="403"/>
          <ac:spMkLst>
            <pc:docMk/>
            <pc:sldMk cId="0" sldId="2145704243"/>
            <ac:spMk id="22" creationId="{00000000-0000-0000-0000-000000000000}"/>
          </ac:spMkLst>
        </pc:spChg>
        <pc:spChg chg="mod">
          <ac:chgData name="Mollon, Jaime" userId="0c3ef3a2-acf3-4c9b-877f-d39901f8fe4f" providerId="ADAL" clId="{4AF6960D-A1A3-4255-8EA8-6B584C831724}" dt="2026-10-13T05:16:39.047" v="1349" actId="403"/>
          <ac:spMkLst>
            <pc:docMk/>
            <pc:sldMk cId="0" sldId="2145704243"/>
            <ac:spMk id="25" creationId="{00000000-0000-0000-0000-000000000000}"/>
          </ac:spMkLst>
        </pc:spChg>
        <pc:spChg chg="mod">
          <ac:chgData name="Mollon, Jaime" userId="0c3ef3a2-acf3-4c9b-877f-d39901f8fe4f" providerId="ADAL" clId="{4AF6960D-A1A3-4255-8EA8-6B584C831724}" dt="2026-10-13T05:09:19.648" v="1318" actId="20577"/>
          <ac:spMkLst>
            <pc:docMk/>
            <pc:sldMk cId="0" sldId="2145704243"/>
            <ac:spMk id="26" creationId="{00000000-0000-0000-0000-000000000000}"/>
          </ac:spMkLst>
        </pc:spChg>
        <pc:spChg chg="mod">
          <ac:chgData name="Mollon, Jaime" userId="0c3ef3a2-acf3-4c9b-877f-d39901f8fe4f" providerId="ADAL" clId="{4AF6960D-A1A3-4255-8EA8-6B584C831724}" dt="2026-10-13T02:44:14.449" v="718" actId="207"/>
          <ac:spMkLst>
            <pc:docMk/>
            <pc:sldMk cId="0" sldId="2145704243"/>
            <ac:spMk id="43" creationId="{96E5BAC0-20F9-1DDE-E7E8-58A0C32A6A9E}"/>
          </ac:spMkLst>
        </pc:spChg>
        <pc:graphicFrameChg chg="add mod">
          <ac:chgData name="Mollon, Jaime" userId="0c3ef3a2-acf3-4c9b-877f-d39901f8fe4f" providerId="ADAL" clId="{4AF6960D-A1A3-4255-8EA8-6B584C831724}" dt="2026-10-13T05:24:14.074" v="1367" actId="26606"/>
          <ac:graphicFrameMkLst>
            <pc:docMk/>
            <pc:sldMk cId="0" sldId="2145704243"/>
            <ac:graphicFrameMk id="9" creationId="{00000000-0000-0000-0000-000000000000}"/>
          </ac:graphicFrameMkLst>
        </pc:graphicFrameChg>
      </pc:sldChg>
      <pc:sldChg chg="delSp modSp mod modClrScheme chgLayout">
        <pc:chgData name="Mollon, Jaime" userId="0c3ef3a2-acf3-4c9b-877f-d39901f8fe4f" providerId="ADAL" clId="{4AF6960D-A1A3-4255-8EA8-6B584C831724}" dt="2026-10-13T04:54:35.525" v="1265" actId="14100"/>
        <pc:sldMkLst>
          <pc:docMk/>
          <pc:sldMk cId="0" sldId="2145704245"/>
        </pc:sldMkLst>
        <pc:spChg chg="mod">
          <ac:chgData name="Mollon, Jaime" userId="0c3ef3a2-acf3-4c9b-877f-d39901f8fe4f" providerId="ADAL" clId="{4AF6960D-A1A3-4255-8EA8-6B584C831724}" dt="2026-10-12T14:50:05.516" v="289" actId="26606"/>
          <ac:spMkLst>
            <pc:docMk/>
            <pc:sldMk cId="0" sldId="2145704245"/>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45"/>
            <ac:spMk id="5" creationId="{A33EE63D-0682-D999-1B47-793122BCAAEE}"/>
          </ac:spMkLst>
        </pc:spChg>
        <pc:spChg chg="mod">
          <ac:chgData name="Mollon, Jaime" userId="0c3ef3a2-acf3-4c9b-877f-d39901f8fe4f" providerId="ADAL" clId="{4AF6960D-A1A3-4255-8EA8-6B584C831724}" dt="2026-10-12T14:50:05.516" v="289" actId="26606"/>
          <ac:spMkLst>
            <pc:docMk/>
            <pc:sldMk cId="0" sldId="2145704245"/>
            <ac:spMk id="6" creationId="{486B5ECC-611E-E31A-29EE-2BDED404DC2B}"/>
          </ac:spMkLst>
        </pc:spChg>
        <pc:spChg chg="mod">
          <ac:chgData name="Mollon, Jaime" userId="0c3ef3a2-acf3-4c9b-877f-d39901f8fe4f" providerId="ADAL" clId="{4AF6960D-A1A3-4255-8EA8-6B584C831724}" dt="2026-10-13T04:54:35.525" v="1265" actId="14100"/>
          <ac:spMkLst>
            <pc:docMk/>
            <pc:sldMk cId="0" sldId="2145704245"/>
            <ac:spMk id="7" creationId="{00000000-0000-0000-0000-000000000000}"/>
          </ac:spMkLst>
        </pc:spChg>
        <pc:spChg chg="mod">
          <ac:chgData name="Mollon, Jaime" userId="0c3ef3a2-acf3-4c9b-877f-d39901f8fe4f" providerId="ADAL" clId="{4AF6960D-A1A3-4255-8EA8-6B584C831724}" dt="2026-10-13T04:44:12.984" v="1211" actId="208"/>
          <ac:spMkLst>
            <pc:docMk/>
            <pc:sldMk cId="0" sldId="2145704245"/>
            <ac:spMk id="8" creationId="{00000000-0000-0000-0000-000000000000}"/>
          </ac:spMkLst>
        </pc:spChg>
        <pc:spChg chg="mod">
          <ac:chgData name="Mollon, Jaime" userId="0c3ef3a2-acf3-4c9b-877f-d39901f8fe4f" providerId="ADAL" clId="{4AF6960D-A1A3-4255-8EA8-6B584C831724}" dt="2026-10-13T04:39:12.708" v="1175" actId="207"/>
          <ac:spMkLst>
            <pc:docMk/>
            <pc:sldMk cId="0" sldId="2145704245"/>
            <ac:spMk id="9" creationId="{00000000-0000-0000-0000-000000000000}"/>
          </ac:spMkLst>
        </pc:spChg>
        <pc:spChg chg="mod">
          <ac:chgData name="Mollon, Jaime" userId="0c3ef3a2-acf3-4c9b-877f-d39901f8fe4f" providerId="ADAL" clId="{4AF6960D-A1A3-4255-8EA8-6B584C831724}" dt="2026-10-13T04:43:57.240" v="1210" actId="207"/>
          <ac:spMkLst>
            <pc:docMk/>
            <pc:sldMk cId="0" sldId="2145704245"/>
            <ac:spMk id="11" creationId="{00000000-0000-0000-0000-000000000000}"/>
          </ac:spMkLst>
        </pc:spChg>
        <pc:spChg chg="mod">
          <ac:chgData name="Mollon, Jaime" userId="0c3ef3a2-acf3-4c9b-877f-d39901f8fe4f" providerId="ADAL" clId="{4AF6960D-A1A3-4255-8EA8-6B584C831724}" dt="2026-10-13T04:43:57.240" v="1210" actId="207"/>
          <ac:spMkLst>
            <pc:docMk/>
            <pc:sldMk cId="0" sldId="2145704245"/>
            <ac:spMk id="13" creationId="{00000000-0000-0000-0000-000000000000}"/>
          </ac:spMkLst>
        </pc:spChg>
        <pc:spChg chg="mod">
          <ac:chgData name="Mollon, Jaime" userId="0c3ef3a2-acf3-4c9b-877f-d39901f8fe4f" providerId="ADAL" clId="{4AF6960D-A1A3-4255-8EA8-6B584C831724}" dt="2026-10-13T04:43:57.240" v="1210" actId="207"/>
          <ac:spMkLst>
            <pc:docMk/>
            <pc:sldMk cId="0" sldId="2145704245"/>
            <ac:spMk id="15" creationId="{00000000-0000-0000-0000-000000000000}"/>
          </ac:spMkLst>
        </pc:spChg>
        <pc:spChg chg="mod">
          <ac:chgData name="Mollon, Jaime" userId="0c3ef3a2-acf3-4c9b-877f-d39901f8fe4f" providerId="ADAL" clId="{4AF6960D-A1A3-4255-8EA8-6B584C831724}" dt="2026-10-13T04:41:19.008" v="1198" actId="14100"/>
          <ac:spMkLst>
            <pc:docMk/>
            <pc:sldMk cId="0" sldId="2145704245"/>
            <ac:spMk id="17" creationId="{00000000-0000-0000-0000-000000000000}"/>
          </ac:spMkLst>
        </pc:spChg>
        <pc:spChg chg="mod">
          <ac:chgData name="Mollon, Jaime" userId="0c3ef3a2-acf3-4c9b-877f-d39901f8fe4f" providerId="ADAL" clId="{4AF6960D-A1A3-4255-8EA8-6B584C831724}" dt="2026-10-13T04:41:14.930" v="1197" actId="14100"/>
          <ac:spMkLst>
            <pc:docMk/>
            <pc:sldMk cId="0" sldId="2145704245"/>
            <ac:spMk id="19" creationId="{00000000-0000-0000-0000-000000000000}"/>
          </ac:spMkLst>
        </pc:spChg>
        <pc:spChg chg="mod">
          <ac:chgData name="Mollon, Jaime" userId="0c3ef3a2-acf3-4c9b-877f-d39901f8fe4f" providerId="ADAL" clId="{4AF6960D-A1A3-4255-8EA8-6B584C831724}" dt="2026-10-13T04:45:49.154" v="1215" actId="1076"/>
          <ac:spMkLst>
            <pc:docMk/>
            <pc:sldMk cId="0" sldId="2145704245"/>
            <ac:spMk id="20" creationId="{00000000-0000-0000-0000-000000000000}"/>
          </ac:spMkLst>
        </pc:spChg>
        <pc:spChg chg="mod">
          <ac:chgData name="Mollon, Jaime" userId="0c3ef3a2-acf3-4c9b-877f-d39901f8fe4f" providerId="ADAL" clId="{4AF6960D-A1A3-4255-8EA8-6B584C831724}" dt="2026-10-13T04:43:43.513" v="1207" actId="207"/>
          <ac:spMkLst>
            <pc:docMk/>
            <pc:sldMk cId="0" sldId="2145704245"/>
            <ac:spMk id="23" creationId="{00000000-0000-0000-0000-000000000000}"/>
          </ac:spMkLst>
        </pc:spChg>
        <pc:spChg chg="mod">
          <ac:chgData name="Mollon, Jaime" userId="0c3ef3a2-acf3-4c9b-877f-d39901f8fe4f" providerId="ADAL" clId="{4AF6960D-A1A3-4255-8EA8-6B584C831724}" dt="2026-10-13T04:43:46.764" v="1208" actId="207"/>
          <ac:spMkLst>
            <pc:docMk/>
            <pc:sldMk cId="0" sldId="2145704245"/>
            <ac:spMk id="25" creationId="{00000000-0000-0000-0000-000000000000}"/>
          </ac:spMkLst>
        </pc:spChg>
        <pc:spChg chg="mod">
          <ac:chgData name="Mollon, Jaime" userId="0c3ef3a2-acf3-4c9b-877f-d39901f8fe4f" providerId="ADAL" clId="{4AF6960D-A1A3-4255-8EA8-6B584C831724}" dt="2026-10-13T04:45:49.154" v="1215" actId="1076"/>
          <ac:spMkLst>
            <pc:docMk/>
            <pc:sldMk cId="0" sldId="2145704245"/>
            <ac:spMk id="27" creationId="{00000000-0000-0000-0000-000000000000}"/>
          </ac:spMkLst>
        </pc:spChg>
        <pc:spChg chg="mod">
          <ac:chgData name="Mollon, Jaime" userId="0c3ef3a2-acf3-4c9b-877f-d39901f8fe4f" providerId="ADAL" clId="{4AF6960D-A1A3-4255-8EA8-6B584C831724}" dt="2026-10-13T04:45:49.154" v="1215" actId="1076"/>
          <ac:spMkLst>
            <pc:docMk/>
            <pc:sldMk cId="0" sldId="2145704245"/>
            <ac:spMk id="28" creationId="{00000000-0000-0000-0000-000000000000}"/>
          </ac:spMkLst>
        </pc:spChg>
        <pc:spChg chg="mod">
          <ac:chgData name="Mollon, Jaime" userId="0c3ef3a2-acf3-4c9b-877f-d39901f8fe4f" providerId="ADAL" clId="{4AF6960D-A1A3-4255-8EA8-6B584C831724}" dt="2026-10-13T04:43:11.616" v="1204" actId="207"/>
          <ac:spMkLst>
            <pc:docMk/>
            <pc:sldMk cId="0" sldId="2145704245"/>
            <ac:spMk id="29" creationId="{00000000-0000-0000-0000-000000000000}"/>
          </ac:spMkLst>
        </pc:spChg>
        <pc:spChg chg="mod">
          <ac:chgData name="Mollon, Jaime" userId="0c3ef3a2-acf3-4c9b-877f-d39901f8fe4f" providerId="ADAL" clId="{4AF6960D-A1A3-4255-8EA8-6B584C831724}" dt="2026-10-13T04:45:49.154" v="1215" actId="1076"/>
          <ac:spMkLst>
            <pc:docMk/>
            <pc:sldMk cId="0" sldId="2145704245"/>
            <ac:spMk id="30" creationId="{00000000-0000-0000-0000-000000000000}"/>
          </ac:spMkLst>
        </pc:spChg>
        <pc:spChg chg="mod">
          <ac:chgData name="Mollon, Jaime" userId="0c3ef3a2-acf3-4c9b-877f-d39901f8fe4f" providerId="ADAL" clId="{4AF6960D-A1A3-4255-8EA8-6B584C831724}" dt="2026-10-13T04:43:16.213" v="1205" actId="207"/>
          <ac:spMkLst>
            <pc:docMk/>
            <pc:sldMk cId="0" sldId="2145704245"/>
            <ac:spMk id="31" creationId="{00000000-0000-0000-0000-000000000000}"/>
          </ac:spMkLst>
        </pc:spChg>
      </pc:sldChg>
      <pc:sldChg chg="delSp modSp mod modClrScheme chgLayout">
        <pc:chgData name="Mollon, Jaime" userId="0c3ef3a2-acf3-4c9b-877f-d39901f8fe4f" providerId="ADAL" clId="{4AF6960D-A1A3-4255-8EA8-6B584C831724}" dt="2026-10-13T05:06:49.444" v="1303" actId="313"/>
        <pc:sldMkLst>
          <pc:docMk/>
          <pc:sldMk cId="2963960188" sldId="2145704246"/>
        </pc:sldMkLst>
        <pc:spChg chg="mod">
          <ac:chgData name="Mollon, Jaime" userId="0c3ef3a2-acf3-4c9b-877f-d39901f8fe4f" providerId="ADAL" clId="{4AF6960D-A1A3-4255-8EA8-6B584C831724}" dt="2026-10-12T14:50:05.516" v="289" actId="26606"/>
          <ac:spMkLst>
            <pc:docMk/>
            <pc:sldMk cId="2963960188" sldId="2145704246"/>
            <ac:spMk id="2" creationId="{00000000-0000-0000-0000-000000000000}"/>
          </ac:spMkLst>
        </pc:spChg>
        <pc:spChg chg="del">
          <ac:chgData name="Mollon, Jaime" userId="0c3ef3a2-acf3-4c9b-877f-d39901f8fe4f" providerId="ADAL" clId="{4AF6960D-A1A3-4255-8EA8-6B584C831724}" dt="2026-10-12T14:50:05.516" v="289" actId="26606"/>
          <ac:spMkLst>
            <pc:docMk/>
            <pc:sldMk cId="2963960188" sldId="2145704246"/>
            <ac:spMk id="5" creationId="{A33EE63D-0682-D999-1B47-793122BCAAEE}"/>
          </ac:spMkLst>
        </pc:spChg>
        <pc:spChg chg="mod">
          <ac:chgData name="Mollon, Jaime" userId="0c3ef3a2-acf3-4c9b-877f-d39901f8fe4f" providerId="ADAL" clId="{4AF6960D-A1A3-4255-8EA8-6B584C831724}" dt="2026-10-13T02:15:04.943" v="663" actId="108"/>
          <ac:spMkLst>
            <pc:docMk/>
            <pc:sldMk cId="2963960188" sldId="2145704246"/>
            <ac:spMk id="7" creationId="{00000000-0000-0000-0000-000000000000}"/>
          </ac:spMkLst>
        </pc:spChg>
        <pc:spChg chg="mod">
          <ac:chgData name="Mollon, Jaime" userId="0c3ef3a2-acf3-4c9b-877f-d39901f8fe4f" providerId="ADAL" clId="{4AF6960D-A1A3-4255-8EA8-6B584C831724}" dt="2026-10-13T01:53:52.061" v="568" actId="207"/>
          <ac:spMkLst>
            <pc:docMk/>
            <pc:sldMk cId="2963960188" sldId="2145704246"/>
            <ac:spMk id="8" creationId="{00000000-0000-0000-0000-000000000000}"/>
          </ac:spMkLst>
        </pc:spChg>
        <pc:spChg chg="mod">
          <ac:chgData name="Mollon, Jaime" userId="0c3ef3a2-acf3-4c9b-877f-d39901f8fe4f" providerId="ADAL" clId="{4AF6960D-A1A3-4255-8EA8-6B584C831724}" dt="2026-10-13T04:56:33.785" v="1268" actId="20577"/>
          <ac:spMkLst>
            <pc:docMk/>
            <pc:sldMk cId="2963960188" sldId="2145704246"/>
            <ac:spMk id="10" creationId="{00000000-0000-0000-0000-000000000000}"/>
          </ac:spMkLst>
        </pc:spChg>
        <pc:spChg chg="mod">
          <ac:chgData name="Mollon, Jaime" userId="0c3ef3a2-acf3-4c9b-877f-d39901f8fe4f" providerId="ADAL" clId="{4AF6960D-A1A3-4255-8EA8-6B584C831724}" dt="2026-10-13T02:15:58.470" v="669" actId="207"/>
          <ac:spMkLst>
            <pc:docMk/>
            <pc:sldMk cId="2963960188" sldId="2145704246"/>
            <ac:spMk id="11" creationId="{00000000-0000-0000-0000-000000000000}"/>
          </ac:spMkLst>
        </pc:spChg>
        <pc:spChg chg="mod">
          <ac:chgData name="Mollon, Jaime" userId="0c3ef3a2-acf3-4c9b-877f-d39901f8fe4f" providerId="ADAL" clId="{4AF6960D-A1A3-4255-8EA8-6B584C831724}" dt="2026-10-13T01:55:47.617" v="577" actId="108"/>
          <ac:spMkLst>
            <pc:docMk/>
            <pc:sldMk cId="2963960188" sldId="2145704246"/>
            <ac:spMk id="12" creationId="{00000000-0000-0000-0000-000000000000}"/>
          </ac:spMkLst>
        </pc:spChg>
        <pc:spChg chg="mod">
          <ac:chgData name="Mollon, Jaime" userId="0c3ef3a2-acf3-4c9b-877f-d39901f8fe4f" providerId="ADAL" clId="{4AF6960D-A1A3-4255-8EA8-6B584C831724}" dt="2026-10-13T05:06:49.444" v="1303" actId="313"/>
          <ac:spMkLst>
            <pc:docMk/>
            <pc:sldMk cId="2963960188" sldId="2145704246"/>
            <ac:spMk id="13" creationId="{00000000-0000-0000-0000-000000000000}"/>
          </ac:spMkLst>
        </pc:spChg>
        <pc:spChg chg="mod">
          <ac:chgData name="Mollon, Jaime" userId="0c3ef3a2-acf3-4c9b-877f-d39901f8fe4f" providerId="ADAL" clId="{4AF6960D-A1A3-4255-8EA8-6B584C831724}" dt="2026-10-13T04:31:46.886" v="1143" actId="207"/>
          <ac:spMkLst>
            <pc:docMk/>
            <pc:sldMk cId="2963960188" sldId="2145704246"/>
            <ac:spMk id="14" creationId="{00000000-0000-0000-0000-000000000000}"/>
          </ac:spMkLst>
        </pc:spChg>
        <pc:spChg chg="mod">
          <ac:chgData name="Mollon, Jaime" userId="0c3ef3a2-acf3-4c9b-877f-d39901f8fe4f" providerId="ADAL" clId="{4AF6960D-A1A3-4255-8EA8-6B584C831724}" dt="2026-10-13T04:31:39.714" v="1142" actId="207"/>
          <ac:spMkLst>
            <pc:docMk/>
            <pc:sldMk cId="2963960188" sldId="2145704246"/>
            <ac:spMk id="15" creationId="{00000000-0000-0000-0000-000000000000}"/>
          </ac:spMkLst>
        </pc:spChg>
        <pc:spChg chg="mod">
          <ac:chgData name="Mollon, Jaime" userId="0c3ef3a2-acf3-4c9b-877f-d39901f8fe4f" providerId="ADAL" clId="{4AF6960D-A1A3-4255-8EA8-6B584C831724}" dt="2026-10-13T04:33:20.177" v="1150" actId="948"/>
          <ac:spMkLst>
            <pc:docMk/>
            <pc:sldMk cId="2963960188" sldId="2145704246"/>
            <ac:spMk id="16" creationId="{00000000-0000-0000-0000-000000000000}"/>
          </ac:spMkLst>
        </pc:spChg>
        <pc:spChg chg="mod">
          <ac:chgData name="Mollon, Jaime" userId="0c3ef3a2-acf3-4c9b-877f-d39901f8fe4f" providerId="ADAL" clId="{4AF6960D-A1A3-4255-8EA8-6B584C831724}" dt="2026-10-13T01:55:53.459" v="580" actId="108"/>
          <ac:spMkLst>
            <pc:docMk/>
            <pc:sldMk cId="2963960188" sldId="2145704246"/>
            <ac:spMk id="17" creationId="{00000000-0000-0000-0000-000000000000}"/>
          </ac:spMkLst>
        </pc:spChg>
        <pc:spChg chg="mod">
          <ac:chgData name="Mollon, Jaime" userId="0c3ef3a2-acf3-4c9b-877f-d39901f8fe4f" providerId="ADAL" clId="{4AF6960D-A1A3-4255-8EA8-6B584C831724}" dt="2026-10-13T01:55:51.762" v="579" actId="108"/>
          <ac:spMkLst>
            <pc:docMk/>
            <pc:sldMk cId="2963960188" sldId="2145704246"/>
            <ac:spMk id="18" creationId="{00000000-0000-0000-0000-000000000000}"/>
          </ac:spMkLst>
        </pc:spChg>
        <pc:spChg chg="mod">
          <ac:chgData name="Mollon, Jaime" userId="0c3ef3a2-acf3-4c9b-877f-d39901f8fe4f" providerId="ADAL" clId="{4AF6960D-A1A3-4255-8EA8-6B584C831724}" dt="2026-10-13T02:15:55.781" v="668" actId="207"/>
          <ac:spMkLst>
            <pc:docMk/>
            <pc:sldMk cId="2963960188" sldId="2145704246"/>
            <ac:spMk id="20" creationId="{00000000-0000-0000-0000-000000000000}"/>
          </ac:spMkLst>
        </pc:spChg>
        <pc:spChg chg="mod">
          <ac:chgData name="Mollon, Jaime" userId="0c3ef3a2-acf3-4c9b-877f-d39901f8fe4f" providerId="ADAL" clId="{4AF6960D-A1A3-4255-8EA8-6B584C831724}" dt="2026-10-13T01:53:56.231" v="569" actId="207"/>
          <ac:spMkLst>
            <pc:docMk/>
            <pc:sldMk cId="2963960188" sldId="2145704246"/>
            <ac:spMk id="22" creationId="{00000000-0000-0000-0000-000000000000}"/>
          </ac:spMkLst>
        </pc:spChg>
        <pc:spChg chg="mod">
          <ac:chgData name="Mollon, Jaime" userId="0c3ef3a2-acf3-4c9b-877f-d39901f8fe4f" providerId="ADAL" clId="{4AF6960D-A1A3-4255-8EA8-6B584C831724}" dt="2026-10-13T04:36:02.784" v="1162" actId="207"/>
          <ac:spMkLst>
            <pc:docMk/>
            <pc:sldMk cId="2963960188" sldId="2145704246"/>
            <ac:spMk id="25" creationId="{00000000-0000-0000-0000-000000000000}"/>
          </ac:spMkLst>
        </pc:spChg>
        <pc:spChg chg="mod">
          <ac:chgData name="Mollon, Jaime" userId="0c3ef3a2-acf3-4c9b-877f-d39901f8fe4f" providerId="ADAL" clId="{4AF6960D-A1A3-4255-8EA8-6B584C831724}" dt="2026-10-13T01:55:56.985" v="582" actId="108"/>
          <ac:spMkLst>
            <pc:docMk/>
            <pc:sldMk cId="2963960188" sldId="2145704246"/>
            <ac:spMk id="26" creationId="{00000000-0000-0000-0000-000000000000}"/>
          </ac:spMkLst>
        </pc:spChg>
        <pc:spChg chg="mod">
          <ac:chgData name="Mollon, Jaime" userId="0c3ef3a2-acf3-4c9b-877f-d39901f8fe4f" providerId="ADAL" clId="{4AF6960D-A1A3-4255-8EA8-6B584C831724}" dt="2026-10-13T04:31:46.886" v="1143" actId="207"/>
          <ac:spMkLst>
            <pc:docMk/>
            <pc:sldMk cId="2963960188" sldId="2145704246"/>
            <ac:spMk id="28" creationId="{00000000-0000-0000-0000-000000000000}"/>
          </ac:spMkLst>
        </pc:spChg>
        <pc:spChg chg="mod">
          <ac:chgData name="Mollon, Jaime" userId="0c3ef3a2-acf3-4c9b-877f-d39901f8fe4f" providerId="ADAL" clId="{4AF6960D-A1A3-4255-8EA8-6B584C831724}" dt="2026-10-13T04:31:39.714" v="1142" actId="207"/>
          <ac:spMkLst>
            <pc:docMk/>
            <pc:sldMk cId="2963960188" sldId="2145704246"/>
            <ac:spMk id="29" creationId="{00000000-0000-0000-0000-000000000000}"/>
          </ac:spMkLst>
        </pc:spChg>
        <pc:spChg chg="mod">
          <ac:chgData name="Mollon, Jaime" userId="0c3ef3a2-acf3-4c9b-877f-d39901f8fe4f" providerId="ADAL" clId="{4AF6960D-A1A3-4255-8EA8-6B584C831724}" dt="2026-10-13T04:33:32.420" v="1151" actId="948"/>
          <ac:spMkLst>
            <pc:docMk/>
            <pc:sldMk cId="2963960188" sldId="2145704246"/>
            <ac:spMk id="30" creationId="{00000000-0000-0000-0000-000000000000}"/>
          </ac:spMkLst>
        </pc:spChg>
        <pc:spChg chg="mod">
          <ac:chgData name="Mollon, Jaime" userId="0c3ef3a2-acf3-4c9b-877f-d39901f8fe4f" providerId="ADAL" clId="{4AF6960D-A1A3-4255-8EA8-6B584C831724}" dt="2026-10-13T01:55:54.890" v="581" actId="108"/>
          <ac:spMkLst>
            <pc:docMk/>
            <pc:sldMk cId="2963960188" sldId="2145704246"/>
            <ac:spMk id="31" creationId="{00000000-0000-0000-0000-000000000000}"/>
          </ac:spMkLst>
        </pc:spChg>
        <pc:spChg chg="mod">
          <ac:chgData name="Mollon, Jaime" userId="0c3ef3a2-acf3-4c9b-877f-d39901f8fe4f" providerId="ADAL" clId="{4AF6960D-A1A3-4255-8EA8-6B584C831724}" dt="2026-10-13T02:16:47.594" v="676" actId="108"/>
          <ac:spMkLst>
            <pc:docMk/>
            <pc:sldMk cId="2963960188" sldId="2145704246"/>
            <ac:spMk id="34" creationId="{00000000-0000-0000-0000-000000000000}"/>
          </ac:spMkLst>
        </pc:spChg>
      </pc:sldChg>
      <pc:sldChg chg="delSp modSp mod modClrScheme chgLayout">
        <pc:chgData name="Mollon, Jaime" userId="0c3ef3a2-acf3-4c9b-877f-d39901f8fe4f" providerId="ADAL" clId="{4AF6960D-A1A3-4255-8EA8-6B584C831724}" dt="2026-10-13T05:24:14.074" v="1367" actId="26606"/>
        <pc:sldMkLst>
          <pc:docMk/>
          <pc:sldMk cId="0" sldId="2145704247"/>
        </pc:sldMkLst>
        <pc:spChg chg="mod">
          <ac:chgData name="Mollon, Jaime" userId="0c3ef3a2-acf3-4c9b-877f-d39901f8fe4f" providerId="ADAL" clId="{4AF6960D-A1A3-4255-8EA8-6B584C831724}" dt="2026-10-12T14:50:05.516" v="289" actId="26606"/>
          <ac:spMkLst>
            <pc:docMk/>
            <pc:sldMk cId="0" sldId="2145704247"/>
            <ac:spMk id="2" creationId="{00000000-0000-0000-0000-000000000000}"/>
          </ac:spMkLst>
        </pc:spChg>
        <pc:spChg chg="del">
          <ac:chgData name="Mollon, Jaime" userId="0c3ef3a2-acf3-4c9b-877f-d39901f8fe4f" providerId="ADAL" clId="{4AF6960D-A1A3-4255-8EA8-6B584C831724}" dt="2026-10-12T14:50:05.516" v="289" actId="26606"/>
          <ac:spMkLst>
            <pc:docMk/>
            <pc:sldMk cId="0" sldId="2145704247"/>
            <ac:spMk id="5" creationId="{A33EE63D-0682-D999-1B47-793122BCAAEE}"/>
          </ac:spMkLst>
        </pc:spChg>
        <pc:spChg chg="mod">
          <ac:chgData name="Mollon, Jaime" userId="0c3ef3a2-acf3-4c9b-877f-d39901f8fe4f" providerId="ADAL" clId="{4AF6960D-A1A3-4255-8EA8-6B584C831724}" dt="2026-10-13T05:24:14.074" v="1367" actId="26606"/>
          <ac:spMkLst>
            <pc:docMk/>
            <pc:sldMk cId="0" sldId="2145704247"/>
            <ac:spMk id="6" creationId="{4D1E2F20-73AA-F708-7073-24C1B3E49F30}"/>
          </ac:spMkLst>
        </pc:spChg>
        <pc:spChg chg="mod">
          <ac:chgData name="Mollon, Jaime" userId="0c3ef3a2-acf3-4c9b-877f-d39901f8fe4f" providerId="ADAL" clId="{4AF6960D-A1A3-4255-8EA8-6B584C831724}" dt="2026-10-13T04:54:46.598" v="1267" actId="14100"/>
          <ac:spMkLst>
            <pc:docMk/>
            <pc:sldMk cId="0" sldId="2145704247"/>
            <ac:spMk id="7" creationId="{00000000-0000-0000-0000-000000000000}"/>
          </ac:spMkLst>
        </pc:spChg>
        <pc:graphicFrameChg chg="mod modGraphic">
          <ac:chgData name="Mollon, Jaime" userId="0c3ef3a2-acf3-4c9b-877f-d39901f8fe4f" providerId="ADAL" clId="{4AF6960D-A1A3-4255-8EA8-6B584C831724}" dt="2026-10-13T05:24:14.074" v="1367" actId="26606"/>
          <ac:graphicFrameMkLst>
            <pc:docMk/>
            <pc:sldMk cId="0" sldId="2145704247"/>
            <ac:graphicFrameMk id="8" creationId="{00000000-0000-0000-0000-000000000000}"/>
          </ac:graphicFrameMkLst>
        </pc:graphicFrameChg>
      </pc:sldChg>
      <pc:sldChg chg="addSp delSp modSp add mod modClrScheme chgLayout">
        <pc:chgData name="Mollon, Jaime" userId="0c3ef3a2-acf3-4c9b-877f-d39901f8fe4f" providerId="ADAL" clId="{4AF6960D-A1A3-4255-8EA8-6B584C831724}" dt="2026-10-13T07:32:24.710" v="1486" actId="207"/>
        <pc:sldMkLst>
          <pc:docMk/>
          <pc:sldMk cId="1837081141" sldId="2145704248"/>
        </pc:sldMkLst>
        <pc:spChg chg="mod">
          <ac:chgData name="Mollon, Jaime" userId="0c3ef3a2-acf3-4c9b-877f-d39901f8fe4f" providerId="ADAL" clId="{4AF6960D-A1A3-4255-8EA8-6B584C831724}" dt="2026-10-13T03:11:12.101" v="856" actId="1076"/>
          <ac:spMkLst>
            <pc:docMk/>
            <pc:sldMk cId="1837081141" sldId="2145704248"/>
            <ac:spMk id="2" creationId="{E40FE2F1-178E-6D8F-4A0A-C6AFB043017E}"/>
          </ac:spMkLst>
        </pc:spChg>
        <pc:spChg chg="mod ord">
          <ac:chgData name="Mollon, Jaime" userId="0c3ef3a2-acf3-4c9b-877f-d39901f8fe4f" providerId="ADAL" clId="{4AF6960D-A1A3-4255-8EA8-6B584C831724}" dt="2026-10-12T15:39:58.167" v="489" actId="207"/>
          <ac:spMkLst>
            <pc:docMk/>
            <pc:sldMk cId="1837081141" sldId="2145704248"/>
            <ac:spMk id="3" creationId="{C27598D6-12CB-A925-6CE5-EB127634D112}"/>
          </ac:spMkLst>
        </pc:spChg>
        <pc:spChg chg="del">
          <ac:chgData name="Mollon, Jaime" userId="0c3ef3a2-acf3-4c9b-877f-d39901f8fe4f" providerId="ADAL" clId="{4AF6960D-A1A3-4255-8EA8-6B584C831724}" dt="2026-10-12T14:50:05.516" v="289" actId="26606"/>
          <ac:spMkLst>
            <pc:docMk/>
            <pc:sldMk cId="1837081141" sldId="2145704248"/>
            <ac:spMk id="6" creationId="{AFDE6982-55D6-33A9-2DDD-90F54A46F0CA}"/>
          </ac:spMkLst>
        </pc:spChg>
        <pc:spChg chg="mod">
          <ac:chgData name="Mollon, Jaime" userId="0c3ef3a2-acf3-4c9b-877f-d39901f8fe4f" providerId="ADAL" clId="{4AF6960D-A1A3-4255-8EA8-6B584C831724}" dt="2026-10-12T14:50:05.516" v="289" actId="26606"/>
          <ac:spMkLst>
            <pc:docMk/>
            <pc:sldMk cId="1837081141" sldId="2145704248"/>
            <ac:spMk id="7" creationId="{325806C8-A298-6E44-5550-44A7786ECD76}"/>
          </ac:spMkLst>
        </pc:spChg>
        <pc:spChg chg="add del mod ord">
          <ac:chgData name="Mollon, Jaime" userId="0c3ef3a2-acf3-4c9b-877f-d39901f8fe4f" providerId="ADAL" clId="{4AF6960D-A1A3-4255-8EA8-6B584C831724}" dt="2026-10-12T15:12:37.271" v="357" actId="478"/>
          <ac:spMkLst>
            <pc:docMk/>
            <pc:sldMk cId="1837081141" sldId="2145704248"/>
            <ac:spMk id="8" creationId="{7AF7C7C0-1E38-95DE-ABFC-B4580D841709}"/>
          </ac:spMkLst>
        </pc:spChg>
        <pc:spChg chg="add del mod">
          <ac:chgData name="Mollon, Jaime" userId="0c3ef3a2-acf3-4c9b-877f-d39901f8fe4f" providerId="ADAL" clId="{4AF6960D-A1A3-4255-8EA8-6B584C831724}" dt="2026-10-13T03:12:57.762" v="863" actId="478"/>
          <ac:spMkLst>
            <pc:docMk/>
            <pc:sldMk cId="1837081141" sldId="2145704248"/>
            <ac:spMk id="14" creationId="{D5701FF0-562B-21A0-18A7-CBBC9A55BB12}"/>
          </ac:spMkLst>
        </pc:spChg>
        <pc:spChg chg="add del mod">
          <ac:chgData name="Mollon, Jaime" userId="0c3ef3a2-acf3-4c9b-877f-d39901f8fe4f" providerId="ADAL" clId="{4AF6960D-A1A3-4255-8EA8-6B584C831724}" dt="2026-10-13T03:12:57.762" v="863" actId="478"/>
          <ac:spMkLst>
            <pc:docMk/>
            <pc:sldMk cId="1837081141" sldId="2145704248"/>
            <ac:spMk id="15" creationId="{A244C18C-7CA6-153B-CF1D-6FFE8D42D019}"/>
          </ac:spMkLst>
        </pc:spChg>
        <pc:spChg chg="add del mod">
          <ac:chgData name="Mollon, Jaime" userId="0c3ef3a2-acf3-4c9b-877f-d39901f8fe4f" providerId="ADAL" clId="{4AF6960D-A1A3-4255-8EA8-6B584C831724}" dt="2026-10-12T15:15:23.256" v="377" actId="478"/>
          <ac:spMkLst>
            <pc:docMk/>
            <pc:sldMk cId="1837081141" sldId="2145704248"/>
            <ac:spMk id="16" creationId="{F84070CD-0A16-A6AD-4872-B27C05F6DB4C}"/>
          </ac:spMkLst>
        </pc:spChg>
        <pc:spChg chg="add del mod ord">
          <ac:chgData name="Mollon, Jaime" userId="0c3ef3a2-acf3-4c9b-877f-d39901f8fe4f" providerId="ADAL" clId="{4AF6960D-A1A3-4255-8EA8-6B584C831724}" dt="2026-10-12T15:14:17.061" v="375" actId="478"/>
          <ac:spMkLst>
            <pc:docMk/>
            <pc:sldMk cId="1837081141" sldId="2145704248"/>
            <ac:spMk id="17" creationId="{9C409B57-3AC9-9B60-B247-BE83507292E7}"/>
          </ac:spMkLst>
        </pc:spChg>
        <pc:spChg chg="add mod">
          <ac:chgData name="Mollon, Jaime" userId="0c3ef3a2-acf3-4c9b-877f-d39901f8fe4f" providerId="ADAL" clId="{4AF6960D-A1A3-4255-8EA8-6B584C831724}" dt="2026-10-13T07:32:24.710" v="1486" actId="207"/>
          <ac:spMkLst>
            <pc:docMk/>
            <pc:sldMk cId="1837081141" sldId="2145704248"/>
            <ac:spMk id="18" creationId="{28BB2517-FEE5-5133-ED04-2449352C027F}"/>
          </ac:spMkLst>
        </pc:spChg>
        <pc:graphicFrameChg chg="mod modGraphic">
          <ac:chgData name="Mollon, Jaime" userId="0c3ef3a2-acf3-4c9b-877f-d39901f8fe4f" providerId="ADAL" clId="{4AF6960D-A1A3-4255-8EA8-6B584C831724}" dt="2026-10-13T03:32:15.170" v="922" actId="20577"/>
          <ac:graphicFrameMkLst>
            <pc:docMk/>
            <pc:sldMk cId="1837081141" sldId="2145704248"/>
            <ac:graphicFrameMk id="10" creationId="{DF22E524-55BE-162F-91DE-ABC74DCDD203}"/>
          </ac:graphicFrameMkLst>
        </pc:graphicFrameChg>
        <pc:picChg chg="add del mod">
          <ac:chgData name="Mollon, Jaime" userId="0c3ef3a2-acf3-4c9b-877f-d39901f8fe4f" providerId="ADAL" clId="{4AF6960D-A1A3-4255-8EA8-6B584C831724}" dt="2026-10-13T03:12:21.252" v="862" actId="478"/>
          <ac:picMkLst>
            <pc:docMk/>
            <pc:sldMk cId="1837081141" sldId="2145704248"/>
            <ac:picMk id="5" creationId="{92B7DED3-B151-925E-E19C-43C10E5A06BE}"/>
          </ac:picMkLst>
        </pc:picChg>
        <pc:picChg chg="add del">
          <ac:chgData name="Mollon, Jaime" userId="0c3ef3a2-acf3-4c9b-877f-d39901f8fe4f" providerId="ADAL" clId="{4AF6960D-A1A3-4255-8EA8-6B584C831724}" dt="2026-10-12T14:41:27.700" v="279" actId="22"/>
          <ac:picMkLst>
            <pc:docMk/>
            <pc:sldMk cId="1837081141" sldId="2145704248"/>
            <ac:picMk id="11" creationId="{F3B793B9-BF56-DF12-E163-EEE50B628A75}"/>
          </ac:picMkLst>
        </pc:picChg>
      </pc:sldChg>
      <pc:sldChg chg="new del">
        <pc:chgData name="Mollon, Jaime" userId="0c3ef3a2-acf3-4c9b-877f-d39901f8fe4f" providerId="ADAL" clId="{4AF6960D-A1A3-4255-8EA8-6B584C831724}" dt="2026-10-12T13:23:52.454" v="1" actId="47"/>
        <pc:sldMkLst>
          <pc:docMk/>
          <pc:sldMk cId="2272867469" sldId="2145704248"/>
        </pc:sldMkLst>
      </pc:sldChg>
      <pc:sldMasterChg chg="add addSldLayout delSldLayout modSldLayout sldLayoutOrd">
        <pc:chgData name="Mollon, Jaime" userId="0c3ef3a2-acf3-4c9b-877f-d39901f8fe4f" providerId="ADAL" clId="{4AF6960D-A1A3-4255-8EA8-6B584C831724}" dt="2026-10-13T03:19:00.101" v="883" actId="1076"/>
        <pc:sldMasterMkLst>
          <pc:docMk/>
          <pc:sldMasterMk cId="2341708566" sldId="2147483648"/>
        </pc:sldMasterMkLst>
        <pc:sldLayoutChg chg="modSp mod ord">
          <pc:chgData name="Mollon, Jaime" userId="0c3ef3a2-acf3-4c9b-877f-d39901f8fe4f" providerId="ADAL" clId="{4AF6960D-A1A3-4255-8EA8-6B584C831724}" dt="2026-10-12T14:50:05.516" v="289" actId="26606"/>
          <pc:sldLayoutMkLst>
            <pc:docMk/>
            <pc:sldMasterMk cId="2341708566" sldId="2147483648"/>
            <pc:sldLayoutMk cId="776634641" sldId="2147483649"/>
          </pc:sldLayoutMkLst>
          <pc:spChg chg="mod">
            <ac:chgData name="Mollon, Jaime" userId="0c3ef3a2-acf3-4c9b-877f-d39901f8fe4f" providerId="ADAL" clId="{4AF6960D-A1A3-4255-8EA8-6B584C831724}" dt="2026-10-12T14:50:05.516" v="289" actId="26606"/>
            <ac:spMkLst>
              <pc:docMk/>
              <pc:sldMasterMk cId="2341708566" sldId="2147483648"/>
              <pc:sldLayoutMk cId="776634641" sldId="2147483649"/>
              <ac:spMk id="2" creationId="{27F73458-28F9-6897-4C04-03A0C7B038F8}"/>
            </ac:spMkLst>
          </pc:spChg>
          <pc:spChg chg="mod">
            <ac:chgData name="Mollon, Jaime" userId="0c3ef3a2-acf3-4c9b-877f-d39901f8fe4f" providerId="ADAL" clId="{4AF6960D-A1A3-4255-8EA8-6B584C831724}" dt="2026-10-12T14:50:05.516" v="289" actId="26606"/>
            <ac:spMkLst>
              <pc:docMk/>
              <pc:sldMasterMk cId="2341708566" sldId="2147483648"/>
              <pc:sldLayoutMk cId="776634641" sldId="2147483649"/>
              <ac:spMk id="3" creationId="{70C9F563-E35C-DBBD-4B0F-D886BD74A874}"/>
            </ac:spMkLst>
          </pc:spChg>
          <pc:spChg chg="mod">
            <ac:chgData name="Mollon, Jaime" userId="0c3ef3a2-acf3-4c9b-877f-d39901f8fe4f" providerId="ADAL" clId="{4AF6960D-A1A3-4255-8EA8-6B584C831724}" dt="2026-10-12T14:50:05.516" v="289" actId="26606"/>
            <ac:spMkLst>
              <pc:docMk/>
              <pc:sldMasterMk cId="2341708566" sldId="2147483648"/>
              <pc:sldLayoutMk cId="776634641" sldId="2147483649"/>
              <ac:spMk id="4" creationId="{7DC1B8EC-92B9-6594-C500-0821E1BF1418}"/>
            </ac:spMkLst>
          </pc:spChg>
        </pc:sldLayoutChg>
        <pc:sldLayoutChg chg="addSp delSp modSp add mod">
          <pc:chgData name="Mollon, Jaime" userId="0c3ef3a2-acf3-4c9b-877f-d39901f8fe4f" providerId="ADAL" clId="{4AF6960D-A1A3-4255-8EA8-6B584C831724}" dt="2026-10-13T03:10:54.466" v="854" actId="1076"/>
          <pc:sldLayoutMkLst>
            <pc:docMk/>
            <pc:sldMasterMk cId="2341708566" sldId="2147483648"/>
            <pc:sldLayoutMk cId="3504043283" sldId="2147483650"/>
          </pc:sldLayoutMkLst>
          <pc:picChg chg="add del mod">
            <ac:chgData name="Mollon, Jaime" userId="0c3ef3a2-acf3-4c9b-877f-d39901f8fe4f" providerId="ADAL" clId="{4AF6960D-A1A3-4255-8EA8-6B584C831724}" dt="2026-10-13T03:09:23.956" v="840" actId="478"/>
            <ac:picMkLst>
              <pc:docMk/>
              <pc:sldMasterMk cId="2341708566" sldId="2147483648"/>
              <pc:sldLayoutMk cId="3504043283" sldId="2147483650"/>
              <ac:picMk id="6" creationId="{888A9985-9629-F02C-EA27-718EE76A3472}"/>
            </ac:picMkLst>
          </pc:picChg>
          <pc:picChg chg="add del mod modCrop">
            <ac:chgData name="Mollon, Jaime" userId="0c3ef3a2-acf3-4c9b-877f-d39901f8fe4f" providerId="ADAL" clId="{4AF6960D-A1A3-4255-8EA8-6B584C831724}" dt="2026-10-13T03:09:58.061" v="845" actId="478"/>
            <ac:picMkLst>
              <pc:docMk/>
              <pc:sldMasterMk cId="2341708566" sldId="2147483648"/>
              <pc:sldLayoutMk cId="3504043283" sldId="2147483650"/>
              <ac:picMk id="9" creationId="{28CCA31E-D535-4507-E215-1F87A9BB8F42}"/>
            </ac:picMkLst>
          </pc:picChg>
          <pc:picChg chg="add mod modCrop">
            <ac:chgData name="Mollon, Jaime" userId="0c3ef3a2-acf3-4c9b-877f-d39901f8fe4f" providerId="ADAL" clId="{4AF6960D-A1A3-4255-8EA8-6B584C831724}" dt="2026-10-13T03:10:54.466" v="854" actId="1076"/>
            <ac:picMkLst>
              <pc:docMk/>
              <pc:sldMasterMk cId="2341708566" sldId="2147483648"/>
              <pc:sldLayoutMk cId="3504043283" sldId="2147483650"/>
              <ac:picMk id="11" creationId="{2C1E3098-E3E6-CB35-D7AB-8440D4A948A8}"/>
            </ac:picMkLst>
          </pc:picChg>
        </pc:sldLayoutChg>
        <pc:sldLayoutChg chg="addSp delSp modSp mod ord">
          <pc:chgData name="Mollon, Jaime" userId="0c3ef3a2-acf3-4c9b-877f-d39901f8fe4f" providerId="ADAL" clId="{4AF6960D-A1A3-4255-8EA8-6B584C831724}" dt="2026-10-13T02:56:00.482" v="763" actId="207"/>
          <pc:sldLayoutMkLst>
            <pc:docMk/>
            <pc:sldMasterMk cId="2341708566" sldId="2147483648"/>
            <pc:sldLayoutMk cId="2481988717" sldId="2147483651"/>
          </pc:sldLayoutMkLst>
          <pc:spChg chg="mod">
            <ac:chgData name="Mollon, Jaime" userId="0c3ef3a2-acf3-4c9b-877f-d39901f8fe4f" providerId="ADAL" clId="{4AF6960D-A1A3-4255-8EA8-6B584C831724}" dt="2026-10-13T02:54:00.505" v="741" actId="1076"/>
            <ac:spMkLst>
              <pc:docMk/>
              <pc:sldMasterMk cId="2341708566" sldId="2147483648"/>
              <pc:sldLayoutMk cId="2481988717" sldId="2147483651"/>
              <ac:spMk id="2" creationId="{D7F89AF6-1BCA-E7B3-7B92-17B0B9529947}"/>
            </ac:spMkLst>
          </pc:spChg>
          <pc:spChg chg="mod">
            <ac:chgData name="Mollon, Jaime" userId="0c3ef3a2-acf3-4c9b-877f-d39901f8fe4f" providerId="ADAL" clId="{4AF6960D-A1A3-4255-8EA8-6B584C831724}" dt="2026-10-13T02:54:11.439" v="744" actId="1076"/>
            <ac:spMkLst>
              <pc:docMk/>
              <pc:sldMasterMk cId="2341708566" sldId="2147483648"/>
              <pc:sldLayoutMk cId="2481988717" sldId="2147483651"/>
              <ac:spMk id="3" creationId="{795C587D-A29B-1D31-E42B-34115CB7D46D}"/>
            </ac:spMkLst>
          </pc:spChg>
          <pc:spChg chg="add mod">
            <ac:chgData name="Mollon, Jaime" userId="0c3ef3a2-acf3-4c9b-877f-d39901f8fe4f" providerId="ADAL" clId="{4AF6960D-A1A3-4255-8EA8-6B584C831724}" dt="2026-10-13T02:56:00.482" v="763" actId="207"/>
            <ac:spMkLst>
              <pc:docMk/>
              <pc:sldMasterMk cId="2341708566" sldId="2147483648"/>
              <pc:sldLayoutMk cId="2481988717" sldId="2147483651"/>
              <ac:spMk id="4" creationId="{2C224587-C695-85CE-2E05-1498EEEF637C}"/>
            </ac:spMkLst>
          </pc:spChg>
          <pc:spChg chg="mod">
            <ac:chgData name="Mollon, Jaime" userId="0c3ef3a2-acf3-4c9b-877f-d39901f8fe4f" providerId="ADAL" clId="{4AF6960D-A1A3-4255-8EA8-6B584C831724}" dt="2026-10-13T02:54:41.316" v="749" actId="1076"/>
            <ac:spMkLst>
              <pc:docMk/>
              <pc:sldMasterMk cId="2341708566" sldId="2147483648"/>
              <pc:sldLayoutMk cId="2481988717" sldId="2147483651"/>
              <ac:spMk id="7" creationId="{4F666737-850A-A20B-58EE-CD5F5CE453C5}"/>
            </ac:spMkLst>
          </pc:spChg>
          <pc:spChg chg="mod">
            <ac:chgData name="Mollon, Jaime" userId="0c3ef3a2-acf3-4c9b-877f-d39901f8fe4f" providerId="ADAL" clId="{4AF6960D-A1A3-4255-8EA8-6B584C831724}" dt="2026-10-12T14:50:05.516" v="289" actId="26606"/>
            <ac:spMkLst>
              <pc:docMk/>
              <pc:sldMasterMk cId="2341708566" sldId="2147483648"/>
              <pc:sldLayoutMk cId="2481988717" sldId="2147483651"/>
              <ac:spMk id="11" creationId="{712656B4-56FB-28E8-735C-08FFDDECEC31}"/>
            </ac:spMkLst>
          </pc:spChg>
          <pc:picChg chg="del">
            <ac:chgData name="Mollon, Jaime" userId="0c3ef3a2-acf3-4c9b-877f-d39901f8fe4f" providerId="ADAL" clId="{4AF6960D-A1A3-4255-8EA8-6B584C831724}" dt="2026-10-13T01:36:46.463" v="537" actId="478"/>
            <ac:picMkLst>
              <pc:docMk/>
              <pc:sldMasterMk cId="2341708566" sldId="2147483648"/>
              <pc:sldLayoutMk cId="2481988717" sldId="2147483651"/>
              <ac:picMk id="6" creationId="{97AEA69F-49E8-17F8-EC9C-1861B7702150}"/>
            </ac:picMkLst>
          </pc:picChg>
          <pc:picChg chg="mod">
            <ac:chgData name="Mollon, Jaime" userId="0c3ef3a2-acf3-4c9b-877f-d39901f8fe4f" providerId="ADAL" clId="{4AF6960D-A1A3-4255-8EA8-6B584C831724}" dt="2026-10-13T02:54:27.977" v="747" actId="1076"/>
            <ac:picMkLst>
              <pc:docMk/>
              <pc:sldMasterMk cId="2341708566" sldId="2147483648"/>
              <pc:sldLayoutMk cId="2481988717" sldId="2147483651"/>
              <ac:picMk id="9" creationId="{F64C6BB7-FAF7-BD6E-FFF5-35CEFF7C44EC}"/>
            </ac:picMkLst>
          </pc:picChg>
        </pc:sldLayoutChg>
        <pc:sldLayoutChg chg="add">
          <pc:chgData name="Mollon, Jaime" userId="0c3ef3a2-acf3-4c9b-877f-d39901f8fe4f" providerId="ADAL" clId="{4AF6960D-A1A3-4255-8EA8-6B584C831724}" dt="2026-10-12T14:50:05.516" v="289" actId="26606"/>
          <pc:sldLayoutMkLst>
            <pc:docMk/>
            <pc:sldMasterMk cId="2341708566" sldId="2147483648"/>
            <pc:sldLayoutMk cId="4191768112" sldId="2147483653"/>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1216639393" sldId="2147483654"/>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3880494544" sldId="2147483655"/>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1653468428" sldId="2147483656"/>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1697673275" sldId="2147483657"/>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3525545363" sldId="2147483658"/>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2130924828" sldId="2147483659"/>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3268818245" sldId="2147483660"/>
          </pc:sldLayoutMkLst>
        </pc:sldLayoutChg>
        <pc:sldLayoutChg chg="modSp mod ord">
          <pc:chgData name="Mollon, Jaime" userId="0c3ef3a2-acf3-4c9b-877f-d39901f8fe4f" providerId="ADAL" clId="{4AF6960D-A1A3-4255-8EA8-6B584C831724}" dt="2026-10-12T14:50:05.516" v="289" actId="26606"/>
          <pc:sldLayoutMkLst>
            <pc:docMk/>
            <pc:sldMasterMk cId="2341708566" sldId="2147483648"/>
            <pc:sldLayoutMk cId="3278079523" sldId="2147483661"/>
          </pc:sldLayoutMkLst>
          <pc:spChg chg="mod">
            <ac:chgData name="Mollon, Jaime" userId="0c3ef3a2-acf3-4c9b-877f-d39901f8fe4f" providerId="ADAL" clId="{4AF6960D-A1A3-4255-8EA8-6B584C831724}" dt="2026-10-12T14:50:05.516" v="289" actId="26606"/>
            <ac:spMkLst>
              <pc:docMk/>
              <pc:sldMasterMk cId="2341708566" sldId="2147483648"/>
              <pc:sldLayoutMk cId="3278079523" sldId="2147483661"/>
              <ac:spMk id="13" creationId="{76CC0EA2-6129-C8E5-BB56-FA37CB2624C0}"/>
            </ac:spMkLst>
          </pc:spChg>
        </pc:sldLayoutChg>
        <pc:sldLayoutChg chg="add">
          <pc:chgData name="Mollon, Jaime" userId="0c3ef3a2-acf3-4c9b-877f-d39901f8fe4f" providerId="ADAL" clId="{4AF6960D-A1A3-4255-8EA8-6B584C831724}" dt="2026-10-12T14:50:05.516" v="289" actId="26606"/>
          <pc:sldLayoutMkLst>
            <pc:docMk/>
            <pc:sldMasterMk cId="2341708566" sldId="2147483648"/>
            <pc:sldLayoutMk cId="3810369135" sldId="2147483662"/>
          </pc:sldLayoutMkLst>
        </pc:sldLayoutChg>
        <pc:sldLayoutChg chg="addSp modSp add mod">
          <pc:chgData name="Mollon, Jaime" userId="0c3ef3a2-acf3-4c9b-877f-d39901f8fe4f" providerId="ADAL" clId="{4AF6960D-A1A3-4255-8EA8-6B584C831724}" dt="2026-10-13T03:19:00.101" v="883" actId="1076"/>
          <pc:sldLayoutMkLst>
            <pc:docMk/>
            <pc:sldMasterMk cId="2341708566" sldId="2147483648"/>
            <pc:sldLayoutMk cId="521503597" sldId="2147483663"/>
          </pc:sldLayoutMkLst>
          <pc:spChg chg="mod">
            <ac:chgData name="Mollon, Jaime" userId="0c3ef3a2-acf3-4c9b-877f-d39901f8fe4f" providerId="ADAL" clId="{4AF6960D-A1A3-4255-8EA8-6B584C831724}" dt="2026-10-13T03:19:00.101" v="883" actId="1076"/>
            <ac:spMkLst>
              <pc:docMk/>
              <pc:sldMasterMk cId="2341708566" sldId="2147483648"/>
              <pc:sldLayoutMk cId="521503597" sldId="2147483663"/>
              <ac:spMk id="4" creationId="{867555A6-23C2-EA2E-5062-203A844C1CAD}"/>
            </ac:spMkLst>
          </pc:spChg>
          <pc:picChg chg="add">
            <ac:chgData name="Mollon, Jaime" userId="0c3ef3a2-acf3-4c9b-877f-d39901f8fe4f" providerId="ADAL" clId="{4AF6960D-A1A3-4255-8EA8-6B584C831724}" dt="2026-10-13T03:18:07.966" v="878" actId="22"/>
            <ac:picMkLst>
              <pc:docMk/>
              <pc:sldMasterMk cId="2341708566" sldId="2147483648"/>
              <pc:sldLayoutMk cId="521503597" sldId="2147483663"/>
              <ac:picMk id="5" creationId="{C1F2972C-80C4-D444-C427-F497F8FB72CB}"/>
            </ac:picMkLst>
          </pc:picChg>
        </pc:sldLayoutChg>
        <pc:sldLayoutChg chg="add">
          <pc:chgData name="Mollon, Jaime" userId="0c3ef3a2-acf3-4c9b-877f-d39901f8fe4f" providerId="ADAL" clId="{4AF6960D-A1A3-4255-8EA8-6B584C831724}" dt="2026-10-12T14:50:05.516" v="289" actId="26606"/>
          <pc:sldLayoutMkLst>
            <pc:docMk/>
            <pc:sldMasterMk cId="2341708566" sldId="2147483648"/>
            <pc:sldLayoutMk cId="1203535768" sldId="2147483911"/>
          </pc:sldLayoutMkLst>
        </pc:sldLayoutChg>
        <pc:sldLayoutChg chg="add">
          <pc:chgData name="Mollon, Jaime" userId="0c3ef3a2-acf3-4c9b-877f-d39901f8fe4f" providerId="ADAL" clId="{4AF6960D-A1A3-4255-8EA8-6B584C831724}" dt="2026-10-12T14:50:05.516" v="289" actId="26606"/>
          <pc:sldLayoutMkLst>
            <pc:docMk/>
            <pc:sldMasterMk cId="2341708566" sldId="2147483648"/>
            <pc:sldLayoutMk cId="3878551857" sldId="2147483912"/>
          </pc:sldLayoutMkLst>
        </pc:sldLayoutChg>
        <pc:sldLayoutChg chg="delSp modSp mod ord">
          <pc:chgData name="Mollon, Jaime" userId="0c3ef3a2-acf3-4c9b-877f-d39901f8fe4f" providerId="ADAL" clId="{4AF6960D-A1A3-4255-8EA8-6B584C831724}" dt="2026-10-13T01:36:50.890" v="538" actId="478"/>
          <pc:sldLayoutMkLst>
            <pc:docMk/>
            <pc:sldMasterMk cId="2341708566" sldId="2147483648"/>
            <pc:sldLayoutMk cId="2387861040" sldId="2147483913"/>
          </pc:sldLayoutMkLst>
          <pc:spChg chg="mod">
            <ac:chgData name="Mollon, Jaime" userId="0c3ef3a2-acf3-4c9b-877f-d39901f8fe4f" providerId="ADAL" clId="{4AF6960D-A1A3-4255-8EA8-6B584C831724}" dt="2026-10-12T14:50:05.516" v="289" actId="26606"/>
            <ac:spMkLst>
              <pc:docMk/>
              <pc:sldMasterMk cId="2341708566" sldId="2147483648"/>
              <pc:sldLayoutMk cId="2387861040" sldId="2147483913"/>
              <ac:spMk id="2" creationId="{D7F89AF6-1BCA-E7B3-7B92-17B0B9529947}"/>
            </ac:spMkLst>
          </pc:spChg>
          <pc:spChg chg="mod">
            <ac:chgData name="Mollon, Jaime" userId="0c3ef3a2-acf3-4c9b-877f-d39901f8fe4f" providerId="ADAL" clId="{4AF6960D-A1A3-4255-8EA8-6B584C831724}" dt="2026-10-12T14:50:05.516" v="289" actId="26606"/>
            <ac:spMkLst>
              <pc:docMk/>
              <pc:sldMasterMk cId="2341708566" sldId="2147483648"/>
              <pc:sldLayoutMk cId="2387861040" sldId="2147483913"/>
              <ac:spMk id="3" creationId="{795C587D-A29B-1D31-E42B-34115CB7D46D}"/>
            </ac:spMkLst>
          </pc:spChg>
          <pc:spChg chg="mod">
            <ac:chgData name="Mollon, Jaime" userId="0c3ef3a2-acf3-4c9b-877f-d39901f8fe4f" providerId="ADAL" clId="{4AF6960D-A1A3-4255-8EA8-6B584C831724}" dt="2026-10-12T14:50:05.516" v="289" actId="26606"/>
            <ac:spMkLst>
              <pc:docMk/>
              <pc:sldMasterMk cId="2341708566" sldId="2147483648"/>
              <pc:sldLayoutMk cId="2387861040" sldId="2147483913"/>
              <ac:spMk id="11" creationId="{712656B4-56FB-28E8-735C-08FFDDECEC31}"/>
            </ac:spMkLst>
          </pc:spChg>
          <pc:picChg chg="del">
            <ac:chgData name="Mollon, Jaime" userId="0c3ef3a2-acf3-4c9b-877f-d39901f8fe4f" providerId="ADAL" clId="{4AF6960D-A1A3-4255-8EA8-6B584C831724}" dt="2026-10-13T01:36:50.890" v="538" actId="478"/>
            <ac:picMkLst>
              <pc:docMk/>
              <pc:sldMasterMk cId="2341708566" sldId="2147483648"/>
              <pc:sldLayoutMk cId="2387861040" sldId="2147483913"/>
              <ac:picMk id="6" creationId="{97AEA69F-49E8-17F8-EC9C-1861B7702150}"/>
            </ac:picMkLst>
          </pc:pic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3504043283" sldId="2147483915"/>
          </pc:sldLayoutMkLst>
          <pc:spChg chg="mod">
            <ac:chgData name="Mollon, Jaime" userId="0c3ef3a2-acf3-4c9b-877f-d39901f8fe4f" providerId="ADAL" clId="{4AF6960D-A1A3-4255-8EA8-6B584C831724}" dt="2026-10-12T14:50:05.516" v="289" actId="26606"/>
            <ac:spMkLst>
              <pc:docMk/>
              <pc:sldMasterMk cId="2341708566" sldId="2147483648"/>
              <pc:sldLayoutMk cId="3504043283" sldId="2147483915"/>
              <ac:spMk id="2" creationId="{DD24CC11-13D2-236E-4AF9-60762ED9EAED}"/>
            </ac:spMkLst>
          </pc:spChg>
          <pc:spChg chg="mod">
            <ac:chgData name="Mollon, Jaime" userId="0c3ef3a2-acf3-4c9b-877f-d39901f8fe4f" providerId="ADAL" clId="{4AF6960D-A1A3-4255-8EA8-6B584C831724}" dt="2026-10-12T14:50:05.516" v="289" actId="26606"/>
            <ac:spMkLst>
              <pc:docMk/>
              <pc:sldMasterMk cId="2341708566" sldId="2147483648"/>
              <pc:sldLayoutMk cId="3504043283" sldId="2147483915"/>
              <ac:spMk id="3" creationId="{855B4E70-F23D-CD47-1C36-5EC6D6E6A94A}"/>
            </ac:spMkLst>
          </pc:spChg>
          <pc:spChg chg="mod">
            <ac:chgData name="Mollon, Jaime" userId="0c3ef3a2-acf3-4c9b-877f-d39901f8fe4f" providerId="ADAL" clId="{4AF6960D-A1A3-4255-8EA8-6B584C831724}" dt="2026-10-12T14:50:05.516" v="289" actId="26606"/>
            <ac:spMkLst>
              <pc:docMk/>
              <pc:sldMasterMk cId="2341708566" sldId="2147483648"/>
              <pc:sldLayoutMk cId="3504043283" sldId="2147483915"/>
              <ac:spMk id="4" creationId="{3BA96DB1-C253-1463-1BCE-DF0CE1FC67F5}"/>
            </ac:spMkLst>
          </pc:spChg>
          <pc:spChg chg="mod">
            <ac:chgData name="Mollon, Jaime" userId="0c3ef3a2-acf3-4c9b-877f-d39901f8fe4f" providerId="ADAL" clId="{4AF6960D-A1A3-4255-8EA8-6B584C831724}" dt="2026-10-12T14:50:05.516" v="289" actId="26606"/>
            <ac:spMkLst>
              <pc:docMk/>
              <pc:sldMasterMk cId="2341708566" sldId="2147483648"/>
              <pc:sldLayoutMk cId="3504043283" sldId="2147483915"/>
              <ac:spMk id="8" creationId="{84F0BB99-EE99-51AC-323F-0AD0AC9EA621}"/>
            </ac:spMkLst>
          </pc:spChg>
          <pc:spChg chg="mod">
            <ac:chgData name="Mollon, Jaime" userId="0c3ef3a2-acf3-4c9b-877f-d39901f8fe4f" providerId="ADAL" clId="{4AF6960D-A1A3-4255-8EA8-6B584C831724}" dt="2026-10-12T14:50:05.516" v="289" actId="26606"/>
            <ac:spMkLst>
              <pc:docMk/>
              <pc:sldMasterMk cId="2341708566" sldId="2147483648"/>
              <pc:sldLayoutMk cId="3504043283" sldId="2147483915"/>
              <ac:spMk id="13" creationId="{1D7D6D4B-7095-77C1-15CF-E77B392ABF6F}"/>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1203535768" sldId="2147483916"/>
          </pc:sldLayoutMkLst>
          <pc:spChg chg="mod">
            <ac:chgData name="Mollon, Jaime" userId="0c3ef3a2-acf3-4c9b-877f-d39901f8fe4f" providerId="ADAL" clId="{4AF6960D-A1A3-4255-8EA8-6B584C831724}" dt="2026-10-12T14:50:05.516" v="289" actId="26606"/>
            <ac:spMkLst>
              <pc:docMk/>
              <pc:sldMasterMk cId="2341708566" sldId="2147483648"/>
              <pc:sldLayoutMk cId="1203535768" sldId="2147483916"/>
              <ac:spMk id="2" creationId="{DD24CC11-13D2-236E-4AF9-60762ED9EAED}"/>
            </ac:spMkLst>
          </pc:spChg>
          <pc:spChg chg="mod">
            <ac:chgData name="Mollon, Jaime" userId="0c3ef3a2-acf3-4c9b-877f-d39901f8fe4f" providerId="ADAL" clId="{4AF6960D-A1A3-4255-8EA8-6B584C831724}" dt="2026-10-12T14:50:05.516" v="289" actId="26606"/>
            <ac:spMkLst>
              <pc:docMk/>
              <pc:sldMasterMk cId="2341708566" sldId="2147483648"/>
              <pc:sldLayoutMk cId="1203535768" sldId="2147483916"/>
              <ac:spMk id="3" creationId="{855B4E70-F23D-CD47-1C36-5EC6D6E6A94A}"/>
            </ac:spMkLst>
          </pc:spChg>
          <pc:spChg chg="mod">
            <ac:chgData name="Mollon, Jaime" userId="0c3ef3a2-acf3-4c9b-877f-d39901f8fe4f" providerId="ADAL" clId="{4AF6960D-A1A3-4255-8EA8-6B584C831724}" dt="2026-10-12T14:50:05.516" v="289" actId="26606"/>
            <ac:spMkLst>
              <pc:docMk/>
              <pc:sldMasterMk cId="2341708566" sldId="2147483648"/>
              <pc:sldLayoutMk cId="1203535768" sldId="2147483916"/>
              <ac:spMk id="4" creationId="{3BA96DB1-C253-1463-1BCE-DF0CE1FC67F5}"/>
            </ac:spMkLst>
          </pc:spChg>
          <pc:spChg chg="mod">
            <ac:chgData name="Mollon, Jaime" userId="0c3ef3a2-acf3-4c9b-877f-d39901f8fe4f" providerId="ADAL" clId="{4AF6960D-A1A3-4255-8EA8-6B584C831724}" dt="2026-10-12T14:50:05.516" v="289" actId="26606"/>
            <ac:spMkLst>
              <pc:docMk/>
              <pc:sldMasterMk cId="2341708566" sldId="2147483648"/>
              <pc:sldLayoutMk cId="1203535768" sldId="2147483916"/>
              <ac:spMk id="8" creationId="{84F0BB99-EE99-51AC-323F-0AD0AC9EA621}"/>
            </ac:spMkLst>
          </pc:spChg>
          <pc:spChg chg="mod">
            <ac:chgData name="Mollon, Jaime" userId="0c3ef3a2-acf3-4c9b-877f-d39901f8fe4f" providerId="ADAL" clId="{4AF6960D-A1A3-4255-8EA8-6B584C831724}" dt="2026-10-12T14:50:05.516" v="289" actId="26606"/>
            <ac:spMkLst>
              <pc:docMk/>
              <pc:sldMasterMk cId="2341708566" sldId="2147483648"/>
              <pc:sldLayoutMk cId="1203535768" sldId="2147483916"/>
              <ac:spMk id="13" creationId="{1D7D6D4B-7095-77C1-15CF-E77B392ABF6F}"/>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3878551857" sldId="2147483917"/>
          </pc:sldLayoutMkLst>
          <pc:spChg chg="mod">
            <ac:chgData name="Mollon, Jaime" userId="0c3ef3a2-acf3-4c9b-877f-d39901f8fe4f" providerId="ADAL" clId="{4AF6960D-A1A3-4255-8EA8-6B584C831724}" dt="2026-10-12T14:50:05.516" v="289" actId="26606"/>
            <ac:spMkLst>
              <pc:docMk/>
              <pc:sldMasterMk cId="2341708566" sldId="2147483648"/>
              <pc:sldLayoutMk cId="3878551857" sldId="2147483917"/>
              <ac:spMk id="2" creationId="{DD24CC11-13D2-236E-4AF9-60762ED9EAED}"/>
            </ac:spMkLst>
          </pc:spChg>
          <pc:spChg chg="mod">
            <ac:chgData name="Mollon, Jaime" userId="0c3ef3a2-acf3-4c9b-877f-d39901f8fe4f" providerId="ADAL" clId="{4AF6960D-A1A3-4255-8EA8-6B584C831724}" dt="2026-10-12T14:50:05.516" v="289" actId="26606"/>
            <ac:spMkLst>
              <pc:docMk/>
              <pc:sldMasterMk cId="2341708566" sldId="2147483648"/>
              <pc:sldLayoutMk cId="3878551857" sldId="2147483917"/>
              <ac:spMk id="3" creationId="{855B4E70-F23D-CD47-1C36-5EC6D6E6A94A}"/>
            </ac:spMkLst>
          </pc:spChg>
          <pc:spChg chg="mod">
            <ac:chgData name="Mollon, Jaime" userId="0c3ef3a2-acf3-4c9b-877f-d39901f8fe4f" providerId="ADAL" clId="{4AF6960D-A1A3-4255-8EA8-6B584C831724}" dt="2026-10-12T14:50:05.516" v="289" actId="26606"/>
            <ac:spMkLst>
              <pc:docMk/>
              <pc:sldMasterMk cId="2341708566" sldId="2147483648"/>
              <pc:sldLayoutMk cId="3878551857" sldId="2147483917"/>
              <ac:spMk id="4" creationId="{3BA96DB1-C253-1463-1BCE-DF0CE1FC67F5}"/>
            </ac:spMkLst>
          </pc:spChg>
          <pc:spChg chg="mod">
            <ac:chgData name="Mollon, Jaime" userId="0c3ef3a2-acf3-4c9b-877f-d39901f8fe4f" providerId="ADAL" clId="{4AF6960D-A1A3-4255-8EA8-6B584C831724}" dt="2026-10-12T14:50:05.516" v="289" actId="26606"/>
            <ac:spMkLst>
              <pc:docMk/>
              <pc:sldMasterMk cId="2341708566" sldId="2147483648"/>
              <pc:sldLayoutMk cId="3878551857" sldId="2147483917"/>
              <ac:spMk id="8" creationId="{84F0BB99-EE99-51AC-323F-0AD0AC9EA621}"/>
            </ac:spMkLst>
          </pc:spChg>
          <pc:spChg chg="mod">
            <ac:chgData name="Mollon, Jaime" userId="0c3ef3a2-acf3-4c9b-877f-d39901f8fe4f" providerId="ADAL" clId="{4AF6960D-A1A3-4255-8EA8-6B584C831724}" dt="2026-10-12T14:50:05.516" v="289" actId="26606"/>
            <ac:spMkLst>
              <pc:docMk/>
              <pc:sldMasterMk cId="2341708566" sldId="2147483648"/>
              <pc:sldLayoutMk cId="3878551857" sldId="2147483917"/>
              <ac:spMk id="13" creationId="{1D7D6D4B-7095-77C1-15CF-E77B392ABF6F}"/>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521503597" sldId="2147483918"/>
          </pc:sldLayoutMkLst>
          <pc:spChg chg="mod">
            <ac:chgData name="Mollon, Jaime" userId="0c3ef3a2-acf3-4c9b-877f-d39901f8fe4f" providerId="ADAL" clId="{4AF6960D-A1A3-4255-8EA8-6B584C831724}" dt="2026-10-12T14:50:05.516" v="289" actId="26606"/>
            <ac:spMkLst>
              <pc:docMk/>
              <pc:sldMasterMk cId="2341708566" sldId="2147483648"/>
              <pc:sldLayoutMk cId="521503597" sldId="2147483918"/>
              <ac:spMk id="2" creationId="{36B27ED5-2246-88BD-82A2-F158FD439DDC}"/>
            </ac:spMkLst>
          </pc:spChg>
          <pc:spChg chg="mod">
            <ac:chgData name="Mollon, Jaime" userId="0c3ef3a2-acf3-4c9b-877f-d39901f8fe4f" providerId="ADAL" clId="{4AF6960D-A1A3-4255-8EA8-6B584C831724}" dt="2026-10-12T14:50:05.516" v="289" actId="26606"/>
            <ac:spMkLst>
              <pc:docMk/>
              <pc:sldMasterMk cId="2341708566" sldId="2147483648"/>
              <pc:sldLayoutMk cId="521503597" sldId="2147483918"/>
              <ac:spMk id="3" creationId="{6A0D0D51-4BE6-5BF9-991E-FD380FBA069D}"/>
            </ac:spMkLst>
          </pc:spChg>
          <pc:spChg chg="mod">
            <ac:chgData name="Mollon, Jaime" userId="0c3ef3a2-acf3-4c9b-877f-d39901f8fe4f" providerId="ADAL" clId="{4AF6960D-A1A3-4255-8EA8-6B584C831724}" dt="2026-10-12T14:50:05.516" v="289" actId="26606"/>
            <ac:spMkLst>
              <pc:docMk/>
              <pc:sldMasterMk cId="2341708566" sldId="2147483648"/>
              <pc:sldLayoutMk cId="521503597" sldId="2147483918"/>
              <ac:spMk id="4" creationId="{867555A6-23C2-EA2E-5062-203A844C1CAD}"/>
            </ac:spMkLst>
          </pc:spChg>
          <pc:spChg chg="mod">
            <ac:chgData name="Mollon, Jaime" userId="0c3ef3a2-acf3-4c9b-877f-d39901f8fe4f" providerId="ADAL" clId="{4AF6960D-A1A3-4255-8EA8-6B584C831724}" dt="2026-10-12T14:50:05.516" v="289" actId="26606"/>
            <ac:spMkLst>
              <pc:docMk/>
              <pc:sldMasterMk cId="2341708566" sldId="2147483648"/>
              <pc:sldLayoutMk cId="521503597" sldId="2147483918"/>
              <ac:spMk id="6" creationId="{C153C793-94DB-0CC9-61C8-B82A844F6184}"/>
            </ac:spMkLst>
          </pc:spChg>
          <pc:spChg chg="mod">
            <ac:chgData name="Mollon, Jaime" userId="0c3ef3a2-acf3-4c9b-877f-d39901f8fe4f" providerId="ADAL" clId="{4AF6960D-A1A3-4255-8EA8-6B584C831724}" dt="2026-10-12T14:50:05.516" v="289" actId="26606"/>
            <ac:spMkLst>
              <pc:docMk/>
              <pc:sldMasterMk cId="2341708566" sldId="2147483648"/>
              <pc:sldLayoutMk cId="521503597" sldId="2147483918"/>
              <ac:spMk id="8" creationId="{8BACBCBF-66E6-324B-CAB2-B19706458527}"/>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3810369135" sldId="2147483919"/>
          </pc:sldLayoutMkLst>
          <pc:spChg chg="mod">
            <ac:chgData name="Mollon, Jaime" userId="0c3ef3a2-acf3-4c9b-877f-d39901f8fe4f" providerId="ADAL" clId="{4AF6960D-A1A3-4255-8EA8-6B584C831724}" dt="2026-10-12T14:50:05.516" v="289" actId="26606"/>
            <ac:spMkLst>
              <pc:docMk/>
              <pc:sldMasterMk cId="2341708566" sldId="2147483648"/>
              <pc:sldLayoutMk cId="3810369135" sldId="2147483919"/>
              <ac:spMk id="2" creationId="{09885FF8-D672-A724-C6E4-A4F5B118FCD9}"/>
            </ac:spMkLst>
          </pc:spChg>
          <pc:spChg chg="mod">
            <ac:chgData name="Mollon, Jaime" userId="0c3ef3a2-acf3-4c9b-877f-d39901f8fe4f" providerId="ADAL" clId="{4AF6960D-A1A3-4255-8EA8-6B584C831724}" dt="2026-10-12T14:50:05.516" v="289" actId="26606"/>
            <ac:spMkLst>
              <pc:docMk/>
              <pc:sldMasterMk cId="2341708566" sldId="2147483648"/>
              <pc:sldLayoutMk cId="3810369135" sldId="2147483919"/>
              <ac:spMk id="3" creationId="{E860AB18-4EFA-A63A-1A99-4012B832C576}"/>
            </ac:spMkLst>
          </pc:spChg>
          <pc:spChg chg="mod">
            <ac:chgData name="Mollon, Jaime" userId="0c3ef3a2-acf3-4c9b-877f-d39901f8fe4f" providerId="ADAL" clId="{4AF6960D-A1A3-4255-8EA8-6B584C831724}" dt="2026-10-12T14:50:05.516" v="289" actId="26606"/>
            <ac:spMkLst>
              <pc:docMk/>
              <pc:sldMasterMk cId="2341708566" sldId="2147483648"/>
              <pc:sldLayoutMk cId="3810369135" sldId="2147483919"/>
              <ac:spMk id="4" creationId="{25B33A6A-FE67-8BF3-C06E-68A29F06D1CA}"/>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3268818245" sldId="2147483920"/>
          </pc:sldLayoutMkLst>
          <pc:spChg chg="mod">
            <ac:chgData name="Mollon, Jaime" userId="0c3ef3a2-acf3-4c9b-877f-d39901f8fe4f" providerId="ADAL" clId="{4AF6960D-A1A3-4255-8EA8-6B584C831724}" dt="2026-10-12T14:50:05.516" v="289" actId="26606"/>
            <ac:spMkLst>
              <pc:docMk/>
              <pc:sldMasterMk cId="2341708566" sldId="2147483648"/>
              <pc:sldLayoutMk cId="3268818245" sldId="2147483920"/>
              <ac:spMk id="2" creationId="{3289D750-1C23-B8EE-D1B3-2BB19AB32DFB}"/>
            </ac:spMkLst>
          </pc:spChg>
          <pc:spChg chg="mod">
            <ac:chgData name="Mollon, Jaime" userId="0c3ef3a2-acf3-4c9b-877f-d39901f8fe4f" providerId="ADAL" clId="{4AF6960D-A1A3-4255-8EA8-6B584C831724}" dt="2026-10-12T14:50:05.516" v="289" actId="26606"/>
            <ac:spMkLst>
              <pc:docMk/>
              <pc:sldMasterMk cId="2341708566" sldId="2147483648"/>
              <pc:sldLayoutMk cId="3268818245" sldId="2147483920"/>
              <ac:spMk id="3" creationId="{339945F3-F182-6AFC-1FFC-9DEA448C192A}"/>
            </ac:spMkLst>
          </pc:spChg>
          <pc:spChg chg="mod">
            <ac:chgData name="Mollon, Jaime" userId="0c3ef3a2-acf3-4c9b-877f-d39901f8fe4f" providerId="ADAL" clId="{4AF6960D-A1A3-4255-8EA8-6B584C831724}" dt="2026-10-12T14:50:05.516" v="289" actId="26606"/>
            <ac:spMkLst>
              <pc:docMk/>
              <pc:sldMasterMk cId="2341708566" sldId="2147483648"/>
              <pc:sldLayoutMk cId="3268818245" sldId="2147483920"/>
              <ac:spMk id="4" creationId="{CE23A7A6-F4E3-2DDA-3599-218120D62FFC}"/>
            </ac:spMkLst>
          </pc:spChg>
          <pc:spChg chg="mod">
            <ac:chgData name="Mollon, Jaime" userId="0c3ef3a2-acf3-4c9b-877f-d39901f8fe4f" providerId="ADAL" clId="{4AF6960D-A1A3-4255-8EA8-6B584C831724}" dt="2026-10-12T14:50:05.516" v="289" actId="26606"/>
            <ac:spMkLst>
              <pc:docMk/>
              <pc:sldMasterMk cId="2341708566" sldId="2147483648"/>
              <pc:sldLayoutMk cId="3268818245" sldId="2147483920"/>
              <ac:spMk id="5" creationId="{605A2744-5EB7-9A61-3C9B-4E33A68A586D}"/>
            </ac:spMkLst>
          </pc:spChg>
          <pc:spChg chg="mod">
            <ac:chgData name="Mollon, Jaime" userId="0c3ef3a2-acf3-4c9b-877f-d39901f8fe4f" providerId="ADAL" clId="{4AF6960D-A1A3-4255-8EA8-6B584C831724}" dt="2026-10-12T14:50:05.516" v="289" actId="26606"/>
            <ac:spMkLst>
              <pc:docMk/>
              <pc:sldMasterMk cId="2341708566" sldId="2147483648"/>
              <pc:sldLayoutMk cId="3268818245" sldId="2147483920"/>
              <ac:spMk id="7" creationId="{77B01FDA-59E9-77D7-DDD8-B3EC56BB97A6}"/>
            </ac:spMkLst>
          </pc:spChg>
          <pc:spChg chg="mod">
            <ac:chgData name="Mollon, Jaime" userId="0c3ef3a2-acf3-4c9b-877f-d39901f8fe4f" providerId="ADAL" clId="{4AF6960D-A1A3-4255-8EA8-6B584C831724}" dt="2026-10-12T14:50:05.516" v="289" actId="26606"/>
            <ac:spMkLst>
              <pc:docMk/>
              <pc:sldMasterMk cId="2341708566" sldId="2147483648"/>
              <pc:sldLayoutMk cId="3268818245" sldId="2147483920"/>
              <ac:spMk id="9" creationId="{BA3D0634-EADC-B2A6-3803-B96B6626A7E8}"/>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4191768112" sldId="2147483921"/>
          </pc:sldLayoutMkLst>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2" creationId="{39D32C4B-A482-28F4-901E-C6B6CDF748CF}"/>
            </ac:spMkLst>
          </pc:spChg>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3" creationId="{6A6620C4-B208-FE05-F6DD-0439A9C57773}"/>
            </ac:spMkLst>
          </pc:spChg>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4" creationId="{CFCFC2D8-F2C7-FBEC-08C1-0F808F378E72}"/>
            </ac:spMkLst>
          </pc:spChg>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5" creationId="{BBDF8B2A-557A-7F5E-19E3-AAECA479ED38}"/>
            </ac:spMkLst>
          </pc:spChg>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6" creationId="{4905F002-3445-57D4-A47D-86B9B3CEBF16}"/>
            </ac:spMkLst>
          </pc:spChg>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10" creationId="{7E6CCC37-48FB-08D0-C50A-117E83F8CD44}"/>
            </ac:spMkLst>
          </pc:spChg>
          <pc:spChg chg="mod">
            <ac:chgData name="Mollon, Jaime" userId="0c3ef3a2-acf3-4c9b-877f-d39901f8fe4f" providerId="ADAL" clId="{4AF6960D-A1A3-4255-8EA8-6B584C831724}" dt="2026-10-12T14:50:05.516" v="289" actId="26606"/>
            <ac:spMkLst>
              <pc:docMk/>
              <pc:sldMasterMk cId="2341708566" sldId="2147483648"/>
              <pc:sldLayoutMk cId="4191768112" sldId="2147483921"/>
              <ac:spMk id="11" creationId="{CACCB174-A824-17EC-1055-051C8CBDCAA0}"/>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1216639393" sldId="2147483922"/>
          </pc:sldLayoutMkLst>
          <pc:spChg chg="mod">
            <ac:chgData name="Mollon, Jaime" userId="0c3ef3a2-acf3-4c9b-877f-d39901f8fe4f" providerId="ADAL" clId="{4AF6960D-A1A3-4255-8EA8-6B584C831724}" dt="2026-10-12T14:50:05.516" v="289" actId="26606"/>
            <ac:spMkLst>
              <pc:docMk/>
              <pc:sldMasterMk cId="2341708566" sldId="2147483648"/>
              <pc:sldLayoutMk cId="1216639393" sldId="2147483922"/>
              <ac:spMk id="2" creationId="{78C81830-4311-F82E-FFA9-2D4F084159F1}"/>
            </ac:spMkLst>
          </pc:spChg>
          <pc:spChg chg="mod">
            <ac:chgData name="Mollon, Jaime" userId="0c3ef3a2-acf3-4c9b-877f-d39901f8fe4f" providerId="ADAL" clId="{4AF6960D-A1A3-4255-8EA8-6B584C831724}" dt="2026-10-12T14:50:05.516" v="289" actId="26606"/>
            <ac:spMkLst>
              <pc:docMk/>
              <pc:sldMasterMk cId="2341708566" sldId="2147483648"/>
              <pc:sldLayoutMk cId="1216639393" sldId="2147483922"/>
              <ac:spMk id="6" creationId="{92A672D0-31A3-722B-00EF-9FA7C2CAE7D9}"/>
            </ac:spMkLst>
          </pc:spChg>
          <pc:spChg chg="mod">
            <ac:chgData name="Mollon, Jaime" userId="0c3ef3a2-acf3-4c9b-877f-d39901f8fe4f" providerId="ADAL" clId="{4AF6960D-A1A3-4255-8EA8-6B584C831724}" dt="2026-10-12T14:50:05.516" v="289" actId="26606"/>
            <ac:spMkLst>
              <pc:docMk/>
              <pc:sldMasterMk cId="2341708566" sldId="2147483648"/>
              <pc:sldLayoutMk cId="1216639393" sldId="2147483922"/>
              <ac:spMk id="7" creationId="{266F3B57-1956-D5A9-1E85-5F9D4DDF7CBA}"/>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3880494544" sldId="2147483923"/>
          </pc:sldLayoutMkLst>
          <pc:spChg chg="mod">
            <ac:chgData name="Mollon, Jaime" userId="0c3ef3a2-acf3-4c9b-877f-d39901f8fe4f" providerId="ADAL" clId="{4AF6960D-A1A3-4255-8EA8-6B584C831724}" dt="2026-10-12T14:50:05.516" v="289" actId="26606"/>
            <ac:spMkLst>
              <pc:docMk/>
              <pc:sldMasterMk cId="2341708566" sldId="2147483648"/>
              <pc:sldLayoutMk cId="3880494544" sldId="2147483923"/>
              <ac:spMk id="5" creationId="{8AAA97BF-459F-9F90-1005-603CEFD6EB65}"/>
            </ac:spMkLst>
          </pc:spChg>
          <pc:spChg chg="mod">
            <ac:chgData name="Mollon, Jaime" userId="0c3ef3a2-acf3-4c9b-877f-d39901f8fe4f" providerId="ADAL" clId="{4AF6960D-A1A3-4255-8EA8-6B584C831724}" dt="2026-10-12T14:50:05.516" v="289" actId="26606"/>
            <ac:spMkLst>
              <pc:docMk/>
              <pc:sldMasterMk cId="2341708566" sldId="2147483648"/>
              <pc:sldLayoutMk cId="3880494544" sldId="2147483923"/>
              <ac:spMk id="6" creationId="{A78B95E2-34BE-9BD0-F688-086F1A9C05A7}"/>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1653468428" sldId="2147483924"/>
          </pc:sldLayoutMkLst>
          <pc:spChg chg="mod">
            <ac:chgData name="Mollon, Jaime" userId="0c3ef3a2-acf3-4c9b-877f-d39901f8fe4f" providerId="ADAL" clId="{4AF6960D-A1A3-4255-8EA8-6B584C831724}" dt="2026-10-12T14:50:05.516" v="289" actId="26606"/>
            <ac:spMkLst>
              <pc:docMk/>
              <pc:sldMasterMk cId="2341708566" sldId="2147483648"/>
              <pc:sldLayoutMk cId="1653468428" sldId="2147483924"/>
              <ac:spMk id="2" creationId="{CD6EFC74-0B0B-DF60-4440-05BD50ED8F19}"/>
            </ac:spMkLst>
          </pc:spChg>
          <pc:spChg chg="mod">
            <ac:chgData name="Mollon, Jaime" userId="0c3ef3a2-acf3-4c9b-877f-d39901f8fe4f" providerId="ADAL" clId="{4AF6960D-A1A3-4255-8EA8-6B584C831724}" dt="2026-10-12T14:50:05.516" v="289" actId="26606"/>
            <ac:spMkLst>
              <pc:docMk/>
              <pc:sldMasterMk cId="2341708566" sldId="2147483648"/>
              <pc:sldLayoutMk cId="1653468428" sldId="2147483924"/>
              <ac:spMk id="3" creationId="{CE05E2A5-4EC7-7669-ABDB-6AB408C57C89}"/>
            </ac:spMkLst>
          </pc:spChg>
          <pc:spChg chg="mod">
            <ac:chgData name="Mollon, Jaime" userId="0c3ef3a2-acf3-4c9b-877f-d39901f8fe4f" providerId="ADAL" clId="{4AF6960D-A1A3-4255-8EA8-6B584C831724}" dt="2026-10-12T14:50:05.516" v="289" actId="26606"/>
            <ac:spMkLst>
              <pc:docMk/>
              <pc:sldMasterMk cId="2341708566" sldId="2147483648"/>
              <pc:sldLayoutMk cId="1653468428" sldId="2147483924"/>
              <ac:spMk id="4" creationId="{A1158B26-6159-E7B7-E224-F545545AC977}"/>
            </ac:spMkLst>
          </pc:spChg>
          <pc:spChg chg="mod">
            <ac:chgData name="Mollon, Jaime" userId="0c3ef3a2-acf3-4c9b-877f-d39901f8fe4f" providerId="ADAL" clId="{4AF6960D-A1A3-4255-8EA8-6B584C831724}" dt="2026-10-12T14:50:05.516" v="289" actId="26606"/>
            <ac:spMkLst>
              <pc:docMk/>
              <pc:sldMasterMk cId="2341708566" sldId="2147483648"/>
              <pc:sldLayoutMk cId="1653468428" sldId="2147483924"/>
              <ac:spMk id="8" creationId="{CD351A32-87D2-E5B8-FC4E-813E815B9122}"/>
            </ac:spMkLst>
          </pc:spChg>
          <pc:spChg chg="mod">
            <ac:chgData name="Mollon, Jaime" userId="0c3ef3a2-acf3-4c9b-877f-d39901f8fe4f" providerId="ADAL" clId="{4AF6960D-A1A3-4255-8EA8-6B584C831724}" dt="2026-10-12T14:50:05.516" v="289" actId="26606"/>
            <ac:spMkLst>
              <pc:docMk/>
              <pc:sldMasterMk cId="2341708566" sldId="2147483648"/>
              <pc:sldLayoutMk cId="1653468428" sldId="2147483924"/>
              <ac:spMk id="9" creationId="{5FF141D5-D412-1E70-A043-DDA6C4A225D2}"/>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1697673275" sldId="2147483925"/>
          </pc:sldLayoutMkLst>
          <pc:spChg chg="mod">
            <ac:chgData name="Mollon, Jaime" userId="0c3ef3a2-acf3-4c9b-877f-d39901f8fe4f" providerId="ADAL" clId="{4AF6960D-A1A3-4255-8EA8-6B584C831724}" dt="2026-10-12T14:50:05.516" v="289" actId="26606"/>
            <ac:spMkLst>
              <pc:docMk/>
              <pc:sldMasterMk cId="2341708566" sldId="2147483648"/>
              <pc:sldLayoutMk cId="1697673275" sldId="2147483925"/>
              <ac:spMk id="2" creationId="{3C50ACAC-029D-A85D-1DD9-7FE799FF18D9}"/>
            </ac:spMkLst>
          </pc:spChg>
          <pc:spChg chg="mod">
            <ac:chgData name="Mollon, Jaime" userId="0c3ef3a2-acf3-4c9b-877f-d39901f8fe4f" providerId="ADAL" clId="{4AF6960D-A1A3-4255-8EA8-6B584C831724}" dt="2026-10-12T14:50:05.516" v="289" actId="26606"/>
            <ac:spMkLst>
              <pc:docMk/>
              <pc:sldMasterMk cId="2341708566" sldId="2147483648"/>
              <pc:sldLayoutMk cId="1697673275" sldId="2147483925"/>
              <ac:spMk id="3" creationId="{FB2F6098-DBF1-1487-771D-6DFC123E34D2}"/>
            </ac:spMkLst>
          </pc:spChg>
          <pc:spChg chg="mod">
            <ac:chgData name="Mollon, Jaime" userId="0c3ef3a2-acf3-4c9b-877f-d39901f8fe4f" providerId="ADAL" clId="{4AF6960D-A1A3-4255-8EA8-6B584C831724}" dt="2026-10-12T14:50:05.516" v="289" actId="26606"/>
            <ac:spMkLst>
              <pc:docMk/>
              <pc:sldMasterMk cId="2341708566" sldId="2147483648"/>
              <pc:sldLayoutMk cId="1697673275" sldId="2147483925"/>
              <ac:spMk id="4" creationId="{4EDD3242-7517-E7C2-FE38-767A0EAC2B15}"/>
            </ac:spMkLst>
          </pc:spChg>
          <pc:spChg chg="mod">
            <ac:chgData name="Mollon, Jaime" userId="0c3ef3a2-acf3-4c9b-877f-d39901f8fe4f" providerId="ADAL" clId="{4AF6960D-A1A3-4255-8EA8-6B584C831724}" dt="2026-10-12T14:50:05.516" v="289" actId="26606"/>
            <ac:spMkLst>
              <pc:docMk/>
              <pc:sldMasterMk cId="2341708566" sldId="2147483648"/>
              <pc:sldLayoutMk cId="1697673275" sldId="2147483925"/>
              <ac:spMk id="8" creationId="{D60C4F78-F35A-EA70-BE94-289D44BF66FC}"/>
            </ac:spMkLst>
          </pc:spChg>
          <pc:spChg chg="mod">
            <ac:chgData name="Mollon, Jaime" userId="0c3ef3a2-acf3-4c9b-877f-d39901f8fe4f" providerId="ADAL" clId="{4AF6960D-A1A3-4255-8EA8-6B584C831724}" dt="2026-10-12T14:50:05.516" v="289" actId="26606"/>
            <ac:spMkLst>
              <pc:docMk/>
              <pc:sldMasterMk cId="2341708566" sldId="2147483648"/>
              <pc:sldLayoutMk cId="1697673275" sldId="2147483925"/>
              <ac:spMk id="9" creationId="{18DABEE1-7CCA-2CDE-A0D4-F3DD3EA4460F}"/>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3525545363" sldId="2147483926"/>
          </pc:sldLayoutMkLst>
          <pc:spChg chg="mod">
            <ac:chgData name="Mollon, Jaime" userId="0c3ef3a2-acf3-4c9b-877f-d39901f8fe4f" providerId="ADAL" clId="{4AF6960D-A1A3-4255-8EA8-6B584C831724}" dt="2026-10-12T14:50:05.516" v="289" actId="26606"/>
            <ac:spMkLst>
              <pc:docMk/>
              <pc:sldMasterMk cId="2341708566" sldId="2147483648"/>
              <pc:sldLayoutMk cId="3525545363" sldId="2147483926"/>
              <ac:spMk id="2" creationId="{3FA1CFEB-3330-25CD-0245-6BF8E20688AC}"/>
            </ac:spMkLst>
          </pc:spChg>
          <pc:spChg chg="mod">
            <ac:chgData name="Mollon, Jaime" userId="0c3ef3a2-acf3-4c9b-877f-d39901f8fe4f" providerId="ADAL" clId="{4AF6960D-A1A3-4255-8EA8-6B584C831724}" dt="2026-10-12T14:50:05.516" v="289" actId="26606"/>
            <ac:spMkLst>
              <pc:docMk/>
              <pc:sldMasterMk cId="2341708566" sldId="2147483648"/>
              <pc:sldLayoutMk cId="3525545363" sldId="2147483926"/>
              <ac:spMk id="3" creationId="{452AF7DC-4347-E715-7FFB-817E0A8FCA10}"/>
            </ac:spMkLst>
          </pc:spChg>
          <pc:spChg chg="mod">
            <ac:chgData name="Mollon, Jaime" userId="0c3ef3a2-acf3-4c9b-877f-d39901f8fe4f" providerId="ADAL" clId="{4AF6960D-A1A3-4255-8EA8-6B584C831724}" dt="2026-10-12T14:50:05.516" v="289" actId="26606"/>
            <ac:spMkLst>
              <pc:docMk/>
              <pc:sldMasterMk cId="2341708566" sldId="2147483648"/>
              <pc:sldLayoutMk cId="3525545363" sldId="2147483926"/>
              <ac:spMk id="7" creationId="{0B287F27-F151-D121-80BD-01A6CE972593}"/>
            </ac:spMkLst>
          </pc:spChg>
          <pc:spChg chg="mod">
            <ac:chgData name="Mollon, Jaime" userId="0c3ef3a2-acf3-4c9b-877f-d39901f8fe4f" providerId="ADAL" clId="{4AF6960D-A1A3-4255-8EA8-6B584C831724}" dt="2026-10-12T14:50:05.516" v="289" actId="26606"/>
            <ac:spMkLst>
              <pc:docMk/>
              <pc:sldMasterMk cId="2341708566" sldId="2147483648"/>
              <pc:sldLayoutMk cId="3525545363" sldId="2147483926"/>
              <ac:spMk id="8" creationId="{53415622-E7D8-CAFD-BEFB-D54DB58807DA}"/>
            </ac:spMkLst>
          </pc:spChg>
        </pc:sldLayoutChg>
        <pc:sldLayoutChg chg="modSp del mod ord">
          <pc:chgData name="Mollon, Jaime" userId="0c3ef3a2-acf3-4c9b-877f-d39901f8fe4f" providerId="ADAL" clId="{4AF6960D-A1A3-4255-8EA8-6B584C831724}" dt="2026-10-12T14:50:05.516" v="289" actId="26606"/>
          <pc:sldLayoutMkLst>
            <pc:docMk/>
            <pc:sldMasterMk cId="2341708566" sldId="2147483648"/>
            <pc:sldLayoutMk cId="2130924828" sldId="2147483927"/>
          </pc:sldLayoutMkLst>
          <pc:spChg chg="mod">
            <ac:chgData name="Mollon, Jaime" userId="0c3ef3a2-acf3-4c9b-877f-d39901f8fe4f" providerId="ADAL" clId="{4AF6960D-A1A3-4255-8EA8-6B584C831724}" dt="2026-10-12T14:50:05.516" v="289" actId="26606"/>
            <ac:spMkLst>
              <pc:docMk/>
              <pc:sldMasterMk cId="2341708566" sldId="2147483648"/>
              <pc:sldLayoutMk cId="2130924828" sldId="2147483927"/>
              <ac:spMk id="2" creationId="{8BED274E-1397-CA66-0E93-D240CEFC90CC}"/>
            </ac:spMkLst>
          </pc:spChg>
          <pc:spChg chg="mod">
            <ac:chgData name="Mollon, Jaime" userId="0c3ef3a2-acf3-4c9b-877f-d39901f8fe4f" providerId="ADAL" clId="{4AF6960D-A1A3-4255-8EA8-6B584C831724}" dt="2026-10-12T14:50:05.516" v="289" actId="26606"/>
            <ac:spMkLst>
              <pc:docMk/>
              <pc:sldMasterMk cId="2341708566" sldId="2147483648"/>
              <pc:sldLayoutMk cId="2130924828" sldId="2147483927"/>
              <ac:spMk id="3" creationId="{1EBC331A-5ADD-7B67-7D19-F7F31D9E8662}"/>
            </ac:spMkLst>
          </pc:spChg>
          <pc:spChg chg="mod">
            <ac:chgData name="Mollon, Jaime" userId="0c3ef3a2-acf3-4c9b-877f-d39901f8fe4f" providerId="ADAL" clId="{4AF6960D-A1A3-4255-8EA8-6B584C831724}" dt="2026-10-12T14:50:05.516" v="289" actId="26606"/>
            <ac:spMkLst>
              <pc:docMk/>
              <pc:sldMasterMk cId="2341708566" sldId="2147483648"/>
              <pc:sldLayoutMk cId="2130924828" sldId="2147483927"/>
              <ac:spMk id="7" creationId="{DC344A64-6D2E-A028-4CB0-0AD903AB321E}"/>
            </ac:spMkLst>
          </pc:spChg>
          <pc:spChg chg="mod">
            <ac:chgData name="Mollon, Jaime" userId="0c3ef3a2-acf3-4c9b-877f-d39901f8fe4f" providerId="ADAL" clId="{4AF6960D-A1A3-4255-8EA8-6B584C831724}" dt="2026-10-12T14:50:05.516" v="289" actId="26606"/>
            <ac:spMkLst>
              <pc:docMk/>
              <pc:sldMasterMk cId="2341708566" sldId="2147483648"/>
              <pc:sldLayoutMk cId="2130924828" sldId="2147483927"/>
              <ac:spMk id="8" creationId="{3019CAB8-678A-D33E-EC77-B35ABAC4B498}"/>
            </ac:spMkLst>
          </pc:spChg>
        </pc:sldLayoutChg>
      </pc:sldMasterChg>
      <pc:sldMasterChg chg="add modSldLayout sldLayoutOrd">
        <pc:chgData name="Mollon, Jaime" userId="0c3ef3a2-acf3-4c9b-877f-d39901f8fe4f" providerId="ADAL" clId="{4AF6960D-A1A3-4255-8EA8-6B584C831724}" dt="2026-10-12T14:50:05.516" v="289" actId="26606"/>
        <pc:sldMasterMkLst>
          <pc:docMk/>
          <pc:sldMasterMk cId="1323164623" sldId="2147483679"/>
        </pc:sldMasterMkLst>
        <pc:sldLayoutChg chg="modSp mod ord">
          <pc:chgData name="Mollon, Jaime" userId="0c3ef3a2-acf3-4c9b-877f-d39901f8fe4f" providerId="ADAL" clId="{4AF6960D-A1A3-4255-8EA8-6B584C831724}" dt="2026-10-12T14:50:05.516" v="289" actId="26606"/>
          <pc:sldLayoutMkLst>
            <pc:docMk/>
            <pc:sldMasterMk cId="1323164623" sldId="2147483679"/>
            <pc:sldLayoutMk cId="2481907632" sldId="2147483680"/>
          </pc:sldLayoutMkLst>
          <pc:spChg chg="mod">
            <ac:chgData name="Mollon, Jaime" userId="0c3ef3a2-acf3-4c9b-877f-d39901f8fe4f" providerId="ADAL" clId="{4AF6960D-A1A3-4255-8EA8-6B584C831724}" dt="2026-10-12T14:50:05.516" v="289" actId="26606"/>
            <ac:spMkLst>
              <pc:docMk/>
              <pc:sldMasterMk cId="1323164623" sldId="2147483679"/>
              <pc:sldLayoutMk cId="2481907632" sldId="2147483680"/>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2481907632" sldId="2147483680"/>
              <ac:spMk id="3"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2481907632" sldId="2147483680"/>
              <ac:spMk id="31"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75875921" sldId="2147483681"/>
          </pc:sldLayoutMkLst>
          <pc:spChg chg="mod">
            <ac:chgData name="Mollon, Jaime" userId="0c3ef3a2-acf3-4c9b-877f-d39901f8fe4f" providerId="ADAL" clId="{4AF6960D-A1A3-4255-8EA8-6B584C831724}" dt="2026-10-12T14:50:05.516" v="289" actId="26606"/>
            <ac:spMkLst>
              <pc:docMk/>
              <pc:sldMasterMk cId="1323164623" sldId="2147483679"/>
              <pc:sldLayoutMk cId="75875921" sldId="2147483681"/>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75875921" sldId="2147483681"/>
              <ac:spMk id="3"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75875921" sldId="2147483681"/>
              <ac:spMk id="10" creationId="{052DC744-DAF9-49FB-B19E-B09ACE435FFF}"/>
            </ac:spMkLst>
          </pc:spChg>
          <pc:spChg chg="mod">
            <ac:chgData name="Mollon, Jaime" userId="0c3ef3a2-acf3-4c9b-877f-d39901f8fe4f" providerId="ADAL" clId="{4AF6960D-A1A3-4255-8EA8-6B584C831724}" dt="2026-10-12T14:50:05.516" v="289" actId="26606"/>
            <ac:spMkLst>
              <pc:docMk/>
              <pc:sldMasterMk cId="1323164623" sldId="2147483679"/>
              <pc:sldLayoutMk cId="75875921" sldId="2147483681"/>
              <ac:spMk id="1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75875921" sldId="2147483681"/>
              <ac:spMk id="13"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3719576115" sldId="2147483682"/>
          </pc:sldLayoutMkLst>
          <pc:spChg chg="mod">
            <ac:chgData name="Mollon, Jaime" userId="0c3ef3a2-acf3-4c9b-877f-d39901f8fe4f" providerId="ADAL" clId="{4AF6960D-A1A3-4255-8EA8-6B584C831724}" dt="2026-10-12T14:50:05.516" v="289" actId="26606"/>
            <ac:spMkLst>
              <pc:docMk/>
              <pc:sldMasterMk cId="1323164623" sldId="2147483679"/>
              <pc:sldLayoutMk cId="3719576115" sldId="2147483682"/>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719576115" sldId="2147483682"/>
              <ac:spMk id="3"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719576115" sldId="2147483682"/>
              <ac:spMk id="9"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719576115" sldId="2147483682"/>
              <ac:spMk id="1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719576115" sldId="2147483682"/>
              <ac:spMk id="13"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142560644" sldId="2147483683"/>
          </pc:sldLayoutMkLst>
          <pc:spChg chg="mod">
            <ac:chgData name="Mollon, Jaime" userId="0c3ef3a2-acf3-4c9b-877f-d39901f8fe4f" providerId="ADAL" clId="{4AF6960D-A1A3-4255-8EA8-6B584C831724}" dt="2026-10-12T14:50:05.516" v="289" actId="26606"/>
            <ac:spMkLst>
              <pc:docMk/>
              <pc:sldMasterMk cId="1323164623" sldId="2147483679"/>
              <pc:sldLayoutMk cId="142560644" sldId="2147483683"/>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142560644" sldId="2147483683"/>
              <ac:spMk id="3"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142560644" sldId="2147483683"/>
              <ac:spMk id="9"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1300890767" sldId="2147483684"/>
          </pc:sldLayoutMkLst>
          <pc:spChg chg="mod">
            <ac:chgData name="Mollon, Jaime" userId="0c3ef3a2-acf3-4c9b-877f-d39901f8fe4f" providerId="ADAL" clId="{4AF6960D-A1A3-4255-8EA8-6B584C831724}" dt="2026-10-12T14:50:05.516" v="289" actId="26606"/>
            <ac:spMkLst>
              <pc:docMk/>
              <pc:sldMasterMk cId="1323164623" sldId="2147483679"/>
              <pc:sldLayoutMk cId="1300890767" sldId="2147483684"/>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1300890767" sldId="2147483684"/>
              <ac:spMk id="9"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3581651530" sldId="2147483685"/>
          </pc:sldLayoutMkLst>
          <pc:spChg chg="mod">
            <ac:chgData name="Mollon, Jaime" userId="0c3ef3a2-acf3-4c9b-877f-d39901f8fe4f" providerId="ADAL" clId="{4AF6960D-A1A3-4255-8EA8-6B584C831724}" dt="2026-10-12T14:50:05.516" v="289" actId="26606"/>
            <ac:spMkLst>
              <pc:docMk/>
              <pc:sldMasterMk cId="1323164623" sldId="2147483679"/>
              <pc:sldLayoutMk cId="3581651530" sldId="2147483685"/>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581651530" sldId="2147483685"/>
              <ac:spMk id="9"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3302759532" sldId="2147483686"/>
          </pc:sldLayoutMkLst>
          <pc:spChg chg="mod">
            <ac:chgData name="Mollon, Jaime" userId="0c3ef3a2-acf3-4c9b-877f-d39901f8fe4f" providerId="ADAL" clId="{4AF6960D-A1A3-4255-8EA8-6B584C831724}" dt="2026-10-12T14:50:05.516" v="289" actId="26606"/>
            <ac:spMkLst>
              <pc:docMk/>
              <pc:sldMasterMk cId="1323164623" sldId="2147483679"/>
              <pc:sldLayoutMk cId="3302759532" sldId="2147483686"/>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302759532" sldId="2147483686"/>
              <ac:spMk id="7"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3302759532" sldId="2147483686"/>
              <ac:spMk id="11"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1335186089" sldId="2147483687"/>
          </pc:sldLayoutMkLst>
          <pc:spChg chg="mod">
            <ac:chgData name="Mollon, Jaime" userId="0c3ef3a2-acf3-4c9b-877f-d39901f8fe4f" providerId="ADAL" clId="{4AF6960D-A1A3-4255-8EA8-6B584C831724}" dt="2026-10-12T14:50:05.516" v="289" actId="26606"/>
            <ac:spMkLst>
              <pc:docMk/>
              <pc:sldMasterMk cId="1323164623" sldId="2147483679"/>
              <pc:sldLayoutMk cId="1335186089" sldId="2147483687"/>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1335186089" sldId="2147483687"/>
              <ac:spMk id="5" creationId="{75744679-CEC4-4680-B398-12E18921CCE9}"/>
            </ac:spMkLst>
          </pc:spChg>
          <pc:spChg chg="mod">
            <ac:chgData name="Mollon, Jaime" userId="0c3ef3a2-acf3-4c9b-877f-d39901f8fe4f" providerId="ADAL" clId="{4AF6960D-A1A3-4255-8EA8-6B584C831724}" dt="2026-10-12T14:50:05.516" v="289" actId="26606"/>
            <ac:spMkLst>
              <pc:docMk/>
              <pc:sldMasterMk cId="1323164623" sldId="2147483679"/>
              <pc:sldLayoutMk cId="1335186089" sldId="2147483687"/>
              <ac:spMk id="7"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1335186089" sldId="2147483687"/>
              <ac:spMk id="11"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2665670724" sldId="2147483688"/>
          </pc:sldLayoutMkLst>
          <pc:spChg chg="mod">
            <ac:chgData name="Mollon, Jaime" userId="0c3ef3a2-acf3-4c9b-877f-d39901f8fe4f" providerId="ADAL" clId="{4AF6960D-A1A3-4255-8EA8-6B584C831724}" dt="2026-10-12T14:50:05.516" v="289" actId="26606"/>
            <ac:spMkLst>
              <pc:docMk/>
              <pc:sldMasterMk cId="1323164623" sldId="2147483679"/>
              <pc:sldLayoutMk cId="2665670724" sldId="2147483688"/>
              <ac:spMk id="7"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2665670724" sldId="2147483688"/>
              <ac:spMk id="11"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1536433637" sldId="2147483689"/>
          </pc:sldLayoutMkLst>
          <pc:spChg chg="mod">
            <ac:chgData name="Mollon, Jaime" userId="0c3ef3a2-acf3-4c9b-877f-d39901f8fe4f" providerId="ADAL" clId="{4AF6960D-A1A3-4255-8EA8-6B584C831724}" dt="2026-10-12T14:50:05.516" v="289" actId="26606"/>
            <ac:spMkLst>
              <pc:docMk/>
              <pc:sldMasterMk cId="1323164623" sldId="2147483679"/>
              <pc:sldLayoutMk cId="1536433637" sldId="2147483689"/>
              <ac:spMk id="11" creationId="{00000000-0000-0000-0000-000000000000}"/>
            </ac:spMkLst>
          </pc:spChg>
        </pc:sldLayoutChg>
        <pc:sldLayoutChg chg="mod ord">
          <pc:chgData name="Mollon, Jaime" userId="0c3ef3a2-acf3-4c9b-877f-d39901f8fe4f" providerId="ADAL" clId="{4AF6960D-A1A3-4255-8EA8-6B584C831724}" dt="2026-10-12T14:50:05.516" v="289" actId="26606"/>
          <pc:sldLayoutMkLst>
            <pc:docMk/>
            <pc:sldMasterMk cId="1323164623" sldId="2147483679"/>
            <pc:sldLayoutMk cId="2257076917" sldId="2147483690"/>
          </pc:sldLayoutMkLst>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1105558392" sldId="2147483691"/>
          </pc:sldLayoutMkLst>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3" creationId="{31988CFB-541C-425F-8A8F-0A69DAB1E0F3}"/>
            </ac:spMkLst>
          </pc:spChg>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8" creationId="{DAA5D36E-06AC-4EBD-9F51-BF372A555A50}"/>
            </ac:spMkLst>
          </pc:spChg>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9" creationId="{254F65CE-FD46-495E-9DB4-BD59BEB13D05}"/>
            </ac:spMkLst>
          </pc:spChg>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10" creationId="{59BC4988-F927-46C6-B79E-29414321A9E6}"/>
            </ac:spMkLst>
          </pc:spChg>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11" creationId="{0F981103-7213-4958-BE3B-9F371AB7B2E1}"/>
            </ac:spMkLst>
          </pc:spChg>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14" creationId="{69A656C2-6E8C-4A18-A9DD-B9CDF23FE76A}"/>
            </ac:spMkLst>
          </pc:spChg>
          <pc:spChg chg="mod">
            <ac:chgData name="Mollon, Jaime" userId="0c3ef3a2-acf3-4c9b-877f-d39901f8fe4f" providerId="ADAL" clId="{4AF6960D-A1A3-4255-8EA8-6B584C831724}" dt="2026-10-12T14:50:05.516" v="289" actId="26606"/>
            <ac:spMkLst>
              <pc:docMk/>
              <pc:sldMasterMk cId="1323164623" sldId="2147483679"/>
              <pc:sldLayoutMk cId="1105558392" sldId="2147483691"/>
              <ac:spMk id="15" creationId="{212B6CEE-E03A-4D04-B676-0D6B82106704}"/>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2352712727" sldId="2147483692"/>
          </pc:sldLayoutMkLst>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3" creationId="{31988CFB-541C-425F-8A8F-0A69DAB1E0F3}"/>
            </ac:spMkLst>
          </pc:spChg>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7" creationId="{FFAC7F27-97FD-4BA5-9661-872D1E468D23}"/>
            </ac:spMkLst>
          </pc:spChg>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8" creationId="{8304858B-35CA-435D-A44A-2F7C3D934AEF}"/>
            </ac:spMkLst>
          </pc:spChg>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9" creationId="{254F65CE-FD46-495E-9DB4-BD59BEB13D05}"/>
            </ac:spMkLst>
          </pc:spChg>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12" creationId="{BE4C551E-5BBC-41E3-9BF2-336E3EE213E3}"/>
            </ac:spMkLst>
          </pc:spChg>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13" creationId="{7AC63A23-3DA1-42BB-BC71-36F8F8E4A162}"/>
            </ac:spMkLst>
          </pc:spChg>
          <pc:spChg chg="mod">
            <ac:chgData name="Mollon, Jaime" userId="0c3ef3a2-acf3-4c9b-877f-d39901f8fe4f" providerId="ADAL" clId="{4AF6960D-A1A3-4255-8EA8-6B584C831724}" dt="2026-10-12T14:50:05.516" v="289" actId="26606"/>
            <ac:spMkLst>
              <pc:docMk/>
              <pc:sldMasterMk cId="1323164623" sldId="2147483679"/>
              <pc:sldLayoutMk cId="2352712727" sldId="2147483692"/>
              <ac:spMk id="14" creationId="{69A656C2-6E8C-4A18-A9DD-B9CDF23FE76A}"/>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190787411" sldId="2147483693"/>
          </pc:sldLayoutMkLst>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4" creationId="{E18D73F1-79D7-42DB-A292-7E5439487C89}"/>
            </ac:spMkLst>
          </pc:spChg>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8" creationId="{DAA5D36E-06AC-4EBD-9F51-BF372A555A50}"/>
            </ac:spMkLst>
          </pc:spChg>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9" creationId="{1E14D925-7944-469F-A7BF-A94CE66A5E86}"/>
            </ac:spMkLst>
          </pc:spChg>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10" creationId="{59BC4988-F927-46C6-B79E-29414321A9E6}"/>
            </ac:spMkLst>
          </pc:spChg>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12" creationId="{DD65EE59-C371-4464-AE1B-A67AD986BD53}"/>
            </ac:spMkLst>
          </pc:spChg>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13" creationId="{357B20FF-D4A1-420D-93BB-D1A139C7EDFF}"/>
            </ac:spMkLst>
          </pc:spChg>
          <pc:spChg chg="mod">
            <ac:chgData name="Mollon, Jaime" userId="0c3ef3a2-acf3-4c9b-877f-d39901f8fe4f" providerId="ADAL" clId="{4AF6960D-A1A3-4255-8EA8-6B584C831724}" dt="2026-10-12T14:50:05.516" v="289" actId="26606"/>
            <ac:spMkLst>
              <pc:docMk/>
              <pc:sldMasterMk cId="1323164623" sldId="2147483679"/>
              <pc:sldLayoutMk cId="190787411" sldId="2147483693"/>
              <ac:spMk id="14" creationId="{69A656C2-6E8C-4A18-A9DD-B9CDF23FE76A}"/>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900065079" sldId="2147483694"/>
          </pc:sldLayoutMkLst>
          <pc:spChg chg="mod">
            <ac:chgData name="Mollon, Jaime" userId="0c3ef3a2-acf3-4c9b-877f-d39901f8fe4f" providerId="ADAL" clId="{4AF6960D-A1A3-4255-8EA8-6B584C831724}" dt="2026-10-12T14:50:05.516" v="289" actId="26606"/>
            <ac:spMkLst>
              <pc:docMk/>
              <pc:sldMasterMk cId="1323164623" sldId="2147483679"/>
              <pc:sldLayoutMk cId="900065079" sldId="2147483694"/>
              <ac:spMk id="2" creationId="{00000000-0000-0000-0000-000000000000}"/>
            </ac:spMkLst>
          </pc:spChg>
          <pc:spChg chg="mod">
            <ac:chgData name="Mollon, Jaime" userId="0c3ef3a2-acf3-4c9b-877f-d39901f8fe4f" providerId="ADAL" clId="{4AF6960D-A1A3-4255-8EA8-6B584C831724}" dt="2026-10-12T14:50:05.516" v="289" actId="26606"/>
            <ac:spMkLst>
              <pc:docMk/>
              <pc:sldMasterMk cId="1323164623" sldId="2147483679"/>
              <pc:sldLayoutMk cId="900065079" sldId="2147483694"/>
              <ac:spMk id="8" creationId="{00000000-0000-0000-0000-000000000000}"/>
            </ac:spMkLst>
          </pc:spChg>
        </pc:sldLayoutChg>
        <pc:sldLayoutChg chg="modSp mod ord">
          <pc:chgData name="Mollon, Jaime" userId="0c3ef3a2-acf3-4c9b-877f-d39901f8fe4f" providerId="ADAL" clId="{4AF6960D-A1A3-4255-8EA8-6B584C831724}" dt="2026-10-12T14:50:05.516" v="289" actId="26606"/>
          <pc:sldLayoutMkLst>
            <pc:docMk/>
            <pc:sldMasterMk cId="1323164623" sldId="2147483679"/>
            <pc:sldLayoutMk cId="3603834973" sldId="2147483888"/>
          </pc:sldLayoutMkLst>
          <pc:spChg chg="mod">
            <ac:chgData name="Mollon, Jaime" userId="0c3ef3a2-acf3-4c9b-877f-d39901f8fe4f" providerId="ADAL" clId="{4AF6960D-A1A3-4255-8EA8-6B584C831724}" dt="2026-10-12T14:50:05.516" v="289" actId="26606"/>
            <ac:spMkLst>
              <pc:docMk/>
              <pc:sldMasterMk cId="1323164623" sldId="2147483679"/>
              <pc:sldLayoutMk cId="3603834973" sldId="2147483888"/>
              <ac:spMk id="2" creationId="{00000000-0000-0000-0000-000000000000}"/>
            </ac:spMkLst>
          </pc:spChg>
        </pc:sldLayoutChg>
      </pc:sldMasterChg>
      <pc:sldMasterChg chg="del replId modSldLayout sldLayoutOrd">
        <pc:chgData name="Mollon, Jaime" userId="0c3ef3a2-acf3-4c9b-877f-d39901f8fe4f" providerId="ADAL" clId="{4AF6960D-A1A3-4255-8EA8-6B584C831724}" dt="2026-10-12T14:50:05.516" v="289" actId="26606"/>
        <pc:sldMasterMkLst>
          <pc:docMk/>
          <pc:sldMasterMk cId="2341708566" sldId="2147483914"/>
        </pc:sldMasterMkLst>
        <pc:sldLayoutChg chg="replId">
          <pc:chgData name="Mollon, Jaime" userId="0c3ef3a2-acf3-4c9b-877f-d39901f8fe4f" providerId="ADAL" clId="{4AF6960D-A1A3-4255-8EA8-6B584C831724}" dt="2026-10-12T14:50:05.402" v="288" actId="26606"/>
          <pc:sldLayoutMkLst>
            <pc:docMk/>
            <pc:sldMasterMk cId="2341708566" sldId="2147483648"/>
            <pc:sldLayoutMk cId="3504043283" sldId="2147483915"/>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1203535768" sldId="2147483916"/>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3878551857" sldId="2147483917"/>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521503597" sldId="2147483918"/>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3810369135" sldId="2147483919"/>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3268818245" sldId="2147483920"/>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4191768112" sldId="2147483921"/>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1216639393" sldId="2147483922"/>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3880494544" sldId="2147483923"/>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1653468428" sldId="2147483924"/>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1697673275" sldId="2147483925"/>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3525545363" sldId="2147483926"/>
          </pc:sldLayoutMkLst>
        </pc:sldLayoutChg>
        <pc:sldLayoutChg chg="replId">
          <pc:chgData name="Mollon, Jaime" userId="0c3ef3a2-acf3-4c9b-877f-d39901f8fe4f" providerId="ADAL" clId="{4AF6960D-A1A3-4255-8EA8-6B584C831724}" dt="2026-10-12T14:50:05.402" v="288" actId="26606"/>
          <pc:sldLayoutMkLst>
            <pc:docMk/>
            <pc:sldMasterMk cId="2341708566" sldId="2147483648"/>
            <pc:sldLayoutMk cId="2130924828" sldId="2147483927"/>
          </pc:sldLayoutMkLst>
        </pc:sldLayoutChg>
      </pc:sldMasterChg>
      <pc:sldMasterChg chg="del replId sldLayoutOrd">
        <pc:chgData name="Mollon, Jaime" userId="0c3ef3a2-acf3-4c9b-877f-d39901f8fe4f" providerId="ADAL" clId="{4AF6960D-A1A3-4255-8EA8-6B584C831724}" dt="2026-10-12T14:50:05.516" v="289" actId="26606"/>
        <pc:sldMasterMkLst>
          <pc:docMk/>
          <pc:sldMasterMk cId="1323164623" sldId="2147483928"/>
        </pc:sldMasterMkLst>
      </pc:sldMasterChg>
    </pc:docChg>
  </pc:docChgLst>
  <pc:docChgLst>
    <pc:chgData name="Gupta, Pooja Rajesh" userId="4f6a1bd2-6fd6-42c7-9864-8438e507606d" providerId="ADAL" clId="{E49C2F5B-2B6D-497C-A1D4-976220E7188D}"/>
    <pc:docChg chg="custSel modSld">
      <pc:chgData name="Gupta, Pooja Rajesh" userId="4f6a1bd2-6fd6-42c7-9864-8438e507606d" providerId="ADAL" clId="{E49C2F5B-2B6D-497C-A1D4-976220E7188D}" dt="2026-10-13T09:13:49.828" v="89"/>
      <pc:docMkLst>
        <pc:docMk/>
      </pc:docMkLst>
      <pc:sldChg chg="addSp modSp mod">
        <pc:chgData name="Gupta, Pooja Rajesh" userId="4f6a1bd2-6fd6-42c7-9864-8438e507606d" providerId="ADAL" clId="{E49C2F5B-2B6D-497C-A1D4-976220E7188D}" dt="2026-10-13T08:19:46.110" v="18" actId="1076"/>
        <pc:sldMkLst>
          <pc:docMk/>
          <pc:sldMk cId="3224218415" sldId="2145704086"/>
        </pc:sldMkLst>
        <pc:spChg chg="mod">
          <ac:chgData name="Gupta, Pooja Rajesh" userId="4f6a1bd2-6fd6-42c7-9864-8438e507606d" providerId="ADAL" clId="{E49C2F5B-2B6D-497C-A1D4-976220E7188D}" dt="2026-10-13T08:16:14.471" v="6" actId="113"/>
          <ac:spMkLst>
            <pc:docMk/>
            <pc:sldMk cId="3224218415" sldId="2145704086"/>
            <ac:spMk id="2" creationId="{87FC7B20-3D3C-2012-048E-976572DA4051}"/>
          </ac:spMkLst>
        </pc:spChg>
        <pc:spChg chg="add mod">
          <ac:chgData name="Gupta, Pooja Rajesh" userId="4f6a1bd2-6fd6-42c7-9864-8438e507606d" providerId="ADAL" clId="{E49C2F5B-2B6D-497C-A1D4-976220E7188D}" dt="2026-10-13T08:16:27.811" v="8" actId="255"/>
          <ac:spMkLst>
            <pc:docMk/>
            <pc:sldMk cId="3224218415" sldId="2145704086"/>
            <ac:spMk id="7" creationId="{0DB0895A-1C6E-A6D1-522A-CD96879F6096}"/>
          </ac:spMkLst>
        </pc:spChg>
        <pc:spChg chg="add mod">
          <ac:chgData name="Gupta, Pooja Rajesh" userId="4f6a1bd2-6fd6-42c7-9864-8438e507606d" providerId="ADAL" clId="{E49C2F5B-2B6D-497C-A1D4-976220E7188D}" dt="2026-10-13T08:19:46.110" v="18" actId="1076"/>
          <ac:spMkLst>
            <pc:docMk/>
            <pc:sldMk cId="3224218415" sldId="2145704086"/>
            <ac:spMk id="9" creationId="{A3DA549B-BF22-4996-4FB2-34CCFFB787AA}"/>
          </ac:spMkLst>
        </pc:spChg>
      </pc:sldChg>
      <pc:sldChg chg="addSp delSp mod">
        <pc:chgData name="Gupta, Pooja Rajesh" userId="4f6a1bd2-6fd6-42c7-9864-8438e507606d" providerId="ADAL" clId="{E49C2F5B-2B6D-497C-A1D4-976220E7188D}" dt="2026-10-13T08:32:06.821" v="64" actId="478"/>
        <pc:sldMkLst>
          <pc:docMk/>
          <pc:sldMk cId="2354206005" sldId="2145704132"/>
        </pc:sldMkLst>
        <pc:spChg chg="add del">
          <ac:chgData name="Gupta, Pooja Rajesh" userId="4f6a1bd2-6fd6-42c7-9864-8438e507606d" providerId="ADAL" clId="{E49C2F5B-2B6D-497C-A1D4-976220E7188D}" dt="2026-10-13T08:32:06.821" v="64" actId="478"/>
          <ac:spMkLst>
            <pc:docMk/>
            <pc:sldMk cId="2354206005" sldId="2145704132"/>
            <ac:spMk id="4" creationId="{5DA66ED5-5262-A96F-9430-B7C9C16F3158}"/>
          </ac:spMkLst>
        </pc:spChg>
      </pc:sldChg>
      <pc:sldChg chg="addSp delSp modSp mod">
        <pc:chgData name="Gupta, Pooja Rajesh" userId="4f6a1bd2-6fd6-42c7-9864-8438e507606d" providerId="ADAL" clId="{E49C2F5B-2B6D-497C-A1D4-976220E7188D}" dt="2026-10-13T08:33:05.166" v="76" actId="478"/>
        <pc:sldMkLst>
          <pc:docMk/>
          <pc:sldMk cId="1846382488" sldId="2145704196"/>
        </pc:sldMkLst>
        <pc:spChg chg="add del mod">
          <ac:chgData name="Gupta, Pooja Rajesh" userId="4f6a1bd2-6fd6-42c7-9864-8438e507606d" providerId="ADAL" clId="{E49C2F5B-2B6D-497C-A1D4-976220E7188D}" dt="2026-10-13T08:33:05.166" v="76" actId="478"/>
          <ac:spMkLst>
            <pc:docMk/>
            <pc:sldMk cId="1846382488" sldId="2145704196"/>
            <ac:spMk id="4" creationId="{67FD85FB-8C13-D364-4D42-16802FDF1B64}"/>
          </ac:spMkLst>
        </pc:spChg>
      </pc:sldChg>
      <pc:sldChg chg="addSp delSp modSp mod">
        <pc:chgData name="Gupta, Pooja Rajesh" userId="4f6a1bd2-6fd6-42c7-9864-8438e507606d" providerId="ADAL" clId="{E49C2F5B-2B6D-497C-A1D4-976220E7188D}" dt="2026-10-13T08:31:54.380" v="60" actId="478"/>
        <pc:sldMkLst>
          <pc:docMk/>
          <pc:sldMk cId="0" sldId="2145704199"/>
        </pc:sldMkLst>
        <pc:spChg chg="mod">
          <ac:chgData name="Gupta, Pooja Rajesh" userId="4f6a1bd2-6fd6-42c7-9864-8438e507606d" providerId="ADAL" clId="{E49C2F5B-2B6D-497C-A1D4-976220E7188D}" dt="2026-10-13T08:26:32.734" v="46" actId="1076"/>
          <ac:spMkLst>
            <pc:docMk/>
            <pc:sldMk cId="0" sldId="2145704199"/>
            <ac:spMk id="5" creationId="{D4106BD9-2E5E-FF0F-AB54-A94ED6EDC292}"/>
          </ac:spMkLst>
        </pc:spChg>
        <pc:spChg chg="add del">
          <ac:chgData name="Gupta, Pooja Rajesh" userId="4f6a1bd2-6fd6-42c7-9864-8438e507606d" providerId="ADAL" clId="{E49C2F5B-2B6D-497C-A1D4-976220E7188D}" dt="2026-10-13T08:31:54.380" v="60" actId="478"/>
          <ac:spMkLst>
            <pc:docMk/>
            <pc:sldMk cId="0" sldId="2145704199"/>
            <ac:spMk id="14" creationId="{1B319676-3A9E-9FFE-8544-2C946473971A}"/>
          </ac:spMkLst>
        </pc:spChg>
      </pc:sldChg>
      <pc:sldChg chg="addSp delSp mod">
        <pc:chgData name="Gupta, Pooja Rajesh" userId="4f6a1bd2-6fd6-42c7-9864-8438e507606d" providerId="ADAL" clId="{E49C2F5B-2B6D-497C-A1D4-976220E7188D}" dt="2026-10-13T08:31:59.783" v="62" actId="478"/>
        <pc:sldMkLst>
          <pc:docMk/>
          <pc:sldMk cId="0" sldId="2145704200"/>
        </pc:sldMkLst>
        <pc:spChg chg="add del">
          <ac:chgData name="Gupta, Pooja Rajesh" userId="4f6a1bd2-6fd6-42c7-9864-8438e507606d" providerId="ADAL" clId="{E49C2F5B-2B6D-497C-A1D4-976220E7188D}" dt="2026-10-13T08:31:59.783" v="62" actId="478"/>
          <ac:spMkLst>
            <pc:docMk/>
            <pc:sldMk cId="0" sldId="2145704200"/>
            <ac:spMk id="7" creationId="{EBE8A9AF-C37E-3D9E-4CF4-84192AA1C8B5}"/>
          </ac:spMkLst>
        </pc:spChg>
      </pc:sldChg>
      <pc:sldChg chg="addSp delSp mod">
        <pc:chgData name="Gupta, Pooja Rajesh" userId="4f6a1bd2-6fd6-42c7-9864-8438e507606d" providerId="ADAL" clId="{E49C2F5B-2B6D-497C-A1D4-976220E7188D}" dt="2026-10-13T08:31:57.418" v="61" actId="478"/>
        <pc:sldMkLst>
          <pc:docMk/>
          <pc:sldMk cId="0" sldId="2145704201"/>
        </pc:sldMkLst>
        <pc:spChg chg="add del">
          <ac:chgData name="Gupta, Pooja Rajesh" userId="4f6a1bd2-6fd6-42c7-9864-8438e507606d" providerId="ADAL" clId="{E49C2F5B-2B6D-497C-A1D4-976220E7188D}" dt="2026-10-13T08:31:57.418" v="61" actId="478"/>
          <ac:spMkLst>
            <pc:docMk/>
            <pc:sldMk cId="0" sldId="2145704201"/>
            <ac:spMk id="5" creationId="{320CD556-7233-C6B5-1B0B-FCD30939BCC3}"/>
          </ac:spMkLst>
        </pc:spChg>
      </pc:sldChg>
      <pc:sldChg chg="addSp delSp mod">
        <pc:chgData name="Gupta, Pooja Rajesh" userId="4f6a1bd2-6fd6-42c7-9864-8438e507606d" providerId="ADAL" clId="{E49C2F5B-2B6D-497C-A1D4-976220E7188D}" dt="2026-10-13T08:32:09.795" v="65" actId="478"/>
        <pc:sldMkLst>
          <pc:docMk/>
          <pc:sldMk cId="0" sldId="2145704203"/>
        </pc:sldMkLst>
        <pc:spChg chg="add del">
          <ac:chgData name="Gupta, Pooja Rajesh" userId="4f6a1bd2-6fd6-42c7-9864-8438e507606d" providerId="ADAL" clId="{E49C2F5B-2B6D-497C-A1D4-976220E7188D}" dt="2026-10-13T08:32:09.795" v="65" actId="478"/>
          <ac:spMkLst>
            <pc:docMk/>
            <pc:sldMk cId="0" sldId="2145704203"/>
            <ac:spMk id="4" creationId="{AA8A0268-ED19-AF04-47C7-C6011310E05C}"/>
          </ac:spMkLst>
        </pc:spChg>
      </pc:sldChg>
      <pc:sldChg chg="addSp delSp mod">
        <pc:chgData name="Gupta, Pooja Rajesh" userId="4f6a1bd2-6fd6-42c7-9864-8438e507606d" providerId="ADAL" clId="{E49C2F5B-2B6D-497C-A1D4-976220E7188D}" dt="2026-10-13T08:32:12.328" v="66" actId="478"/>
        <pc:sldMkLst>
          <pc:docMk/>
          <pc:sldMk cId="0" sldId="2145704204"/>
        </pc:sldMkLst>
        <pc:spChg chg="add del">
          <ac:chgData name="Gupta, Pooja Rajesh" userId="4f6a1bd2-6fd6-42c7-9864-8438e507606d" providerId="ADAL" clId="{E49C2F5B-2B6D-497C-A1D4-976220E7188D}" dt="2026-10-13T08:32:12.328" v="66" actId="478"/>
          <ac:spMkLst>
            <pc:docMk/>
            <pc:sldMk cId="0" sldId="2145704204"/>
            <ac:spMk id="5" creationId="{6509297E-7F2C-6654-4761-73FD935EA3C5}"/>
          </ac:spMkLst>
        </pc:spChg>
      </pc:sldChg>
      <pc:sldChg chg="addSp delSp mod">
        <pc:chgData name="Gupta, Pooja Rajesh" userId="4f6a1bd2-6fd6-42c7-9864-8438e507606d" providerId="ADAL" clId="{E49C2F5B-2B6D-497C-A1D4-976220E7188D}" dt="2026-10-13T08:32:37.951" v="67" actId="478"/>
        <pc:sldMkLst>
          <pc:docMk/>
          <pc:sldMk cId="0" sldId="2145704205"/>
        </pc:sldMkLst>
        <pc:spChg chg="add del">
          <ac:chgData name="Gupta, Pooja Rajesh" userId="4f6a1bd2-6fd6-42c7-9864-8438e507606d" providerId="ADAL" clId="{E49C2F5B-2B6D-497C-A1D4-976220E7188D}" dt="2026-10-13T08:32:37.951" v="67" actId="478"/>
          <ac:spMkLst>
            <pc:docMk/>
            <pc:sldMk cId="0" sldId="2145704205"/>
            <ac:spMk id="4" creationId="{C1D3DE9D-5C29-7304-4638-09BBC760BFBB}"/>
          </ac:spMkLst>
        </pc:spChg>
      </pc:sldChg>
      <pc:sldChg chg="addSp delSp mod">
        <pc:chgData name="Gupta, Pooja Rajesh" userId="4f6a1bd2-6fd6-42c7-9864-8438e507606d" providerId="ADAL" clId="{E49C2F5B-2B6D-497C-A1D4-976220E7188D}" dt="2026-10-13T08:32:40.393" v="68" actId="478"/>
        <pc:sldMkLst>
          <pc:docMk/>
          <pc:sldMk cId="0" sldId="2145704206"/>
        </pc:sldMkLst>
        <pc:spChg chg="add del">
          <ac:chgData name="Gupta, Pooja Rajesh" userId="4f6a1bd2-6fd6-42c7-9864-8438e507606d" providerId="ADAL" clId="{E49C2F5B-2B6D-497C-A1D4-976220E7188D}" dt="2026-10-13T08:32:40.393" v="68" actId="478"/>
          <ac:spMkLst>
            <pc:docMk/>
            <pc:sldMk cId="0" sldId="2145704206"/>
            <ac:spMk id="5" creationId="{F011ED5C-1BAA-9369-186D-C6C62C252782}"/>
          </ac:spMkLst>
        </pc:spChg>
      </pc:sldChg>
      <pc:sldChg chg="addSp delSp mod">
        <pc:chgData name="Gupta, Pooja Rajesh" userId="4f6a1bd2-6fd6-42c7-9864-8438e507606d" providerId="ADAL" clId="{E49C2F5B-2B6D-497C-A1D4-976220E7188D}" dt="2026-10-13T08:32:42.846" v="69" actId="478"/>
        <pc:sldMkLst>
          <pc:docMk/>
          <pc:sldMk cId="0" sldId="2145704207"/>
        </pc:sldMkLst>
        <pc:spChg chg="add del">
          <ac:chgData name="Gupta, Pooja Rajesh" userId="4f6a1bd2-6fd6-42c7-9864-8438e507606d" providerId="ADAL" clId="{E49C2F5B-2B6D-497C-A1D4-976220E7188D}" dt="2026-10-13T08:32:42.846" v="69" actId="478"/>
          <ac:spMkLst>
            <pc:docMk/>
            <pc:sldMk cId="0" sldId="2145704207"/>
            <ac:spMk id="4" creationId="{70D924B3-42C8-F296-1859-5CF00A0927F7}"/>
          </ac:spMkLst>
        </pc:spChg>
      </pc:sldChg>
      <pc:sldChg chg="addSp delSp mod">
        <pc:chgData name="Gupta, Pooja Rajesh" userId="4f6a1bd2-6fd6-42c7-9864-8438e507606d" providerId="ADAL" clId="{E49C2F5B-2B6D-497C-A1D4-976220E7188D}" dt="2026-10-13T08:32:47.728" v="70" actId="478"/>
        <pc:sldMkLst>
          <pc:docMk/>
          <pc:sldMk cId="0" sldId="2145704208"/>
        </pc:sldMkLst>
        <pc:spChg chg="add del">
          <ac:chgData name="Gupta, Pooja Rajesh" userId="4f6a1bd2-6fd6-42c7-9864-8438e507606d" providerId="ADAL" clId="{E49C2F5B-2B6D-497C-A1D4-976220E7188D}" dt="2026-10-13T08:32:47.728" v="70" actId="478"/>
          <ac:spMkLst>
            <pc:docMk/>
            <pc:sldMk cId="0" sldId="2145704208"/>
            <ac:spMk id="5" creationId="{12DBCE92-249C-D5E2-8B04-E0A75FD72285}"/>
          </ac:spMkLst>
        </pc:spChg>
      </pc:sldChg>
      <pc:sldChg chg="addSp delSp mod">
        <pc:chgData name="Gupta, Pooja Rajesh" userId="4f6a1bd2-6fd6-42c7-9864-8438e507606d" providerId="ADAL" clId="{E49C2F5B-2B6D-497C-A1D4-976220E7188D}" dt="2026-10-13T08:32:50.420" v="71" actId="478"/>
        <pc:sldMkLst>
          <pc:docMk/>
          <pc:sldMk cId="0" sldId="2145704209"/>
        </pc:sldMkLst>
        <pc:spChg chg="add del">
          <ac:chgData name="Gupta, Pooja Rajesh" userId="4f6a1bd2-6fd6-42c7-9864-8438e507606d" providerId="ADAL" clId="{E49C2F5B-2B6D-497C-A1D4-976220E7188D}" dt="2026-10-13T08:32:50.420" v="71" actId="478"/>
          <ac:spMkLst>
            <pc:docMk/>
            <pc:sldMk cId="0" sldId="2145704209"/>
            <ac:spMk id="4" creationId="{B0C778D4-A207-D412-E23F-F327324008B2}"/>
          </ac:spMkLst>
        </pc:spChg>
      </pc:sldChg>
      <pc:sldChg chg="addSp delSp mod">
        <pc:chgData name="Gupta, Pooja Rajesh" userId="4f6a1bd2-6fd6-42c7-9864-8438e507606d" providerId="ADAL" clId="{E49C2F5B-2B6D-497C-A1D4-976220E7188D}" dt="2026-10-13T08:32:52.591" v="72" actId="478"/>
        <pc:sldMkLst>
          <pc:docMk/>
          <pc:sldMk cId="0" sldId="2145704210"/>
        </pc:sldMkLst>
        <pc:spChg chg="add del">
          <ac:chgData name="Gupta, Pooja Rajesh" userId="4f6a1bd2-6fd6-42c7-9864-8438e507606d" providerId="ADAL" clId="{E49C2F5B-2B6D-497C-A1D4-976220E7188D}" dt="2026-10-13T08:32:52.591" v="72" actId="478"/>
          <ac:spMkLst>
            <pc:docMk/>
            <pc:sldMk cId="0" sldId="2145704210"/>
            <ac:spMk id="5" creationId="{195422EB-9D4F-DCBB-8803-4E6F18108A8D}"/>
          </ac:spMkLst>
        </pc:spChg>
      </pc:sldChg>
      <pc:sldChg chg="addSp delSp mod">
        <pc:chgData name="Gupta, Pooja Rajesh" userId="4f6a1bd2-6fd6-42c7-9864-8438e507606d" providerId="ADAL" clId="{E49C2F5B-2B6D-497C-A1D4-976220E7188D}" dt="2026-10-13T08:32:55.111" v="73" actId="478"/>
        <pc:sldMkLst>
          <pc:docMk/>
          <pc:sldMk cId="0" sldId="2145704211"/>
        </pc:sldMkLst>
        <pc:spChg chg="add del">
          <ac:chgData name="Gupta, Pooja Rajesh" userId="4f6a1bd2-6fd6-42c7-9864-8438e507606d" providerId="ADAL" clId="{E49C2F5B-2B6D-497C-A1D4-976220E7188D}" dt="2026-10-13T08:32:55.111" v="73" actId="478"/>
          <ac:spMkLst>
            <pc:docMk/>
            <pc:sldMk cId="0" sldId="2145704211"/>
            <ac:spMk id="5" creationId="{3021744B-0D7B-2698-F6BF-E62B86250395}"/>
          </ac:spMkLst>
        </pc:spChg>
      </pc:sldChg>
      <pc:sldChg chg="addSp delSp mod">
        <pc:chgData name="Gupta, Pooja Rajesh" userId="4f6a1bd2-6fd6-42c7-9864-8438e507606d" providerId="ADAL" clId="{E49C2F5B-2B6D-497C-A1D4-976220E7188D}" dt="2026-10-13T08:33:00.619" v="74" actId="478"/>
        <pc:sldMkLst>
          <pc:docMk/>
          <pc:sldMk cId="0" sldId="2145704212"/>
        </pc:sldMkLst>
        <pc:spChg chg="add del">
          <ac:chgData name="Gupta, Pooja Rajesh" userId="4f6a1bd2-6fd6-42c7-9864-8438e507606d" providerId="ADAL" clId="{E49C2F5B-2B6D-497C-A1D4-976220E7188D}" dt="2026-10-13T08:33:00.619" v="74" actId="478"/>
          <ac:spMkLst>
            <pc:docMk/>
            <pc:sldMk cId="0" sldId="2145704212"/>
            <ac:spMk id="4" creationId="{36EC7733-C4D1-A405-57DF-79FCF9B535D0}"/>
          </ac:spMkLst>
        </pc:spChg>
      </pc:sldChg>
      <pc:sldChg chg="addSp delSp mod">
        <pc:chgData name="Gupta, Pooja Rajesh" userId="4f6a1bd2-6fd6-42c7-9864-8438e507606d" providerId="ADAL" clId="{E49C2F5B-2B6D-497C-A1D4-976220E7188D}" dt="2026-10-13T08:33:03.132" v="75" actId="478"/>
        <pc:sldMkLst>
          <pc:docMk/>
          <pc:sldMk cId="0" sldId="2145704213"/>
        </pc:sldMkLst>
        <pc:spChg chg="add del">
          <ac:chgData name="Gupta, Pooja Rajesh" userId="4f6a1bd2-6fd6-42c7-9864-8438e507606d" providerId="ADAL" clId="{E49C2F5B-2B6D-497C-A1D4-976220E7188D}" dt="2026-10-13T08:33:03.132" v="75" actId="478"/>
          <ac:spMkLst>
            <pc:docMk/>
            <pc:sldMk cId="0" sldId="2145704213"/>
            <ac:spMk id="5" creationId="{392CFF24-B900-C8D3-3E35-EEE45532330A}"/>
          </ac:spMkLst>
        </pc:spChg>
      </pc:sldChg>
      <pc:sldChg chg="addSp delSp modSp mod">
        <pc:chgData name="Gupta, Pooja Rajesh" userId="4f6a1bd2-6fd6-42c7-9864-8438e507606d" providerId="ADAL" clId="{E49C2F5B-2B6D-497C-A1D4-976220E7188D}" dt="2026-10-13T09:13:49.828" v="89"/>
        <pc:sldMkLst>
          <pc:docMk/>
          <pc:sldMk cId="0" sldId="2145704214"/>
        </pc:sldMkLst>
        <pc:spChg chg="add del">
          <ac:chgData name="Gupta, Pooja Rajesh" userId="4f6a1bd2-6fd6-42c7-9864-8438e507606d" providerId="ADAL" clId="{E49C2F5B-2B6D-497C-A1D4-976220E7188D}" dt="2026-10-13T08:33:09.246" v="77" actId="478"/>
          <ac:spMkLst>
            <pc:docMk/>
            <pc:sldMk cId="0" sldId="2145704214"/>
            <ac:spMk id="4" creationId="{2D35B7DE-6540-7164-8C96-90DA7C6C445C}"/>
          </ac:spMkLst>
        </pc:spChg>
        <pc:spChg chg="mod">
          <ac:chgData name="Gupta, Pooja Rajesh" userId="4f6a1bd2-6fd6-42c7-9864-8438e507606d" providerId="ADAL" clId="{E49C2F5B-2B6D-497C-A1D4-976220E7188D}" dt="2026-10-13T09:13:05.090" v="87"/>
          <ac:spMkLst>
            <pc:docMk/>
            <pc:sldMk cId="0" sldId="2145704214"/>
            <ac:spMk id="28" creationId="{00000000-0000-0000-0000-000000000000}"/>
          </ac:spMkLst>
        </pc:spChg>
        <pc:spChg chg="mod">
          <ac:chgData name="Gupta, Pooja Rajesh" userId="4f6a1bd2-6fd6-42c7-9864-8438e507606d" providerId="ADAL" clId="{E49C2F5B-2B6D-497C-A1D4-976220E7188D}" dt="2026-10-13T09:13:28.603" v="88"/>
          <ac:spMkLst>
            <pc:docMk/>
            <pc:sldMk cId="0" sldId="2145704214"/>
            <ac:spMk id="33" creationId="{00000000-0000-0000-0000-000000000000}"/>
          </ac:spMkLst>
        </pc:spChg>
        <pc:spChg chg="mod">
          <ac:chgData name="Gupta, Pooja Rajesh" userId="4f6a1bd2-6fd6-42c7-9864-8438e507606d" providerId="ADAL" clId="{E49C2F5B-2B6D-497C-A1D4-976220E7188D}" dt="2026-10-13T09:13:49.828" v="89"/>
          <ac:spMkLst>
            <pc:docMk/>
            <pc:sldMk cId="0" sldId="2145704214"/>
            <ac:spMk id="38" creationId="{00000000-0000-0000-0000-000000000000}"/>
          </ac:spMkLst>
        </pc:spChg>
      </pc:sldChg>
      <pc:sldChg chg="addSp delSp mod">
        <pc:chgData name="Gupta, Pooja Rajesh" userId="4f6a1bd2-6fd6-42c7-9864-8438e507606d" providerId="ADAL" clId="{E49C2F5B-2B6D-497C-A1D4-976220E7188D}" dt="2026-10-13T08:33:12.036" v="78" actId="478"/>
        <pc:sldMkLst>
          <pc:docMk/>
          <pc:sldMk cId="0" sldId="2145704215"/>
        </pc:sldMkLst>
        <pc:spChg chg="add del">
          <ac:chgData name="Gupta, Pooja Rajesh" userId="4f6a1bd2-6fd6-42c7-9864-8438e507606d" providerId="ADAL" clId="{E49C2F5B-2B6D-497C-A1D4-976220E7188D}" dt="2026-10-13T08:33:12.036" v="78" actId="478"/>
          <ac:spMkLst>
            <pc:docMk/>
            <pc:sldMk cId="0" sldId="2145704215"/>
            <ac:spMk id="4" creationId="{4CAD3862-0E28-9D6B-265D-6399D887AD6E}"/>
          </ac:spMkLst>
        </pc:spChg>
      </pc:sldChg>
      <pc:sldChg chg="addSp delSp mod">
        <pc:chgData name="Gupta, Pooja Rajesh" userId="4f6a1bd2-6fd6-42c7-9864-8438e507606d" providerId="ADAL" clId="{E49C2F5B-2B6D-497C-A1D4-976220E7188D}" dt="2026-10-13T08:33:17.076" v="80" actId="478"/>
        <pc:sldMkLst>
          <pc:docMk/>
          <pc:sldMk cId="0" sldId="2145704216"/>
        </pc:sldMkLst>
        <pc:spChg chg="add del">
          <ac:chgData name="Gupta, Pooja Rajesh" userId="4f6a1bd2-6fd6-42c7-9864-8438e507606d" providerId="ADAL" clId="{E49C2F5B-2B6D-497C-A1D4-976220E7188D}" dt="2026-10-13T08:33:17.076" v="80" actId="478"/>
          <ac:spMkLst>
            <pc:docMk/>
            <pc:sldMk cId="0" sldId="2145704216"/>
            <ac:spMk id="4" creationId="{324BE953-D71E-FDF4-95D3-2B6CBEA739EE}"/>
          </ac:spMkLst>
        </pc:spChg>
      </pc:sldChg>
      <pc:sldChg chg="addSp delSp mod">
        <pc:chgData name="Gupta, Pooja Rajesh" userId="4f6a1bd2-6fd6-42c7-9864-8438e507606d" providerId="ADAL" clId="{E49C2F5B-2B6D-497C-A1D4-976220E7188D}" dt="2026-10-13T08:33:19.893" v="81" actId="478"/>
        <pc:sldMkLst>
          <pc:docMk/>
          <pc:sldMk cId="0" sldId="2145704217"/>
        </pc:sldMkLst>
        <pc:spChg chg="add del">
          <ac:chgData name="Gupta, Pooja Rajesh" userId="4f6a1bd2-6fd6-42c7-9864-8438e507606d" providerId="ADAL" clId="{E49C2F5B-2B6D-497C-A1D4-976220E7188D}" dt="2026-10-13T08:33:19.893" v="81" actId="478"/>
          <ac:spMkLst>
            <pc:docMk/>
            <pc:sldMk cId="0" sldId="2145704217"/>
            <ac:spMk id="4" creationId="{B17FC3D6-DB41-4219-6E19-D3FE2C3245D0}"/>
          </ac:spMkLst>
        </pc:spChg>
      </pc:sldChg>
      <pc:sldChg chg="addSp delSp mod">
        <pc:chgData name="Gupta, Pooja Rajesh" userId="4f6a1bd2-6fd6-42c7-9864-8438e507606d" providerId="ADAL" clId="{E49C2F5B-2B6D-497C-A1D4-976220E7188D}" dt="2026-10-13T08:33:24.716" v="82" actId="478"/>
        <pc:sldMkLst>
          <pc:docMk/>
          <pc:sldMk cId="0" sldId="2145704218"/>
        </pc:sldMkLst>
        <pc:spChg chg="add del">
          <ac:chgData name="Gupta, Pooja Rajesh" userId="4f6a1bd2-6fd6-42c7-9864-8438e507606d" providerId="ADAL" clId="{E49C2F5B-2B6D-497C-A1D4-976220E7188D}" dt="2026-10-13T08:33:24.716" v="82" actId="478"/>
          <ac:spMkLst>
            <pc:docMk/>
            <pc:sldMk cId="0" sldId="2145704218"/>
            <ac:spMk id="4" creationId="{F4DE47A0-43FB-2F30-48DE-9BE96828E676}"/>
          </ac:spMkLst>
        </pc:spChg>
      </pc:sldChg>
      <pc:sldChg chg="addSp delSp mod">
        <pc:chgData name="Gupta, Pooja Rajesh" userId="4f6a1bd2-6fd6-42c7-9864-8438e507606d" providerId="ADAL" clId="{E49C2F5B-2B6D-497C-A1D4-976220E7188D}" dt="2026-10-13T08:33:28.462" v="83" actId="478"/>
        <pc:sldMkLst>
          <pc:docMk/>
          <pc:sldMk cId="0" sldId="2145704219"/>
        </pc:sldMkLst>
        <pc:spChg chg="add del">
          <ac:chgData name="Gupta, Pooja Rajesh" userId="4f6a1bd2-6fd6-42c7-9864-8438e507606d" providerId="ADAL" clId="{E49C2F5B-2B6D-497C-A1D4-976220E7188D}" dt="2026-10-13T08:33:28.462" v="83" actId="478"/>
          <ac:spMkLst>
            <pc:docMk/>
            <pc:sldMk cId="0" sldId="2145704219"/>
            <ac:spMk id="4" creationId="{2B7A413B-7791-4002-1F1A-DF54DF236F4E}"/>
          </ac:spMkLst>
        </pc:spChg>
      </pc:sldChg>
      <pc:sldChg chg="addSp delSp mod">
        <pc:chgData name="Gupta, Pooja Rajesh" userId="4f6a1bd2-6fd6-42c7-9864-8438e507606d" providerId="ADAL" clId="{E49C2F5B-2B6D-497C-A1D4-976220E7188D}" dt="2026-10-13T08:33:33.722" v="85" actId="478"/>
        <pc:sldMkLst>
          <pc:docMk/>
          <pc:sldMk cId="0" sldId="2145704225"/>
        </pc:sldMkLst>
        <pc:spChg chg="add del">
          <ac:chgData name="Gupta, Pooja Rajesh" userId="4f6a1bd2-6fd6-42c7-9864-8438e507606d" providerId="ADAL" clId="{E49C2F5B-2B6D-497C-A1D4-976220E7188D}" dt="2026-10-13T08:33:33.722" v="85" actId="478"/>
          <ac:spMkLst>
            <pc:docMk/>
            <pc:sldMk cId="0" sldId="2145704225"/>
            <ac:spMk id="4" creationId="{797E469E-CF7E-30AA-AC3A-D97C4982B03E}"/>
          </ac:spMkLst>
        </pc:spChg>
      </pc:sldChg>
      <pc:sldChg chg="addSp delSp mod">
        <pc:chgData name="Gupta, Pooja Rajesh" userId="4f6a1bd2-6fd6-42c7-9864-8438e507606d" providerId="ADAL" clId="{E49C2F5B-2B6D-497C-A1D4-976220E7188D}" dt="2026-10-13T08:32:04.638" v="63" actId="478"/>
        <pc:sldMkLst>
          <pc:docMk/>
          <pc:sldMk cId="0" sldId="2145704243"/>
        </pc:sldMkLst>
        <pc:spChg chg="add del">
          <ac:chgData name="Gupta, Pooja Rajesh" userId="4f6a1bd2-6fd6-42c7-9864-8438e507606d" providerId="ADAL" clId="{E49C2F5B-2B6D-497C-A1D4-976220E7188D}" dt="2026-10-13T08:32:04.638" v="63" actId="478"/>
          <ac:spMkLst>
            <pc:docMk/>
            <pc:sldMk cId="0" sldId="2145704243"/>
            <ac:spMk id="4" creationId="{05ABB5FC-B3C4-B415-C057-D03C6FEA8449}"/>
          </ac:spMkLst>
        </pc:spChg>
      </pc:sldChg>
      <pc:sldChg chg="addSp delSp mod">
        <pc:chgData name="Gupta, Pooja Rajesh" userId="4f6a1bd2-6fd6-42c7-9864-8438e507606d" providerId="ADAL" clId="{E49C2F5B-2B6D-497C-A1D4-976220E7188D}" dt="2026-10-13T08:33:31.121" v="84" actId="478"/>
        <pc:sldMkLst>
          <pc:docMk/>
          <pc:sldMk cId="0" sldId="2145704245"/>
        </pc:sldMkLst>
        <pc:spChg chg="add del">
          <ac:chgData name="Gupta, Pooja Rajesh" userId="4f6a1bd2-6fd6-42c7-9864-8438e507606d" providerId="ADAL" clId="{E49C2F5B-2B6D-497C-A1D4-976220E7188D}" dt="2026-10-13T08:33:31.121" v="84" actId="478"/>
          <ac:spMkLst>
            <pc:docMk/>
            <pc:sldMk cId="0" sldId="2145704245"/>
            <ac:spMk id="4" creationId="{90D284A3-933C-7473-ECE7-433011C45BC8}"/>
          </ac:spMkLst>
        </pc:spChg>
      </pc:sldChg>
      <pc:sldChg chg="addSp delSp mod">
        <pc:chgData name="Gupta, Pooja Rajesh" userId="4f6a1bd2-6fd6-42c7-9864-8438e507606d" providerId="ADAL" clId="{E49C2F5B-2B6D-497C-A1D4-976220E7188D}" dt="2026-10-13T08:33:14.313" v="79" actId="478"/>
        <pc:sldMkLst>
          <pc:docMk/>
          <pc:sldMk cId="2963960188" sldId="2145704246"/>
        </pc:sldMkLst>
        <pc:spChg chg="add del">
          <ac:chgData name="Gupta, Pooja Rajesh" userId="4f6a1bd2-6fd6-42c7-9864-8438e507606d" providerId="ADAL" clId="{E49C2F5B-2B6D-497C-A1D4-976220E7188D}" dt="2026-10-13T08:33:14.313" v="79" actId="478"/>
          <ac:spMkLst>
            <pc:docMk/>
            <pc:sldMk cId="2963960188" sldId="2145704246"/>
            <ac:spMk id="4" creationId="{80D841C2-1E84-B4E7-E6D6-6D70E4B7B079}"/>
          </ac:spMkLst>
        </pc:spChg>
      </pc:sldChg>
      <pc:sldChg chg="addSp delSp mod">
        <pc:chgData name="Gupta, Pooja Rajesh" userId="4f6a1bd2-6fd6-42c7-9864-8438e507606d" providerId="ADAL" clId="{E49C2F5B-2B6D-497C-A1D4-976220E7188D}" dt="2026-10-13T08:33:37.963" v="86" actId="478"/>
        <pc:sldMkLst>
          <pc:docMk/>
          <pc:sldMk cId="0" sldId="2145704247"/>
        </pc:sldMkLst>
        <pc:spChg chg="add del">
          <ac:chgData name="Gupta, Pooja Rajesh" userId="4f6a1bd2-6fd6-42c7-9864-8438e507606d" providerId="ADAL" clId="{E49C2F5B-2B6D-497C-A1D4-976220E7188D}" dt="2026-10-13T08:33:37.963" v="86" actId="478"/>
          <ac:spMkLst>
            <pc:docMk/>
            <pc:sldMk cId="0" sldId="2145704247"/>
            <ac:spMk id="4" creationId="{4CE1AC00-62BF-EB08-2750-3B7879D222AC}"/>
          </ac:spMkLst>
        </pc:spChg>
      </pc:sldChg>
      <pc:sldChg chg="modSp mod">
        <pc:chgData name="Gupta, Pooja Rajesh" userId="4f6a1bd2-6fd6-42c7-9864-8438e507606d" providerId="ADAL" clId="{E49C2F5B-2B6D-497C-A1D4-976220E7188D}" dt="2026-10-13T08:17:32.856" v="11" actId="14100"/>
        <pc:sldMkLst>
          <pc:docMk/>
          <pc:sldMk cId="1837081141" sldId="2145704248"/>
        </pc:sldMkLst>
        <pc:spChg chg="mod">
          <ac:chgData name="Gupta, Pooja Rajesh" userId="4f6a1bd2-6fd6-42c7-9864-8438e507606d" providerId="ADAL" clId="{E49C2F5B-2B6D-497C-A1D4-976220E7188D}" dt="2026-10-13T08:17:32.856" v="11" actId="14100"/>
          <ac:spMkLst>
            <pc:docMk/>
            <pc:sldMk cId="1837081141" sldId="2145704248"/>
            <ac:spMk id="18" creationId="{28BB2517-FEE5-5133-ED04-2449352C027F}"/>
          </ac:spMkLst>
        </pc:spChg>
      </pc:sldChg>
    </pc:docChg>
  </pc:docChgLst>
  <pc:docChgLst>
    <pc:chgData name="Panda, Debasis" userId="a9013a88-cb44-4d50-b56f-51e70fec9000" providerId="ADAL" clId="{DFDEB992-6ABE-4BA2-928D-36E3C5D370CF}"/>
    <pc:docChg chg="undo custSel addSld delSld modSld sldOrd modSection modNotesMaster">
      <pc:chgData name="Panda, Debasis" userId="a9013a88-cb44-4d50-b56f-51e70fec9000" providerId="ADAL" clId="{DFDEB992-6ABE-4BA2-928D-36E3C5D370CF}" dt="2026-10-13T07:30:15.483" v="4256" actId="20577"/>
      <pc:docMkLst>
        <pc:docMk/>
      </pc:docMkLst>
      <pc:sldChg chg="addSp delSp modSp add del mod ord">
        <pc:chgData name="Panda, Debasis" userId="a9013a88-cb44-4d50-b56f-51e70fec9000" providerId="ADAL" clId="{DFDEB992-6ABE-4BA2-928D-36E3C5D370CF}" dt="2026-10-13T03:06:48.914" v="4215"/>
        <pc:sldMkLst>
          <pc:docMk/>
          <pc:sldMk cId="1650498909" sldId="352"/>
        </pc:sldMkLst>
      </pc:sldChg>
      <pc:sldChg chg="modSp mod">
        <pc:chgData name="Panda, Debasis" userId="a9013a88-cb44-4d50-b56f-51e70fec9000" providerId="ADAL" clId="{DFDEB992-6ABE-4BA2-928D-36E3C5D370CF}" dt="2026-10-12T13:01:12.640" v="3125" actId="26606"/>
        <pc:sldMkLst>
          <pc:docMk/>
          <pc:sldMk cId="2354206005" sldId="2145704132"/>
        </pc:sldMkLst>
        <pc:spChg chg="mod">
          <ac:chgData name="Panda, Debasis" userId="a9013a88-cb44-4d50-b56f-51e70fec9000" providerId="ADAL" clId="{DFDEB992-6ABE-4BA2-928D-36E3C5D370CF}" dt="2026-10-12T13:01:12.640" v="3125" actId="26606"/>
          <ac:spMkLst>
            <pc:docMk/>
            <pc:sldMk cId="2354206005" sldId="2145704132"/>
            <ac:spMk id="8" creationId="{B8F5DB42-611A-221F-6EB6-E6B0F43836F0}"/>
          </ac:spMkLst>
        </pc:spChg>
      </pc:sldChg>
      <pc:sldChg chg="addSp delSp modSp mod">
        <pc:chgData name="Panda, Debasis" userId="a9013a88-cb44-4d50-b56f-51e70fec9000" providerId="ADAL" clId="{DFDEB992-6ABE-4BA2-928D-36E3C5D370CF}" dt="2026-10-13T05:29:44.506" v="4240"/>
        <pc:sldMkLst>
          <pc:docMk/>
          <pc:sldMk cId="0" sldId="2145704199"/>
        </pc:sldMkLst>
        <pc:spChg chg="add del mod">
          <ac:chgData name="Panda, Debasis" userId="a9013a88-cb44-4d50-b56f-51e70fec9000" providerId="ADAL" clId="{DFDEB992-6ABE-4BA2-928D-36E3C5D370CF}" dt="2026-10-13T05:29:44.506" v="4240"/>
          <ac:spMkLst>
            <pc:docMk/>
            <pc:sldMk cId="0" sldId="2145704199"/>
            <ac:spMk id="3" creationId="{543528AD-F5EC-038A-834F-402C4DDC1256}"/>
          </ac:spMkLst>
        </pc:spChg>
        <pc:spChg chg="add mod ord">
          <ac:chgData name="Panda, Debasis" userId="a9013a88-cb44-4d50-b56f-51e70fec9000" providerId="ADAL" clId="{DFDEB992-6ABE-4BA2-928D-36E3C5D370CF}" dt="2026-10-07T14:03:32.470" v="272" actId="14100"/>
          <ac:spMkLst>
            <pc:docMk/>
            <pc:sldMk cId="0" sldId="2145704199"/>
            <ac:spMk id="4" creationId="{2EF5CB45-0D1D-EBE0-230A-7680974FC894}"/>
          </ac:spMkLst>
        </pc:spChg>
        <pc:spChg chg="add mod">
          <ac:chgData name="Panda, Debasis" userId="a9013a88-cb44-4d50-b56f-51e70fec9000" providerId="ADAL" clId="{DFDEB992-6ABE-4BA2-928D-36E3C5D370CF}" dt="2026-10-12T16:44:09.714" v="3800" actId="20577"/>
          <ac:spMkLst>
            <pc:docMk/>
            <pc:sldMk cId="0" sldId="2145704199"/>
            <ac:spMk id="5" creationId="{D4106BD9-2E5E-FF0F-AB54-A94ED6EDC292}"/>
          </ac:spMkLst>
        </pc:spChg>
        <pc:spChg chg="mod">
          <ac:chgData name="Panda, Debasis" userId="a9013a88-cb44-4d50-b56f-51e70fec9000" providerId="ADAL" clId="{DFDEB992-6ABE-4BA2-928D-36E3C5D370CF}" dt="2026-10-08T12:16:55.607" v="1203" actId="20577"/>
          <ac:spMkLst>
            <pc:docMk/>
            <pc:sldMk cId="0" sldId="2145704199"/>
            <ac:spMk id="9" creationId="{00000000-0000-0000-0000-000000000000}"/>
          </ac:spMkLst>
        </pc:spChg>
        <pc:spChg chg="add mod">
          <ac:chgData name="Panda, Debasis" userId="a9013a88-cb44-4d50-b56f-51e70fec9000" providerId="ADAL" clId="{DFDEB992-6ABE-4BA2-928D-36E3C5D370CF}" dt="2026-10-08T14:03:13.526" v="1545" actId="1076"/>
          <ac:spMkLst>
            <pc:docMk/>
            <pc:sldMk cId="0" sldId="2145704199"/>
            <ac:spMk id="11" creationId="{2A3BEC2E-7488-4894-69BD-921FD3E5392E}"/>
          </ac:spMkLst>
        </pc:spChg>
        <pc:spChg chg="mod">
          <ac:chgData name="Panda, Debasis" userId="a9013a88-cb44-4d50-b56f-51e70fec9000" providerId="ADAL" clId="{DFDEB992-6ABE-4BA2-928D-36E3C5D370CF}" dt="2026-10-08T10:29:02.178" v="1166" actId="20577"/>
          <ac:spMkLst>
            <pc:docMk/>
            <pc:sldMk cId="0" sldId="2145704199"/>
            <ac:spMk id="12" creationId="{00000000-0000-0000-0000-000000000000}"/>
          </ac:spMkLst>
        </pc:spChg>
        <pc:spChg chg="mod">
          <ac:chgData name="Panda, Debasis" userId="a9013a88-cb44-4d50-b56f-51e70fec9000" providerId="ADAL" clId="{DFDEB992-6ABE-4BA2-928D-36E3C5D370CF}" dt="2026-10-07T14:38:39.681" v="668" actId="1037"/>
          <ac:spMkLst>
            <pc:docMk/>
            <pc:sldMk cId="0" sldId="2145704199"/>
            <ac:spMk id="15" creationId="{00000000-0000-0000-0000-000000000000}"/>
          </ac:spMkLst>
        </pc:spChg>
        <pc:spChg chg="mod">
          <ac:chgData name="Panda, Debasis" userId="a9013a88-cb44-4d50-b56f-51e70fec9000" providerId="ADAL" clId="{DFDEB992-6ABE-4BA2-928D-36E3C5D370CF}" dt="2026-10-07T14:37:58.011" v="655" actId="1076"/>
          <ac:spMkLst>
            <pc:docMk/>
            <pc:sldMk cId="0" sldId="2145704199"/>
            <ac:spMk id="16" creationId="{00000000-0000-0000-0000-000000000000}"/>
          </ac:spMkLst>
        </pc:spChg>
        <pc:spChg chg="mod">
          <ac:chgData name="Panda, Debasis" userId="a9013a88-cb44-4d50-b56f-51e70fec9000" providerId="ADAL" clId="{DFDEB992-6ABE-4BA2-928D-36E3C5D370CF}" dt="2026-10-08T09:38:54.273" v="1137" actId="20577"/>
          <ac:spMkLst>
            <pc:docMk/>
            <pc:sldMk cId="0" sldId="2145704199"/>
            <ac:spMk id="18" creationId="{00000000-0000-0000-0000-000000000000}"/>
          </ac:spMkLst>
        </pc:spChg>
        <pc:spChg chg="mod">
          <ac:chgData name="Panda, Debasis" userId="a9013a88-cb44-4d50-b56f-51e70fec9000" providerId="ADAL" clId="{DFDEB992-6ABE-4BA2-928D-36E3C5D370CF}" dt="2026-10-07T17:59:48.944" v="992" actId="20577"/>
          <ac:spMkLst>
            <pc:docMk/>
            <pc:sldMk cId="0" sldId="2145704199"/>
            <ac:spMk id="19" creationId="{00000000-0000-0000-0000-000000000000}"/>
          </ac:spMkLst>
        </pc:spChg>
        <pc:spChg chg="mod">
          <ac:chgData name="Panda, Debasis" userId="a9013a88-cb44-4d50-b56f-51e70fec9000" providerId="ADAL" clId="{DFDEB992-6ABE-4BA2-928D-36E3C5D370CF}" dt="2026-10-12T11:28:04.172" v="2008" actId="20577"/>
          <ac:spMkLst>
            <pc:docMk/>
            <pc:sldMk cId="0" sldId="2145704199"/>
            <ac:spMk id="21" creationId="{00000000-0000-0000-0000-000000000000}"/>
          </ac:spMkLst>
        </pc:spChg>
        <pc:spChg chg="mod">
          <ac:chgData name="Panda, Debasis" userId="a9013a88-cb44-4d50-b56f-51e70fec9000" providerId="ADAL" clId="{DFDEB992-6ABE-4BA2-928D-36E3C5D370CF}" dt="2026-10-12T11:34:04.556" v="2016" actId="20577"/>
          <ac:spMkLst>
            <pc:docMk/>
            <pc:sldMk cId="0" sldId="2145704199"/>
            <ac:spMk id="22" creationId="{00000000-0000-0000-0000-000000000000}"/>
          </ac:spMkLst>
        </pc:spChg>
        <pc:spChg chg="mod">
          <ac:chgData name="Panda, Debasis" userId="a9013a88-cb44-4d50-b56f-51e70fec9000" providerId="ADAL" clId="{DFDEB992-6ABE-4BA2-928D-36E3C5D370CF}" dt="2026-10-12T16:37:53.118" v="3693" actId="20577"/>
          <ac:spMkLst>
            <pc:docMk/>
            <pc:sldMk cId="0" sldId="2145704199"/>
            <ac:spMk id="23" creationId="{00000000-0000-0000-0000-000000000000}"/>
          </ac:spMkLst>
        </pc:spChg>
        <pc:spChg chg="mod">
          <ac:chgData name="Panda, Debasis" userId="a9013a88-cb44-4d50-b56f-51e70fec9000" providerId="ADAL" clId="{DFDEB992-6ABE-4BA2-928D-36E3C5D370CF}" dt="2026-10-07T15:53:15.569" v="903" actId="1036"/>
          <ac:spMkLst>
            <pc:docMk/>
            <pc:sldMk cId="0" sldId="2145704199"/>
            <ac:spMk id="26" creationId="{00000000-0000-0000-0000-000000000000}"/>
          </ac:spMkLst>
        </pc:spChg>
        <pc:spChg chg="mod">
          <ac:chgData name="Panda, Debasis" userId="a9013a88-cb44-4d50-b56f-51e70fec9000" providerId="ADAL" clId="{DFDEB992-6ABE-4BA2-928D-36E3C5D370CF}" dt="2026-10-07T15:53:15.569" v="903" actId="1036"/>
          <ac:spMkLst>
            <pc:docMk/>
            <pc:sldMk cId="0" sldId="2145704199"/>
            <ac:spMk id="28" creationId="{00000000-0000-0000-0000-000000000000}"/>
          </ac:spMkLst>
        </pc:spChg>
        <pc:spChg chg="mod">
          <ac:chgData name="Panda, Debasis" userId="a9013a88-cb44-4d50-b56f-51e70fec9000" providerId="ADAL" clId="{DFDEB992-6ABE-4BA2-928D-36E3C5D370CF}" dt="2026-10-07T15:53:15.569" v="903" actId="1036"/>
          <ac:spMkLst>
            <pc:docMk/>
            <pc:sldMk cId="0" sldId="2145704199"/>
            <ac:spMk id="29" creationId="{00000000-0000-0000-0000-000000000000}"/>
          </ac:spMkLst>
        </pc:spChg>
        <pc:spChg chg="add mod ord">
          <ac:chgData name="Panda, Debasis" userId="a9013a88-cb44-4d50-b56f-51e70fec9000" providerId="ADAL" clId="{DFDEB992-6ABE-4BA2-928D-36E3C5D370CF}" dt="2026-10-07T13:36:18.592" v="17" actId="14100"/>
          <ac:spMkLst>
            <pc:docMk/>
            <pc:sldMk cId="0" sldId="2145704199"/>
            <ac:spMk id="32" creationId="{46B495B6-D66C-B878-0895-777DED6C6BAE}"/>
          </ac:spMkLst>
        </pc:spChg>
        <pc:spChg chg="add mod ord">
          <ac:chgData name="Panda, Debasis" userId="a9013a88-cb44-4d50-b56f-51e70fec9000" providerId="ADAL" clId="{DFDEB992-6ABE-4BA2-928D-36E3C5D370CF}" dt="2026-10-07T13:37:06.384" v="42" actId="1035"/>
          <ac:spMkLst>
            <pc:docMk/>
            <pc:sldMk cId="0" sldId="2145704199"/>
            <ac:spMk id="34" creationId="{59BE3DFB-F16C-8B87-0DAE-6E122B8754B1}"/>
          </ac:spMkLst>
        </pc:spChg>
        <pc:spChg chg="add mod ord">
          <ac:chgData name="Panda, Debasis" userId="a9013a88-cb44-4d50-b56f-51e70fec9000" providerId="ADAL" clId="{DFDEB992-6ABE-4BA2-928D-36E3C5D370CF}" dt="2026-10-07T13:37:37.092" v="53" actId="1035"/>
          <ac:spMkLst>
            <pc:docMk/>
            <pc:sldMk cId="0" sldId="2145704199"/>
            <ac:spMk id="36" creationId="{372E584E-6280-A4F6-72AD-ED676B29A8EC}"/>
          </ac:spMkLst>
        </pc:spChg>
        <pc:spChg chg="add mod ord">
          <ac:chgData name="Panda, Debasis" userId="a9013a88-cb44-4d50-b56f-51e70fec9000" providerId="ADAL" clId="{DFDEB992-6ABE-4BA2-928D-36E3C5D370CF}" dt="2026-10-07T14:02:40.495" v="270" actId="14100"/>
          <ac:spMkLst>
            <pc:docMk/>
            <pc:sldMk cId="0" sldId="2145704199"/>
            <ac:spMk id="38" creationId="{B46CACCB-4DB9-252E-3569-5F7FA5265FB2}"/>
          </ac:spMkLst>
        </pc:spChg>
        <pc:graphicFrameChg chg="add mod">
          <ac:chgData name="Panda, Debasis" userId="a9013a88-cb44-4d50-b56f-51e70fec9000" providerId="ADAL" clId="{DFDEB992-6ABE-4BA2-928D-36E3C5D370CF}" dt="2026-10-12T17:21:27.009" v="3986" actId="26606"/>
          <ac:graphicFrameMkLst>
            <pc:docMk/>
            <pc:sldMk cId="0" sldId="2145704199"/>
            <ac:graphicFrameMk id="8" creationId="{F9718589-666B-CE15-4EAF-5FF7D5016D55}"/>
          </ac:graphicFrameMkLst>
        </pc:graphicFrameChg>
        <pc:picChg chg="add del">
          <ac:chgData name="Panda, Debasis" userId="a9013a88-cb44-4d50-b56f-51e70fec9000" providerId="ADAL" clId="{DFDEB992-6ABE-4BA2-928D-36E3C5D370CF}" dt="2026-10-13T03:06:39.666" v="4211" actId="478"/>
          <ac:picMkLst>
            <pc:docMk/>
            <pc:sldMk cId="0" sldId="2145704199"/>
            <ac:picMk id="17" creationId="{D991566E-FC0E-F6D0-0DC5-49DD623A1FFF}"/>
          </ac:picMkLst>
        </pc:picChg>
      </pc:sldChg>
      <pc:sldChg chg="addSp delSp modSp mod">
        <pc:chgData name="Panda, Debasis" userId="a9013a88-cb44-4d50-b56f-51e70fec9000" providerId="ADAL" clId="{DFDEB992-6ABE-4BA2-928D-36E3C5D370CF}" dt="2026-10-13T03:06:45.859" v="4213" actId="478"/>
        <pc:sldMkLst>
          <pc:docMk/>
          <pc:sldMk cId="0" sldId="2145704200"/>
        </pc:sldMkLst>
        <pc:spChg chg="add mod">
          <ac:chgData name="Panda, Debasis" userId="a9013a88-cb44-4d50-b56f-51e70fec9000" providerId="ADAL" clId="{DFDEB992-6ABE-4BA2-928D-36E3C5D370CF}" dt="2026-10-12T16:36:50.413" v="3662" actId="14100"/>
          <ac:spMkLst>
            <pc:docMk/>
            <pc:sldMk cId="0" sldId="2145704200"/>
            <ac:spMk id="3" creationId="{902034A8-82E4-799D-45FE-F59A1B681AC7}"/>
          </ac:spMkLst>
        </pc:spChg>
        <pc:spChg chg="add mod">
          <ac:chgData name="Panda, Debasis" userId="a9013a88-cb44-4d50-b56f-51e70fec9000" providerId="ADAL" clId="{DFDEB992-6ABE-4BA2-928D-36E3C5D370CF}" dt="2026-10-12T14:22:11.660" v="3205" actId="14100"/>
          <ac:spMkLst>
            <pc:docMk/>
            <pc:sldMk cId="0" sldId="2145704200"/>
            <ac:spMk id="11" creationId="{34D96651-9A30-C5B3-B37F-52FEBF589C8F}"/>
          </ac:spMkLst>
        </pc:spChg>
        <pc:graphicFrameChg chg="add mod modGraphic">
          <ac:chgData name="Panda, Debasis" userId="a9013a88-cb44-4d50-b56f-51e70fec9000" providerId="ADAL" clId="{DFDEB992-6ABE-4BA2-928D-36E3C5D370CF}" dt="2026-10-12T18:04:47.399" v="4090" actId="207"/>
          <ac:graphicFrameMkLst>
            <pc:docMk/>
            <pc:sldMk cId="0" sldId="2145704200"/>
            <ac:graphicFrameMk id="4" creationId="{2F6B3EA3-9163-FE38-E1CF-01FADC040C01}"/>
          </ac:graphicFrameMkLst>
        </pc:graphicFrameChg>
        <pc:graphicFrameChg chg="del">
          <ac:chgData name="Panda, Debasis" userId="a9013a88-cb44-4d50-b56f-51e70fec9000" providerId="ADAL" clId="{DFDEB992-6ABE-4BA2-928D-36E3C5D370CF}" dt="2026-10-12T11:27:28.594" v="2005" actId="478"/>
          <ac:graphicFrameMkLst>
            <pc:docMk/>
            <pc:sldMk cId="0" sldId="2145704200"/>
            <ac:graphicFrameMk id="9" creationId="{00000000-0000-0000-0000-000000000000}"/>
          </ac:graphicFrameMkLst>
        </pc:graphicFrameChg>
        <pc:picChg chg="add del">
          <ac:chgData name="Panda, Debasis" userId="a9013a88-cb44-4d50-b56f-51e70fec9000" providerId="ADAL" clId="{DFDEB992-6ABE-4BA2-928D-36E3C5D370CF}" dt="2026-10-13T03:06:45.859" v="4213" actId="478"/>
          <ac:picMkLst>
            <pc:docMk/>
            <pc:sldMk cId="0" sldId="2145704200"/>
            <ac:picMk id="7" creationId="{D67E9BD2-B7A1-70F7-0C05-834E69221F5F}"/>
          </ac:picMkLst>
        </pc:picChg>
      </pc:sldChg>
      <pc:sldChg chg="addSp delSp modSp mod ord">
        <pc:chgData name="Panda, Debasis" userId="a9013a88-cb44-4d50-b56f-51e70fec9000" providerId="ADAL" clId="{DFDEB992-6ABE-4BA2-928D-36E3C5D370CF}" dt="2026-10-13T03:06:42.744" v="4212" actId="478"/>
        <pc:sldMkLst>
          <pc:docMk/>
          <pc:sldMk cId="0" sldId="2145704201"/>
        </pc:sldMkLst>
        <pc:spChg chg="add mod ord">
          <ac:chgData name="Panda, Debasis" userId="a9013a88-cb44-4d50-b56f-51e70fec9000" providerId="ADAL" clId="{DFDEB992-6ABE-4BA2-928D-36E3C5D370CF}" dt="2026-10-07T13:45:12.511" v="147" actId="1038"/>
          <ac:spMkLst>
            <pc:docMk/>
            <pc:sldMk cId="0" sldId="2145704201"/>
            <ac:spMk id="9" creationId="{4524680A-471D-09DA-E964-689532BFBD93}"/>
          </ac:spMkLst>
        </pc:spChg>
        <pc:spChg chg="mod">
          <ac:chgData name="Panda, Debasis" userId="a9013a88-cb44-4d50-b56f-51e70fec9000" providerId="ADAL" clId="{DFDEB992-6ABE-4BA2-928D-36E3C5D370CF}" dt="2026-10-07T13:45:12.511" v="147" actId="1038"/>
          <ac:spMkLst>
            <pc:docMk/>
            <pc:sldMk cId="0" sldId="2145704201"/>
            <ac:spMk id="10" creationId="{00000000-0000-0000-0000-000000000000}"/>
          </ac:spMkLst>
        </pc:spChg>
        <pc:spChg chg="mod">
          <ac:chgData name="Panda, Debasis" userId="a9013a88-cb44-4d50-b56f-51e70fec9000" providerId="ADAL" clId="{DFDEB992-6ABE-4BA2-928D-36E3C5D370CF}" dt="2026-10-07T16:22:21.963" v="969" actId="20577"/>
          <ac:spMkLst>
            <pc:docMk/>
            <pc:sldMk cId="0" sldId="2145704201"/>
            <ac:spMk id="18" creationId="{00000000-0000-0000-0000-000000000000}"/>
          </ac:spMkLst>
        </pc:spChg>
        <pc:spChg chg="mod">
          <ac:chgData name="Panda, Debasis" userId="a9013a88-cb44-4d50-b56f-51e70fec9000" providerId="ADAL" clId="{DFDEB992-6ABE-4BA2-928D-36E3C5D370CF}" dt="2026-10-08T12:18:01.690" v="1215" actId="20577"/>
          <ac:spMkLst>
            <pc:docMk/>
            <pc:sldMk cId="0" sldId="2145704201"/>
            <ac:spMk id="19" creationId="{00000000-0000-0000-0000-000000000000}"/>
          </ac:spMkLst>
        </pc:spChg>
        <pc:spChg chg="mod">
          <ac:chgData name="Panda, Debasis" userId="a9013a88-cb44-4d50-b56f-51e70fec9000" providerId="ADAL" clId="{DFDEB992-6ABE-4BA2-928D-36E3C5D370CF}" dt="2026-10-08T12:18:07.434" v="1217" actId="20577"/>
          <ac:spMkLst>
            <pc:docMk/>
            <pc:sldMk cId="0" sldId="2145704201"/>
            <ac:spMk id="20" creationId="{00000000-0000-0000-0000-000000000000}"/>
          </ac:spMkLst>
        </pc:spChg>
        <pc:spChg chg="mod">
          <ac:chgData name="Panda, Debasis" userId="a9013a88-cb44-4d50-b56f-51e70fec9000" providerId="ADAL" clId="{DFDEB992-6ABE-4BA2-928D-36E3C5D370CF}" dt="2026-10-12T13:01:12.640" v="3125" actId="26606"/>
          <ac:spMkLst>
            <pc:docMk/>
            <pc:sldMk cId="0" sldId="2145704201"/>
            <ac:spMk id="21"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22" creationId="{00000000-0000-0000-0000-000000000000}"/>
          </ac:spMkLst>
        </pc:spChg>
        <pc:spChg chg="mod">
          <ac:chgData name="Panda, Debasis" userId="a9013a88-cb44-4d50-b56f-51e70fec9000" providerId="ADAL" clId="{DFDEB992-6ABE-4BA2-928D-36E3C5D370CF}" dt="2026-10-12T14:46:31.600" v="3238"/>
          <ac:spMkLst>
            <pc:docMk/>
            <pc:sldMk cId="0" sldId="2145704201"/>
            <ac:spMk id="23"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24" creationId="{00000000-0000-0000-0000-000000000000}"/>
          </ac:spMkLst>
        </pc:spChg>
        <pc:spChg chg="mod">
          <ac:chgData name="Panda, Debasis" userId="a9013a88-cb44-4d50-b56f-51e70fec9000" providerId="ADAL" clId="{DFDEB992-6ABE-4BA2-928D-36E3C5D370CF}" dt="2026-10-12T13:01:12.640" v="3125" actId="26606"/>
          <ac:spMkLst>
            <pc:docMk/>
            <pc:sldMk cId="0" sldId="2145704201"/>
            <ac:spMk id="27" creationId="{00000000-0000-0000-0000-000000000000}"/>
          </ac:spMkLst>
        </pc:spChg>
        <pc:spChg chg="mod">
          <ac:chgData name="Panda, Debasis" userId="a9013a88-cb44-4d50-b56f-51e70fec9000" providerId="ADAL" clId="{DFDEB992-6ABE-4BA2-928D-36E3C5D370CF}" dt="2026-10-08T12:20:20.591" v="1219" actId="20577"/>
          <ac:spMkLst>
            <pc:docMk/>
            <pc:sldMk cId="0" sldId="2145704201"/>
            <ac:spMk id="28"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29" creationId="{00000000-0000-0000-0000-000000000000}"/>
          </ac:spMkLst>
        </pc:spChg>
        <pc:spChg chg="mod">
          <ac:chgData name="Panda, Debasis" userId="a9013a88-cb44-4d50-b56f-51e70fec9000" providerId="ADAL" clId="{DFDEB992-6ABE-4BA2-928D-36E3C5D370CF}" dt="2026-10-12T13:01:12.640" v="3125" actId="26606"/>
          <ac:spMkLst>
            <pc:docMk/>
            <pc:sldMk cId="0" sldId="2145704201"/>
            <ac:spMk id="30"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31" creationId="{00000000-0000-0000-0000-000000000000}"/>
          </ac:spMkLst>
        </pc:spChg>
        <pc:spChg chg="mod">
          <ac:chgData name="Panda, Debasis" userId="a9013a88-cb44-4d50-b56f-51e70fec9000" providerId="ADAL" clId="{DFDEB992-6ABE-4BA2-928D-36E3C5D370CF}" dt="2026-10-12T11:29:05.785" v="2014" actId="20577"/>
          <ac:spMkLst>
            <pc:docMk/>
            <pc:sldMk cId="0" sldId="2145704201"/>
            <ac:spMk id="34"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35"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36" creationId="{00000000-0000-0000-0000-000000000000}"/>
          </ac:spMkLst>
        </pc:spChg>
        <pc:spChg chg="mod">
          <ac:chgData name="Panda, Debasis" userId="a9013a88-cb44-4d50-b56f-51e70fec9000" providerId="ADAL" clId="{DFDEB992-6ABE-4BA2-928D-36E3C5D370CF}" dt="2026-10-12T14:46:31.600" v="3238"/>
          <ac:spMkLst>
            <pc:docMk/>
            <pc:sldMk cId="0" sldId="2145704201"/>
            <ac:spMk id="37" creationId="{00000000-0000-0000-0000-000000000000}"/>
          </ac:spMkLst>
        </pc:spChg>
        <pc:spChg chg="mod">
          <ac:chgData name="Panda, Debasis" userId="a9013a88-cb44-4d50-b56f-51e70fec9000" providerId="ADAL" clId="{DFDEB992-6ABE-4BA2-928D-36E3C5D370CF}" dt="2026-10-07T13:47:14.780" v="154" actId="207"/>
          <ac:spMkLst>
            <pc:docMk/>
            <pc:sldMk cId="0" sldId="2145704201"/>
            <ac:spMk id="38" creationId="{00000000-0000-0000-0000-000000000000}"/>
          </ac:spMkLst>
        </pc:spChg>
        <pc:spChg chg="mod">
          <ac:chgData name="Panda, Debasis" userId="a9013a88-cb44-4d50-b56f-51e70fec9000" providerId="ADAL" clId="{DFDEB992-6ABE-4BA2-928D-36E3C5D370CF}" dt="2026-10-07T13:47:25.945" v="155" actId="207"/>
          <ac:spMkLst>
            <pc:docMk/>
            <pc:sldMk cId="0" sldId="2145704201"/>
            <ac:spMk id="40"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44"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45" creationId="{00000000-0000-0000-0000-000000000000}"/>
          </ac:spMkLst>
        </pc:spChg>
        <pc:spChg chg="mod">
          <ac:chgData name="Panda, Debasis" userId="a9013a88-cb44-4d50-b56f-51e70fec9000" providerId="ADAL" clId="{DFDEB992-6ABE-4BA2-928D-36E3C5D370CF}" dt="2026-10-08T14:22:23.111" v="1695" actId="1038"/>
          <ac:spMkLst>
            <pc:docMk/>
            <pc:sldMk cId="0" sldId="2145704201"/>
            <ac:spMk id="47" creationId="{00000000-0000-0000-0000-000000000000}"/>
          </ac:spMkLst>
        </pc:spChg>
        <pc:spChg chg="mod">
          <ac:chgData name="Panda, Debasis" userId="a9013a88-cb44-4d50-b56f-51e70fec9000" providerId="ADAL" clId="{DFDEB992-6ABE-4BA2-928D-36E3C5D370CF}" dt="2026-10-08T14:22:41.574" v="1715" actId="1038"/>
          <ac:spMkLst>
            <pc:docMk/>
            <pc:sldMk cId="0" sldId="2145704201"/>
            <ac:spMk id="48" creationId="{00000000-0000-0000-0000-000000000000}"/>
          </ac:spMkLst>
        </pc:spChg>
        <pc:spChg chg="mod">
          <ac:chgData name="Panda, Debasis" userId="a9013a88-cb44-4d50-b56f-51e70fec9000" providerId="ADAL" clId="{DFDEB992-6ABE-4BA2-928D-36E3C5D370CF}" dt="2026-10-07T13:48:43.185" v="165" actId="207"/>
          <ac:spMkLst>
            <pc:docMk/>
            <pc:sldMk cId="0" sldId="2145704201"/>
            <ac:spMk id="49" creationId="{00000000-0000-0000-0000-000000000000}"/>
          </ac:spMkLst>
        </pc:spChg>
        <pc:spChg chg="mod">
          <ac:chgData name="Panda, Debasis" userId="a9013a88-cb44-4d50-b56f-51e70fec9000" providerId="ADAL" clId="{DFDEB992-6ABE-4BA2-928D-36E3C5D370CF}" dt="2026-10-12T14:46:31.600" v="3238"/>
          <ac:spMkLst>
            <pc:docMk/>
            <pc:sldMk cId="0" sldId="2145704201"/>
            <ac:spMk id="50" creationId="{00000000-0000-0000-0000-000000000000}"/>
          </ac:spMkLst>
        </pc:spChg>
        <pc:spChg chg="mod">
          <ac:chgData name="Panda, Debasis" userId="a9013a88-cb44-4d50-b56f-51e70fec9000" providerId="ADAL" clId="{DFDEB992-6ABE-4BA2-928D-36E3C5D370CF}" dt="2026-10-08T14:22:23.111" v="1695" actId="1038"/>
          <ac:spMkLst>
            <pc:docMk/>
            <pc:sldMk cId="0" sldId="2145704201"/>
            <ac:spMk id="51" creationId="{00000000-0000-0000-0000-000000000000}"/>
          </ac:spMkLst>
        </pc:spChg>
        <pc:spChg chg="mod">
          <ac:chgData name="Panda, Debasis" userId="a9013a88-cb44-4d50-b56f-51e70fec9000" providerId="ADAL" clId="{DFDEB992-6ABE-4BA2-928D-36E3C5D370CF}" dt="2026-10-08T14:22:36.334" v="1707" actId="1038"/>
          <ac:spMkLst>
            <pc:docMk/>
            <pc:sldMk cId="0" sldId="2145704201"/>
            <ac:spMk id="52" creationId="{00000000-0000-0000-0000-000000000000}"/>
          </ac:spMkLst>
        </pc:spChg>
        <pc:spChg chg="mod">
          <ac:chgData name="Panda, Debasis" userId="a9013a88-cb44-4d50-b56f-51e70fec9000" providerId="ADAL" clId="{DFDEB992-6ABE-4BA2-928D-36E3C5D370CF}" dt="2026-10-08T12:27:48.311" v="1231" actId="26606"/>
          <ac:spMkLst>
            <pc:docMk/>
            <pc:sldMk cId="0" sldId="2145704201"/>
            <ac:spMk id="53" creationId="{00000000-0000-0000-0000-000000000000}"/>
          </ac:spMkLst>
        </pc:spChg>
        <pc:spChg chg="mod">
          <ac:chgData name="Panda, Debasis" userId="a9013a88-cb44-4d50-b56f-51e70fec9000" providerId="ADAL" clId="{DFDEB992-6ABE-4BA2-928D-36E3C5D370CF}" dt="2026-10-07T13:47:32.363" v="156" actId="207"/>
          <ac:spMkLst>
            <pc:docMk/>
            <pc:sldMk cId="0" sldId="2145704201"/>
            <ac:spMk id="55" creationId="{00000000-0000-0000-0000-000000000000}"/>
          </ac:spMkLst>
        </pc:spChg>
        <pc:spChg chg="mod">
          <ac:chgData name="Panda, Debasis" userId="a9013a88-cb44-4d50-b56f-51e70fec9000" providerId="ADAL" clId="{DFDEB992-6ABE-4BA2-928D-36E3C5D370CF}" dt="2026-10-07T13:47:37.961" v="157" actId="207"/>
          <ac:spMkLst>
            <pc:docMk/>
            <pc:sldMk cId="0" sldId="2145704201"/>
            <ac:spMk id="57" creationId="{00000000-0000-0000-0000-000000000000}"/>
          </ac:spMkLst>
        </pc:spChg>
        <pc:spChg chg="mod">
          <ac:chgData name="Panda, Debasis" userId="a9013a88-cb44-4d50-b56f-51e70fec9000" providerId="ADAL" clId="{DFDEB992-6ABE-4BA2-928D-36E3C5D370CF}" dt="2026-10-07T13:44:07.587" v="119" actId="207"/>
          <ac:spMkLst>
            <pc:docMk/>
            <pc:sldMk cId="0" sldId="2145704201"/>
            <ac:spMk id="61" creationId="{00000000-0000-0000-0000-000000000000}"/>
          </ac:spMkLst>
        </pc:spChg>
        <pc:spChg chg="mod">
          <ac:chgData name="Panda, Debasis" userId="a9013a88-cb44-4d50-b56f-51e70fec9000" providerId="ADAL" clId="{DFDEB992-6ABE-4BA2-928D-36E3C5D370CF}" dt="2026-10-07T13:49:03.328" v="168" actId="207"/>
          <ac:spMkLst>
            <pc:docMk/>
            <pc:sldMk cId="0" sldId="2145704201"/>
            <ac:spMk id="62" creationId="{00000000-0000-0000-0000-000000000000}"/>
          </ac:spMkLst>
        </pc:spChg>
        <pc:spChg chg="mod">
          <ac:chgData name="Panda, Debasis" userId="a9013a88-cb44-4d50-b56f-51e70fec9000" providerId="ADAL" clId="{DFDEB992-6ABE-4BA2-928D-36E3C5D370CF}" dt="2026-10-07T13:48:29.196" v="163" actId="207"/>
          <ac:spMkLst>
            <pc:docMk/>
            <pc:sldMk cId="0" sldId="2145704201"/>
            <ac:spMk id="64" creationId="{00000000-0000-0000-0000-000000000000}"/>
          </ac:spMkLst>
        </pc:spChg>
        <pc:spChg chg="mod">
          <ac:chgData name="Panda, Debasis" userId="a9013a88-cb44-4d50-b56f-51e70fec9000" providerId="ADAL" clId="{DFDEB992-6ABE-4BA2-928D-36E3C5D370CF}" dt="2026-10-07T13:45:36.517" v="148" actId="207"/>
          <ac:spMkLst>
            <pc:docMk/>
            <pc:sldMk cId="0" sldId="2145704201"/>
            <ac:spMk id="66" creationId="{00000000-0000-0000-0000-000000000000}"/>
          </ac:spMkLst>
        </pc:spChg>
        <pc:spChg chg="mod">
          <ac:chgData name="Panda, Debasis" userId="a9013a88-cb44-4d50-b56f-51e70fec9000" providerId="ADAL" clId="{DFDEB992-6ABE-4BA2-928D-36E3C5D370CF}" dt="2026-10-07T13:47:43.825" v="158" actId="207"/>
          <ac:spMkLst>
            <pc:docMk/>
            <pc:sldMk cId="0" sldId="2145704201"/>
            <ac:spMk id="68" creationId="{00000000-0000-0000-0000-000000000000}"/>
          </ac:spMkLst>
        </pc:spChg>
        <pc:spChg chg="mod">
          <ac:chgData name="Panda, Debasis" userId="a9013a88-cb44-4d50-b56f-51e70fec9000" providerId="ADAL" clId="{DFDEB992-6ABE-4BA2-928D-36E3C5D370CF}" dt="2026-10-07T13:47:49.896" v="159" actId="207"/>
          <ac:spMkLst>
            <pc:docMk/>
            <pc:sldMk cId="0" sldId="2145704201"/>
            <ac:spMk id="70" creationId="{00000000-0000-0000-0000-000000000000}"/>
          </ac:spMkLst>
        </pc:spChg>
        <pc:spChg chg="mod">
          <ac:chgData name="Panda, Debasis" userId="a9013a88-cb44-4d50-b56f-51e70fec9000" providerId="ADAL" clId="{DFDEB992-6ABE-4BA2-928D-36E3C5D370CF}" dt="2026-10-07T14:33:03.687" v="591" actId="207"/>
          <ac:spMkLst>
            <pc:docMk/>
            <pc:sldMk cId="0" sldId="2145704201"/>
            <ac:spMk id="74" creationId="{00000000-0000-0000-0000-000000000000}"/>
          </ac:spMkLst>
        </pc:spChg>
        <pc:spChg chg="mod">
          <ac:chgData name="Panda, Debasis" userId="a9013a88-cb44-4d50-b56f-51e70fec9000" providerId="ADAL" clId="{DFDEB992-6ABE-4BA2-928D-36E3C5D370CF}" dt="2026-10-07T14:33:08.736" v="592" actId="207"/>
          <ac:spMkLst>
            <pc:docMk/>
            <pc:sldMk cId="0" sldId="2145704201"/>
            <ac:spMk id="76" creationId="{00000000-0000-0000-0000-000000000000}"/>
          </ac:spMkLst>
        </pc:spChg>
        <pc:spChg chg="add mod ord">
          <ac:chgData name="Panda, Debasis" userId="a9013a88-cb44-4d50-b56f-51e70fec9000" providerId="ADAL" clId="{DFDEB992-6ABE-4BA2-928D-36E3C5D370CF}" dt="2026-10-07T13:44:35.712" v="124" actId="167"/>
          <ac:spMkLst>
            <pc:docMk/>
            <pc:sldMk cId="0" sldId="2145704201"/>
            <ac:spMk id="80" creationId="{9FFDA584-73E5-4559-4256-9CFA845869E1}"/>
          </ac:spMkLst>
        </pc:spChg>
        <pc:spChg chg="add mod">
          <ac:chgData name="Panda, Debasis" userId="a9013a88-cb44-4d50-b56f-51e70fec9000" providerId="ADAL" clId="{DFDEB992-6ABE-4BA2-928D-36E3C5D370CF}" dt="2026-10-07T14:01:36.117" v="251" actId="20577"/>
          <ac:spMkLst>
            <pc:docMk/>
            <pc:sldMk cId="0" sldId="2145704201"/>
            <ac:spMk id="82" creationId="{862B28D9-20EC-D045-EAC7-E04A72801D52}"/>
          </ac:spMkLst>
        </pc:spChg>
        <pc:spChg chg="add mod">
          <ac:chgData name="Panda, Debasis" userId="a9013a88-cb44-4d50-b56f-51e70fec9000" providerId="ADAL" clId="{DFDEB992-6ABE-4BA2-928D-36E3C5D370CF}" dt="2026-10-07T14:02:09.498" v="267" actId="1036"/>
          <ac:spMkLst>
            <pc:docMk/>
            <pc:sldMk cId="0" sldId="2145704201"/>
            <ac:spMk id="84" creationId="{635C2584-9307-1BC5-A51F-4728D2C65D34}"/>
          </ac:spMkLst>
        </pc:spChg>
        <pc:picChg chg="add del">
          <ac:chgData name="Panda, Debasis" userId="a9013a88-cb44-4d50-b56f-51e70fec9000" providerId="ADAL" clId="{DFDEB992-6ABE-4BA2-928D-36E3C5D370CF}" dt="2026-10-13T03:06:42.744" v="4212" actId="478"/>
          <ac:picMkLst>
            <pc:docMk/>
            <pc:sldMk cId="0" sldId="2145704201"/>
            <ac:picMk id="11" creationId="{F25C9E57-AE74-2BD7-D921-78DAB26B42B8}"/>
          </ac:picMkLst>
        </pc:picChg>
      </pc:sldChg>
      <pc:sldChg chg="addSp delSp modSp mod">
        <pc:chgData name="Panda, Debasis" userId="a9013a88-cb44-4d50-b56f-51e70fec9000" providerId="ADAL" clId="{DFDEB992-6ABE-4BA2-928D-36E3C5D370CF}" dt="2026-10-13T07:07:47.529" v="4242" actId="20577"/>
        <pc:sldMkLst>
          <pc:docMk/>
          <pc:sldMk cId="0" sldId="2145704203"/>
        </pc:sldMkLst>
        <pc:spChg chg="mod">
          <ac:chgData name="Panda, Debasis" userId="a9013a88-cb44-4d50-b56f-51e70fec9000" providerId="ADAL" clId="{DFDEB992-6ABE-4BA2-928D-36E3C5D370CF}" dt="2026-10-12T18:12:28.658" v="4093" actId="207"/>
          <ac:spMkLst>
            <pc:docMk/>
            <pc:sldMk cId="0" sldId="2145704203"/>
            <ac:spMk id="9" creationId="{00000000-0000-0000-0000-000000000000}"/>
          </ac:spMkLst>
        </pc:spChg>
        <pc:spChg chg="mod">
          <ac:chgData name="Panda, Debasis" userId="a9013a88-cb44-4d50-b56f-51e70fec9000" providerId="ADAL" clId="{DFDEB992-6ABE-4BA2-928D-36E3C5D370CF}" dt="2026-10-12T18:13:45.835" v="4098" actId="207"/>
          <ac:spMkLst>
            <pc:docMk/>
            <pc:sldMk cId="0" sldId="2145704203"/>
            <ac:spMk id="13" creationId="{00000000-0000-0000-0000-000000000000}"/>
          </ac:spMkLst>
        </pc:spChg>
        <pc:spChg chg="mod">
          <ac:chgData name="Panda, Debasis" userId="a9013a88-cb44-4d50-b56f-51e70fec9000" providerId="ADAL" clId="{DFDEB992-6ABE-4BA2-928D-36E3C5D370CF}" dt="2026-10-08T12:30:01.127" v="1259" actId="20577"/>
          <ac:spMkLst>
            <pc:docMk/>
            <pc:sldMk cId="0" sldId="2145704203"/>
            <ac:spMk id="15" creationId="{00000000-0000-0000-0000-000000000000}"/>
          </ac:spMkLst>
        </pc:spChg>
        <pc:spChg chg="mod">
          <ac:chgData name="Panda, Debasis" userId="a9013a88-cb44-4d50-b56f-51e70fec9000" providerId="ADAL" clId="{DFDEB992-6ABE-4BA2-928D-36E3C5D370CF}" dt="2026-10-12T18:28:12.629" v="4142" actId="207"/>
          <ac:spMkLst>
            <pc:docMk/>
            <pc:sldMk cId="0" sldId="2145704203"/>
            <ac:spMk id="18" creationId="{00000000-0000-0000-0000-000000000000}"/>
          </ac:spMkLst>
        </pc:spChg>
        <pc:spChg chg="mod">
          <ac:chgData name="Panda, Debasis" userId="a9013a88-cb44-4d50-b56f-51e70fec9000" providerId="ADAL" clId="{DFDEB992-6ABE-4BA2-928D-36E3C5D370CF}" dt="2026-10-12T13:01:12.640" v="3125" actId="26606"/>
          <ac:spMkLst>
            <pc:docMk/>
            <pc:sldMk cId="0" sldId="2145704203"/>
            <ac:spMk id="19" creationId="{00000000-0000-0000-0000-000000000000}"/>
          </ac:spMkLst>
        </pc:spChg>
        <pc:spChg chg="mod">
          <ac:chgData name="Panda, Debasis" userId="a9013a88-cb44-4d50-b56f-51e70fec9000" providerId="ADAL" clId="{DFDEB992-6ABE-4BA2-928D-36E3C5D370CF}" dt="2026-10-08T12:59:22.996" v="1521" actId="14100"/>
          <ac:spMkLst>
            <pc:docMk/>
            <pc:sldMk cId="0" sldId="2145704203"/>
            <ac:spMk id="20" creationId="{00000000-0000-0000-0000-000000000000}"/>
          </ac:spMkLst>
        </pc:spChg>
        <pc:spChg chg="mod">
          <ac:chgData name="Panda, Debasis" userId="a9013a88-cb44-4d50-b56f-51e70fec9000" providerId="ADAL" clId="{DFDEB992-6ABE-4BA2-928D-36E3C5D370CF}" dt="2026-10-12T14:46:31.600" v="3238"/>
          <ac:spMkLst>
            <pc:docMk/>
            <pc:sldMk cId="0" sldId="2145704203"/>
            <ac:spMk id="24" creationId="{00000000-0000-0000-0000-000000000000}"/>
          </ac:spMkLst>
        </pc:spChg>
        <pc:spChg chg="mod">
          <ac:chgData name="Panda, Debasis" userId="a9013a88-cb44-4d50-b56f-51e70fec9000" providerId="ADAL" clId="{DFDEB992-6ABE-4BA2-928D-36E3C5D370CF}" dt="2026-10-08T12:59:43.547" v="1525" actId="14100"/>
          <ac:spMkLst>
            <pc:docMk/>
            <pc:sldMk cId="0" sldId="2145704203"/>
            <ac:spMk id="25" creationId="{00000000-0000-0000-0000-000000000000}"/>
          </ac:spMkLst>
        </pc:spChg>
        <pc:spChg chg="mod">
          <ac:chgData name="Panda, Debasis" userId="a9013a88-cb44-4d50-b56f-51e70fec9000" providerId="ADAL" clId="{DFDEB992-6ABE-4BA2-928D-36E3C5D370CF}" dt="2026-10-08T12:59:34.038" v="1523" actId="14100"/>
          <ac:spMkLst>
            <pc:docMk/>
            <pc:sldMk cId="0" sldId="2145704203"/>
            <ac:spMk id="32" creationId="{00000000-0000-0000-0000-000000000000}"/>
          </ac:spMkLst>
        </pc:spChg>
        <pc:spChg chg="mod">
          <ac:chgData name="Panda, Debasis" userId="a9013a88-cb44-4d50-b56f-51e70fec9000" providerId="ADAL" clId="{DFDEB992-6ABE-4BA2-928D-36E3C5D370CF}" dt="2026-10-13T07:07:47.529" v="4242" actId="20577"/>
          <ac:spMkLst>
            <pc:docMk/>
            <pc:sldMk cId="0" sldId="2145704203"/>
            <ac:spMk id="33" creationId="{00000000-0000-0000-0000-000000000000}"/>
          </ac:spMkLst>
        </pc:spChg>
        <pc:spChg chg="mod">
          <ac:chgData name="Panda, Debasis" userId="a9013a88-cb44-4d50-b56f-51e70fec9000" providerId="ADAL" clId="{DFDEB992-6ABE-4BA2-928D-36E3C5D370CF}" dt="2026-10-12T12:36:40.255" v="3036" actId="20577"/>
          <ac:spMkLst>
            <pc:docMk/>
            <pc:sldMk cId="0" sldId="2145704203"/>
            <ac:spMk id="34" creationId="{00000000-0000-0000-0000-000000000000}"/>
          </ac:spMkLst>
        </pc:spChg>
        <pc:picChg chg="add del">
          <ac:chgData name="Panda, Debasis" userId="a9013a88-cb44-4d50-b56f-51e70fec9000" providerId="ADAL" clId="{DFDEB992-6ABE-4BA2-928D-36E3C5D370CF}" dt="2026-10-13T03:07:09.864" v="4217" actId="478"/>
          <ac:picMkLst>
            <pc:docMk/>
            <pc:sldMk cId="0" sldId="2145704203"/>
            <ac:picMk id="4" creationId="{CBDAE09B-9BD2-699D-F3EF-666B7B5FF9EA}"/>
          </ac:picMkLst>
        </pc:picChg>
      </pc:sldChg>
      <pc:sldChg chg="addSp delSp modSp mod">
        <pc:chgData name="Panda, Debasis" userId="a9013a88-cb44-4d50-b56f-51e70fec9000" providerId="ADAL" clId="{DFDEB992-6ABE-4BA2-928D-36E3C5D370CF}" dt="2026-10-13T03:07:15.864" v="4218" actId="478"/>
        <pc:sldMkLst>
          <pc:docMk/>
          <pc:sldMk cId="0" sldId="2145704204"/>
        </pc:sldMkLst>
        <pc:spChg chg="mod">
          <ac:chgData name="Panda, Debasis" userId="a9013a88-cb44-4d50-b56f-51e70fec9000" providerId="ADAL" clId="{DFDEB992-6ABE-4BA2-928D-36E3C5D370CF}" dt="2026-10-12T13:01:12.640" v="3125" actId="26606"/>
          <ac:spMkLst>
            <pc:docMk/>
            <pc:sldMk cId="0" sldId="2145704204"/>
            <ac:spMk id="9" creationId="{00000000-0000-0000-0000-000000000000}"/>
          </ac:spMkLst>
        </pc:spChg>
        <pc:spChg chg="mod">
          <ac:chgData name="Panda, Debasis" userId="a9013a88-cb44-4d50-b56f-51e70fec9000" providerId="ADAL" clId="{DFDEB992-6ABE-4BA2-928D-36E3C5D370CF}" dt="2026-10-12T18:34:26.449" v="4173" actId="207"/>
          <ac:spMkLst>
            <pc:docMk/>
            <pc:sldMk cId="0" sldId="2145704204"/>
            <ac:spMk id="14" creationId="{00000000-0000-0000-0000-000000000000}"/>
          </ac:spMkLst>
        </pc:spChg>
        <pc:spChg chg="mod">
          <ac:chgData name="Panda, Debasis" userId="a9013a88-cb44-4d50-b56f-51e70fec9000" providerId="ADAL" clId="{DFDEB992-6ABE-4BA2-928D-36E3C5D370CF}" dt="2026-10-08T12:30:16.447" v="1263" actId="20577"/>
          <ac:spMkLst>
            <pc:docMk/>
            <pc:sldMk cId="0" sldId="2145704204"/>
            <ac:spMk id="15" creationId="{00000000-0000-0000-0000-000000000000}"/>
          </ac:spMkLst>
        </pc:spChg>
        <pc:spChg chg="mod">
          <ac:chgData name="Panda, Debasis" userId="a9013a88-cb44-4d50-b56f-51e70fec9000" providerId="ADAL" clId="{DFDEB992-6ABE-4BA2-928D-36E3C5D370CF}" dt="2026-10-12T12:34:52.674" v="3022" actId="20577"/>
          <ac:spMkLst>
            <pc:docMk/>
            <pc:sldMk cId="0" sldId="2145704204"/>
            <ac:spMk id="16" creationId="{00000000-0000-0000-0000-000000000000}"/>
          </ac:spMkLst>
        </pc:spChg>
        <pc:spChg chg="mod">
          <ac:chgData name="Panda, Debasis" userId="a9013a88-cb44-4d50-b56f-51e70fec9000" providerId="ADAL" clId="{DFDEB992-6ABE-4BA2-928D-36E3C5D370CF}" dt="2026-10-12T14:46:31.600" v="3238"/>
          <ac:spMkLst>
            <pc:docMk/>
            <pc:sldMk cId="0" sldId="2145704204"/>
            <ac:spMk id="17" creationId="{00000000-0000-0000-0000-000000000000}"/>
          </ac:spMkLst>
        </pc:spChg>
        <pc:spChg chg="mod">
          <ac:chgData name="Panda, Debasis" userId="a9013a88-cb44-4d50-b56f-51e70fec9000" providerId="ADAL" clId="{DFDEB992-6ABE-4BA2-928D-36E3C5D370CF}" dt="2026-10-12T18:28:56.099" v="4145" actId="207"/>
          <ac:spMkLst>
            <pc:docMk/>
            <pc:sldMk cId="0" sldId="2145704204"/>
            <ac:spMk id="20" creationId="{00000000-0000-0000-0000-000000000000}"/>
          </ac:spMkLst>
        </pc:spChg>
        <pc:spChg chg="mod">
          <ac:chgData name="Panda, Debasis" userId="a9013a88-cb44-4d50-b56f-51e70fec9000" providerId="ADAL" clId="{DFDEB992-6ABE-4BA2-928D-36E3C5D370CF}" dt="2026-10-12T12:36:53.588" v="3050" actId="20577"/>
          <ac:spMkLst>
            <pc:docMk/>
            <pc:sldMk cId="0" sldId="2145704204"/>
            <ac:spMk id="27" creationId="{00000000-0000-0000-0000-000000000000}"/>
          </ac:spMkLst>
        </pc:spChg>
        <pc:graphicFrameChg chg="add mod">
          <ac:chgData name="Panda, Debasis" userId="a9013a88-cb44-4d50-b56f-51e70fec9000" providerId="ADAL" clId="{DFDEB992-6ABE-4BA2-928D-36E3C5D370CF}" dt="2026-10-12T17:21:27.009" v="3986" actId="26606"/>
          <ac:graphicFrameMkLst>
            <pc:docMk/>
            <pc:sldMk cId="0" sldId="2145704204"/>
            <ac:graphicFrameMk id="11" creationId="{00000000-0000-0000-0000-000000000000}"/>
          </ac:graphicFrameMkLst>
        </pc:graphicFrameChg>
        <pc:graphicFrameChg chg="add mod">
          <ac:chgData name="Panda, Debasis" userId="a9013a88-cb44-4d50-b56f-51e70fec9000" providerId="ADAL" clId="{DFDEB992-6ABE-4BA2-928D-36E3C5D370CF}" dt="2026-10-12T17:21:27.009" v="3986" actId="26606"/>
          <ac:graphicFrameMkLst>
            <pc:docMk/>
            <pc:sldMk cId="0" sldId="2145704204"/>
            <ac:graphicFrameMk id="19" creationId="{00000000-0000-0000-0000-000000000000}"/>
          </ac:graphicFrameMkLst>
        </pc:graphicFrameChg>
        <pc:picChg chg="add del">
          <ac:chgData name="Panda, Debasis" userId="a9013a88-cb44-4d50-b56f-51e70fec9000" providerId="ADAL" clId="{DFDEB992-6ABE-4BA2-928D-36E3C5D370CF}" dt="2026-10-13T03:07:15.864" v="4218" actId="478"/>
          <ac:picMkLst>
            <pc:docMk/>
            <pc:sldMk cId="0" sldId="2145704204"/>
            <ac:picMk id="10" creationId="{0ACE90D6-FE33-648D-E8E7-F0A9833DA5BD}"/>
          </ac:picMkLst>
        </pc:picChg>
      </pc:sldChg>
      <pc:sldChg chg="addSp delSp modSp mod">
        <pc:chgData name="Panda, Debasis" userId="a9013a88-cb44-4d50-b56f-51e70fec9000" providerId="ADAL" clId="{DFDEB992-6ABE-4BA2-928D-36E3C5D370CF}" dt="2026-10-13T03:07:19.345" v="4219" actId="478"/>
        <pc:sldMkLst>
          <pc:docMk/>
          <pc:sldMk cId="0" sldId="2145704205"/>
        </pc:sldMkLst>
        <pc:spChg chg="mod">
          <ac:chgData name="Panda, Debasis" userId="a9013a88-cb44-4d50-b56f-51e70fec9000" providerId="ADAL" clId="{DFDEB992-6ABE-4BA2-928D-36E3C5D370CF}" dt="2026-10-12T13:01:12.640" v="3125" actId="26606"/>
          <ac:spMkLst>
            <pc:docMk/>
            <pc:sldMk cId="0" sldId="2145704205"/>
            <ac:spMk id="2" creationId="{00000000-0000-0000-0000-000000000000}"/>
          </ac:spMkLst>
        </pc:spChg>
        <pc:spChg chg="mod">
          <ac:chgData name="Panda, Debasis" userId="a9013a88-cb44-4d50-b56f-51e70fec9000" providerId="ADAL" clId="{DFDEB992-6ABE-4BA2-928D-36E3C5D370CF}" dt="2026-10-12T13:01:12.640" v="3125" actId="26606"/>
          <ac:spMkLst>
            <pc:docMk/>
            <pc:sldMk cId="0" sldId="2145704205"/>
            <ac:spMk id="7" creationId="{00000000-0000-0000-0000-000000000000}"/>
          </ac:spMkLst>
        </pc:spChg>
        <pc:spChg chg="mod">
          <ac:chgData name="Panda, Debasis" userId="a9013a88-cb44-4d50-b56f-51e70fec9000" providerId="ADAL" clId="{DFDEB992-6ABE-4BA2-928D-36E3C5D370CF}" dt="2026-10-12T18:12:54.935" v="4094" actId="207"/>
          <ac:spMkLst>
            <pc:docMk/>
            <pc:sldMk cId="0" sldId="2145704205"/>
            <ac:spMk id="9" creationId="{00000000-0000-0000-0000-000000000000}"/>
          </ac:spMkLst>
        </pc:spChg>
        <pc:spChg chg="mod">
          <ac:chgData name="Panda, Debasis" userId="a9013a88-cb44-4d50-b56f-51e70fec9000" providerId="ADAL" clId="{DFDEB992-6ABE-4BA2-928D-36E3C5D370CF}" dt="2026-10-12T13:01:12.640" v="3125" actId="26606"/>
          <ac:spMkLst>
            <pc:docMk/>
            <pc:sldMk cId="0" sldId="2145704205"/>
            <ac:spMk id="11" creationId="{00000000-0000-0000-0000-000000000000}"/>
          </ac:spMkLst>
        </pc:spChg>
        <pc:spChg chg="mod">
          <ac:chgData name="Panda, Debasis" userId="a9013a88-cb44-4d50-b56f-51e70fec9000" providerId="ADAL" clId="{DFDEB992-6ABE-4BA2-928D-36E3C5D370CF}" dt="2026-10-12T18:13:57.981" v="4099" actId="207"/>
          <ac:spMkLst>
            <pc:docMk/>
            <pc:sldMk cId="0" sldId="2145704205"/>
            <ac:spMk id="13" creationId="{00000000-0000-0000-0000-000000000000}"/>
          </ac:spMkLst>
        </pc:spChg>
        <pc:spChg chg="mod">
          <ac:chgData name="Panda, Debasis" userId="a9013a88-cb44-4d50-b56f-51e70fec9000" providerId="ADAL" clId="{DFDEB992-6ABE-4BA2-928D-36E3C5D370CF}" dt="2026-10-08T12:31:22.026" v="1279" actId="20577"/>
          <ac:spMkLst>
            <pc:docMk/>
            <pc:sldMk cId="0" sldId="2145704205"/>
            <ac:spMk id="15" creationId="{00000000-0000-0000-0000-000000000000}"/>
          </ac:spMkLst>
        </pc:spChg>
        <pc:spChg chg="add del mod">
          <ac:chgData name="Panda, Debasis" userId="a9013a88-cb44-4d50-b56f-51e70fec9000" providerId="ADAL" clId="{DFDEB992-6ABE-4BA2-928D-36E3C5D370CF}" dt="2026-10-12T18:19:25.744" v="4109" actId="108"/>
          <ac:spMkLst>
            <pc:docMk/>
            <pc:sldMk cId="0" sldId="2145704205"/>
            <ac:spMk id="16" creationId="{00000000-0000-0000-0000-000000000000}"/>
          </ac:spMkLst>
        </pc:spChg>
        <pc:spChg chg="mod">
          <ac:chgData name="Panda, Debasis" userId="a9013a88-cb44-4d50-b56f-51e70fec9000" providerId="ADAL" clId="{DFDEB992-6ABE-4BA2-928D-36E3C5D370CF}" dt="2026-10-12T18:22:14.190" v="4121" actId="207"/>
          <ac:spMkLst>
            <pc:docMk/>
            <pc:sldMk cId="0" sldId="2145704205"/>
            <ac:spMk id="17" creationId="{00000000-0000-0000-0000-000000000000}"/>
          </ac:spMkLst>
        </pc:spChg>
        <pc:spChg chg="mod">
          <ac:chgData name="Panda, Debasis" userId="a9013a88-cb44-4d50-b56f-51e70fec9000" providerId="ADAL" clId="{DFDEB992-6ABE-4BA2-928D-36E3C5D370CF}" dt="2026-10-12T18:28:25.886" v="4143" actId="207"/>
          <ac:spMkLst>
            <pc:docMk/>
            <pc:sldMk cId="0" sldId="2145704205"/>
            <ac:spMk id="18" creationId="{00000000-0000-0000-0000-000000000000}"/>
          </ac:spMkLst>
        </pc:spChg>
        <pc:spChg chg="mod">
          <ac:chgData name="Panda, Debasis" userId="a9013a88-cb44-4d50-b56f-51e70fec9000" providerId="ADAL" clId="{DFDEB992-6ABE-4BA2-928D-36E3C5D370CF}" dt="2026-10-12T13:01:12.640" v="3125" actId="26606"/>
          <ac:spMkLst>
            <pc:docMk/>
            <pc:sldMk cId="0" sldId="2145704205"/>
            <ac:spMk id="19" creationId="{00000000-0000-0000-0000-000000000000}"/>
          </ac:spMkLst>
        </pc:spChg>
        <pc:spChg chg="mod">
          <ac:chgData name="Panda, Debasis" userId="a9013a88-cb44-4d50-b56f-51e70fec9000" providerId="ADAL" clId="{DFDEB992-6ABE-4BA2-928D-36E3C5D370CF}" dt="2026-10-08T13:00:04.697" v="1527" actId="14100"/>
          <ac:spMkLst>
            <pc:docMk/>
            <pc:sldMk cId="0" sldId="2145704205"/>
            <ac:spMk id="20" creationId="{00000000-0000-0000-0000-000000000000}"/>
          </ac:spMkLst>
        </pc:spChg>
        <pc:spChg chg="mod">
          <ac:chgData name="Panda, Debasis" userId="a9013a88-cb44-4d50-b56f-51e70fec9000" providerId="ADAL" clId="{DFDEB992-6ABE-4BA2-928D-36E3C5D370CF}" dt="2026-10-12T13:01:12.640" v="3125" actId="26606"/>
          <ac:spMkLst>
            <pc:docMk/>
            <pc:sldMk cId="0" sldId="2145704205"/>
            <ac:spMk id="22" creationId="{00000000-0000-0000-0000-000000000000}"/>
          </ac:spMkLst>
        </pc:spChg>
        <pc:spChg chg="mod">
          <ac:chgData name="Panda, Debasis" userId="a9013a88-cb44-4d50-b56f-51e70fec9000" providerId="ADAL" clId="{DFDEB992-6ABE-4BA2-928D-36E3C5D370CF}" dt="2026-10-12T18:20:11" v="4115" actId="108"/>
          <ac:spMkLst>
            <pc:docMk/>
            <pc:sldMk cId="0" sldId="2145704205"/>
            <ac:spMk id="23" creationId="{00000000-0000-0000-0000-000000000000}"/>
          </ac:spMkLst>
        </pc:spChg>
        <pc:spChg chg="mod">
          <ac:chgData name="Panda, Debasis" userId="a9013a88-cb44-4d50-b56f-51e70fec9000" providerId="ADAL" clId="{DFDEB992-6ABE-4BA2-928D-36E3C5D370CF}" dt="2026-10-12T18:20:02.684" v="4114" actId="108"/>
          <ac:spMkLst>
            <pc:docMk/>
            <pc:sldMk cId="0" sldId="2145704205"/>
            <ac:spMk id="24" creationId="{00000000-0000-0000-0000-000000000000}"/>
          </ac:spMkLst>
        </pc:spChg>
        <pc:spChg chg="mod">
          <ac:chgData name="Panda, Debasis" userId="a9013a88-cb44-4d50-b56f-51e70fec9000" providerId="ADAL" clId="{DFDEB992-6ABE-4BA2-928D-36E3C5D370CF}" dt="2026-10-12T18:28:34.414" v="4144" actId="207"/>
          <ac:spMkLst>
            <pc:docMk/>
            <pc:sldMk cId="0" sldId="2145704205"/>
            <ac:spMk id="25" creationId="{00000000-0000-0000-0000-000000000000}"/>
          </ac:spMkLst>
        </pc:spChg>
        <pc:spChg chg="mod">
          <ac:chgData name="Panda, Debasis" userId="a9013a88-cb44-4d50-b56f-51e70fec9000" providerId="ADAL" clId="{DFDEB992-6ABE-4BA2-928D-36E3C5D370CF}" dt="2026-10-08T13:00:13.704" v="1529" actId="14100"/>
          <ac:spMkLst>
            <pc:docMk/>
            <pc:sldMk cId="0" sldId="2145704205"/>
            <ac:spMk id="27" creationId="{00000000-0000-0000-0000-000000000000}"/>
          </ac:spMkLst>
        </pc:spChg>
        <pc:spChg chg="mod">
          <ac:chgData name="Panda, Debasis" userId="a9013a88-cb44-4d50-b56f-51e70fec9000" providerId="ADAL" clId="{DFDEB992-6ABE-4BA2-928D-36E3C5D370CF}" dt="2026-10-08T12:31:09.654" v="1273" actId="20577"/>
          <ac:spMkLst>
            <pc:docMk/>
            <pc:sldMk cId="0" sldId="2145704205"/>
            <ac:spMk id="29" creationId="{00000000-0000-0000-0000-000000000000}"/>
          </ac:spMkLst>
        </pc:spChg>
        <pc:picChg chg="add del">
          <ac:chgData name="Panda, Debasis" userId="a9013a88-cb44-4d50-b56f-51e70fec9000" providerId="ADAL" clId="{DFDEB992-6ABE-4BA2-928D-36E3C5D370CF}" dt="2026-10-13T03:07:19.345" v="4219" actId="478"/>
          <ac:picMkLst>
            <pc:docMk/>
            <pc:sldMk cId="0" sldId="2145704205"/>
            <ac:picMk id="4" creationId="{262A8A49-53ED-0324-095D-7ED5F997F66E}"/>
          </ac:picMkLst>
        </pc:picChg>
      </pc:sldChg>
      <pc:sldChg chg="addSp delSp modSp mod">
        <pc:chgData name="Panda, Debasis" userId="a9013a88-cb44-4d50-b56f-51e70fec9000" providerId="ADAL" clId="{DFDEB992-6ABE-4BA2-928D-36E3C5D370CF}" dt="2026-10-13T03:07:24.091" v="4220" actId="478"/>
        <pc:sldMkLst>
          <pc:docMk/>
          <pc:sldMk cId="0" sldId="2145704206"/>
        </pc:sldMkLst>
        <pc:spChg chg="mod">
          <ac:chgData name="Panda, Debasis" userId="a9013a88-cb44-4d50-b56f-51e70fec9000" providerId="ADAL" clId="{DFDEB992-6ABE-4BA2-928D-36E3C5D370CF}" dt="2026-10-12T13:01:12.640" v="3125" actId="26606"/>
          <ac:spMkLst>
            <pc:docMk/>
            <pc:sldMk cId="0" sldId="2145704206"/>
            <ac:spMk id="2" creationId="{00000000-0000-0000-0000-000000000000}"/>
          </ac:spMkLst>
        </pc:spChg>
        <pc:spChg chg="mod">
          <ac:chgData name="Panda, Debasis" userId="a9013a88-cb44-4d50-b56f-51e70fec9000" providerId="ADAL" clId="{DFDEB992-6ABE-4BA2-928D-36E3C5D370CF}" dt="2026-10-12T13:01:12.640" v="3125" actId="26606"/>
          <ac:spMkLst>
            <pc:docMk/>
            <pc:sldMk cId="0" sldId="2145704206"/>
            <ac:spMk id="9" creationId="{00000000-0000-0000-0000-000000000000}"/>
          </ac:spMkLst>
        </pc:spChg>
        <pc:spChg chg="mod">
          <ac:chgData name="Panda, Debasis" userId="a9013a88-cb44-4d50-b56f-51e70fec9000" providerId="ADAL" clId="{DFDEB992-6ABE-4BA2-928D-36E3C5D370CF}" dt="2026-10-08T12:31:39.523" v="1281" actId="20577"/>
          <ac:spMkLst>
            <pc:docMk/>
            <pc:sldMk cId="0" sldId="2145704206"/>
            <ac:spMk id="15" creationId="{00000000-0000-0000-0000-000000000000}"/>
          </ac:spMkLst>
        </pc:spChg>
        <pc:spChg chg="mod">
          <ac:chgData name="Panda, Debasis" userId="a9013a88-cb44-4d50-b56f-51e70fec9000" providerId="ADAL" clId="{DFDEB992-6ABE-4BA2-928D-36E3C5D370CF}" dt="2026-10-12T18:29:50.998" v="4148" actId="207"/>
          <ac:spMkLst>
            <pc:docMk/>
            <pc:sldMk cId="0" sldId="2145704206"/>
            <ac:spMk id="17" creationId="{00000000-0000-0000-0000-000000000000}"/>
          </ac:spMkLst>
        </pc:spChg>
        <pc:spChg chg="mod">
          <ac:chgData name="Panda, Debasis" userId="a9013a88-cb44-4d50-b56f-51e70fec9000" providerId="ADAL" clId="{DFDEB992-6ABE-4BA2-928D-36E3C5D370CF}" dt="2026-10-12T18:29:25.697" v="4147" actId="207"/>
          <ac:spMkLst>
            <pc:docMk/>
            <pc:sldMk cId="0" sldId="2145704206"/>
            <ac:spMk id="21" creationId="{00000000-0000-0000-0000-000000000000}"/>
          </ac:spMkLst>
        </pc:spChg>
        <pc:spChg chg="mod">
          <ac:chgData name="Panda, Debasis" userId="a9013a88-cb44-4d50-b56f-51e70fec9000" providerId="ADAL" clId="{DFDEB992-6ABE-4BA2-928D-36E3C5D370CF}" dt="2026-10-08T14:35:44.457" v="1745" actId="108"/>
          <ac:spMkLst>
            <pc:docMk/>
            <pc:sldMk cId="0" sldId="2145704206"/>
            <ac:spMk id="24" creationId="{00000000-0000-0000-0000-000000000000}"/>
          </ac:spMkLst>
        </pc:spChg>
        <pc:graphicFrameChg chg="add mod">
          <ac:chgData name="Panda, Debasis" userId="a9013a88-cb44-4d50-b56f-51e70fec9000" providerId="ADAL" clId="{DFDEB992-6ABE-4BA2-928D-36E3C5D370CF}" dt="2026-10-12T17:21:27.009" v="3986" actId="26606"/>
          <ac:graphicFrameMkLst>
            <pc:docMk/>
            <pc:sldMk cId="0" sldId="2145704206"/>
            <ac:graphicFrameMk id="11" creationId="{00000000-0000-0000-0000-000000000000}"/>
          </ac:graphicFrameMkLst>
        </pc:graphicFrameChg>
        <pc:picChg chg="add del">
          <ac:chgData name="Panda, Debasis" userId="a9013a88-cb44-4d50-b56f-51e70fec9000" providerId="ADAL" clId="{DFDEB992-6ABE-4BA2-928D-36E3C5D370CF}" dt="2026-10-13T03:07:24.091" v="4220" actId="478"/>
          <ac:picMkLst>
            <pc:docMk/>
            <pc:sldMk cId="0" sldId="2145704206"/>
            <ac:picMk id="10" creationId="{439602E1-36CB-E929-3754-4F9B48C425BB}"/>
          </ac:picMkLst>
        </pc:picChg>
      </pc:sldChg>
      <pc:sldChg chg="addSp delSp modSp mod">
        <pc:chgData name="Panda, Debasis" userId="a9013a88-cb44-4d50-b56f-51e70fec9000" providerId="ADAL" clId="{DFDEB992-6ABE-4BA2-928D-36E3C5D370CF}" dt="2026-10-13T07:30:15.483" v="4256" actId="20577"/>
        <pc:sldMkLst>
          <pc:docMk/>
          <pc:sldMk cId="0" sldId="2145704207"/>
        </pc:sldMkLst>
        <pc:spChg chg="mod">
          <ac:chgData name="Panda, Debasis" userId="a9013a88-cb44-4d50-b56f-51e70fec9000" providerId="ADAL" clId="{DFDEB992-6ABE-4BA2-928D-36E3C5D370CF}" dt="2026-10-12T14:46:31.600" v="3238"/>
          <ac:spMkLst>
            <pc:docMk/>
            <pc:sldMk cId="0" sldId="2145704207"/>
            <ac:spMk id="8" creationId="{00000000-0000-0000-0000-000000000000}"/>
          </ac:spMkLst>
        </pc:spChg>
        <pc:spChg chg="mod">
          <ac:chgData name="Panda, Debasis" userId="a9013a88-cb44-4d50-b56f-51e70fec9000" providerId="ADAL" clId="{DFDEB992-6ABE-4BA2-928D-36E3C5D370CF}" dt="2026-10-12T18:13:07.022" v="4095" actId="207"/>
          <ac:spMkLst>
            <pc:docMk/>
            <pc:sldMk cId="0" sldId="2145704207"/>
            <ac:spMk id="9" creationId="{00000000-0000-0000-0000-000000000000}"/>
          </ac:spMkLst>
        </pc:spChg>
        <pc:spChg chg="mod">
          <ac:chgData name="Panda, Debasis" userId="a9013a88-cb44-4d50-b56f-51e70fec9000" providerId="ADAL" clId="{DFDEB992-6ABE-4BA2-928D-36E3C5D370CF}" dt="2026-10-12T18:14:13.505" v="4100" actId="207"/>
          <ac:spMkLst>
            <pc:docMk/>
            <pc:sldMk cId="0" sldId="2145704207"/>
            <ac:spMk id="13" creationId="{00000000-0000-0000-0000-000000000000}"/>
          </ac:spMkLst>
        </pc:spChg>
        <pc:spChg chg="mod">
          <ac:chgData name="Panda, Debasis" userId="a9013a88-cb44-4d50-b56f-51e70fec9000" providerId="ADAL" clId="{DFDEB992-6ABE-4BA2-928D-36E3C5D370CF}" dt="2026-10-08T12:43:26.214" v="1487" actId="20577"/>
          <ac:spMkLst>
            <pc:docMk/>
            <pc:sldMk cId="0" sldId="2145704207"/>
            <ac:spMk id="15" creationId="{00000000-0000-0000-0000-000000000000}"/>
          </ac:spMkLst>
        </pc:spChg>
        <pc:spChg chg="mod">
          <ac:chgData name="Panda, Debasis" userId="a9013a88-cb44-4d50-b56f-51e70fec9000" providerId="ADAL" clId="{DFDEB992-6ABE-4BA2-928D-36E3C5D370CF}" dt="2026-10-12T18:20:35.157" v="4116" actId="108"/>
          <ac:spMkLst>
            <pc:docMk/>
            <pc:sldMk cId="0" sldId="2145704207"/>
            <ac:spMk id="16" creationId="{00000000-0000-0000-0000-000000000000}"/>
          </ac:spMkLst>
        </pc:spChg>
        <pc:spChg chg="mod">
          <ac:chgData name="Panda, Debasis" userId="a9013a88-cb44-4d50-b56f-51e70fec9000" providerId="ADAL" clId="{DFDEB992-6ABE-4BA2-928D-36E3C5D370CF}" dt="2026-10-12T18:22:28.298" v="4122" actId="207"/>
          <ac:spMkLst>
            <pc:docMk/>
            <pc:sldMk cId="0" sldId="2145704207"/>
            <ac:spMk id="17" creationId="{00000000-0000-0000-0000-000000000000}"/>
          </ac:spMkLst>
        </pc:spChg>
        <pc:spChg chg="mod">
          <ac:chgData name="Panda, Debasis" userId="a9013a88-cb44-4d50-b56f-51e70fec9000" providerId="ADAL" clId="{DFDEB992-6ABE-4BA2-928D-36E3C5D370CF}" dt="2026-10-12T18:30:00.234" v="4149" actId="207"/>
          <ac:spMkLst>
            <pc:docMk/>
            <pc:sldMk cId="0" sldId="2145704207"/>
            <ac:spMk id="18" creationId="{00000000-0000-0000-0000-000000000000}"/>
          </ac:spMkLst>
        </pc:spChg>
        <pc:spChg chg="mod">
          <ac:chgData name="Panda, Debasis" userId="a9013a88-cb44-4d50-b56f-51e70fec9000" providerId="ADAL" clId="{DFDEB992-6ABE-4BA2-928D-36E3C5D370CF}" dt="2026-10-12T14:46:31.600" v="3238"/>
          <ac:spMkLst>
            <pc:docMk/>
            <pc:sldMk cId="0" sldId="2145704207"/>
            <ac:spMk id="19" creationId="{00000000-0000-0000-0000-000000000000}"/>
          </ac:spMkLst>
        </pc:spChg>
        <pc:spChg chg="mod">
          <ac:chgData name="Panda, Debasis" userId="a9013a88-cb44-4d50-b56f-51e70fec9000" providerId="ADAL" clId="{DFDEB992-6ABE-4BA2-928D-36E3C5D370CF}" dt="2026-10-08T13:00:28.786" v="1531" actId="14100"/>
          <ac:spMkLst>
            <pc:docMk/>
            <pc:sldMk cId="0" sldId="2145704207"/>
            <ac:spMk id="20" creationId="{00000000-0000-0000-0000-000000000000}"/>
          </ac:spMkLst>
        </pc:spChg>
        <pc:spChg chg="mod">
          <ac:chgData name="Panda, Debasis" userId="a9013a88-cb44-4d50-b56f-51e70fec9000" providerId="ADAL" clId="{DFDEB992-6ABE-4BA2-928D-36E3C5D370CF}" dt="2026-10-12T18:20:49.650" v="4119" actId="108"/>
          <ac:spMkLst>
            <pc:docMk/>
            <pc:sldMk cId="0" sldId="2145704207"/>
            <ac:spMk id="23" creationId="{00000000-0000-0000-0000-000000000000}"/>
          </ac:spMkLst>
        </pc:spChg>
        <pc:spChg chg="mod">
          <ac:chgData name="Panda, Debasis" userId="a9013a88-cb44-4d50-b56f-51e70fec9000" providerId="ADAL" clId="{DFDEB992-6ABE-4BA2-928D-36E3C5D370CF}" dt="2026-10-12T18:22:44.461" v="4123" actId="207"/>
          <ac:spMkLst>
            <pc:docMk/>
            <pc:sldMk cId="0" sldId="2145704207"/>
            <ac:spMk id="24" creationId="{00000000-0000-0000-0000-000000000000}"/>
          </ac:spMkLst>
        </pc:spChg>
        <pc:spChg chg="mod">
          <ac:chgData name="Panda, Debasis" userId="a9013a88-cb44-4d50-b56f-51e70fec9000" providerId="ADAL" clId="{DFDEB992-6ABE-4BA2-928D-36E3C5D370CF}" dt="2026-10-12T18:30:09.039" v="4150" actId="207"/>
          <ac:spMkLst>
            <pc:docMk/>
            <pc:sldMk cId="0" sldId="2145704207"/>
            <ac:spMk id="25" creationId="{00000000-0000-0000-0000-000000000000}"/>
          </ac:spMkLst>
        </pc:spChg>
        <pc:spChg chg="mod">
          <ac:chgData name="Panda, Debasis" userId="a9013a88-cb44-4d50-b56f-51e70fec9000" providerId="ADAL" clId="{DFDEB992-6ABE-4BA2-928D-36E3C5D370CF}" dt="2026-10-08T13:00:37.112" v="1533" actId="14100"/>
          <ac:spMkLst>
            <pc:docMk/>
            <pc:sldMk cId="0" sldId="2145704207"/>
            <ac:spMk id="27" creationId="{00000000-0000-0000-0000-000000000000}"/>
          </ac:spMkLst>
        </pc:spChg>
        <pc:spChg chg="mod">
          <ac:chgData name="Panda, Debasis" userId="a9013a88-cb44-4d50-b56f-51e70fec9000" providerId="ADAL" clId="{DFDEB992-6ABE-4BA2-928D-36E3C5D370CF}" dt="2026-10-12T18:30:19.433" v="4151" actId="207"/>
          <ac:spMkLst>
            <pc:docMk/>
            <pc:sldMk cId="0" sldId="2145704207"/>
            <ac:spMk id="30" creationId="{00000000-0000-0000-0000-000000000000}"/>
          </ac:spMkLst>
        </pc:spChg>
        <pc:spChg chg="mod">
          <ac:chgData name="Panda, Debasis" userId="a9013a88-cb44-4d50-b56f-51e70fec9000" providerId="ADAL" clId="{DFDEB992-6ABE-4BA2-928D-36E3C5D370CF}" dt="2026-10-08T13:00:47.218" v="1535" actId="14100"/>
          <ac:spMkLst>
            <pc:docMk/>
            <pc:sldMk cId="0" sldId="2145704207"/>
            <ac:spMk id="32" creationId="{00000000-0000-0000-0000-000000000000}"/>
          </ac:spMkLst>
        </pc:spChg>
        <pc:spChg chg="mod">
          <ac:chgData name="Panda, Debasis" userId="a9013a88-cb44-4d50-b56f-51e70fec9000" providerId="ADAL" clId="{DFDEB992-6ABE-4BA2-928D-36E3C5D370CF}" dt="2026-10-13T07:30:15.483" v="4256" actId="20577"/>
          <ac:spMkLst>
            <pc:docMk/>
            <pc:sldMk cId="0" sldId="2145704207"/>
            <ac:spMk id="33" creationId="{00000000-0000-0000-0000-000000000000}"/>
          </ac:spMkLst>
        </pc:spChg>
        <pc:spChg chg="mod">
          <ac:chgData name="Panda, Debasis" userId="a9013a88-cb44-4d50-b56f-51e70fec9000" providerId="ADAL" clId="{DFDEB992-6ABE-4BA2-928D-36E3C5D370CF}" dt="2026-10-12T12:48:39.706" v="3121" actId="20577"/>
          <ac:spMkLst>
            <pc:docMk/>
            <pc:sldMk cId="0" sldId="2145704207"/>
            <ac:spMk id="34" creationId="{00000000-0000-0000-0000-000000000000}"/>
          </ac:spMkLst>
        </pc:spChg>
        <pc:spChg chg="add mod">
          <ac:chgData name="Panda, Debasis" userId="a9013a88-cb44-4d50-b56f-51e70fec9000" providerId="ADAL" clId="{DFDEB992-6ABE-4BA2-928D-36E3C5D370CF}" dt="2026-10-12T11:36:30.683" v="2120" actId="20577"/>
          <ac:spMkLst>
            <pc:docMk/>
            <pc:sldMk cId="0" sldId="2145704207"/>
            <ac:spMk id="35" creationId="{0E62329D-F0C1-2249-4580-5BCBD5EB6492}"/>
          </ac:spMkLst>
        </pc:spChg>
        <pc:picChg chg="add del">
          <ac:chgData name="Panda, Debasis" userId="a9013a88-cb44-4d50-b56f-51e70fec9000" providerId="ADAL" clId="{DFDEB992-6ABE-4BA2-928D-36E3C5D370CF}" dt="2026-10-13T03:07:29.583" v="4221" actId="478"/>
          <ac:picMkLst>
            <pc:docMk/>
            <pc:sldMk cId="0" sldId="2145704207"/>
            <ac:picMk id="4" creationId="{D5629F42-84AB-F3B4-EDE9-B73FAD449CBE}"/>
          </ac:picMkLst>
        </pc:picChg>
      </pc:sldChg>
      <pc:sldChg chg="addSp delSp modSp mod">
        <pc:chgData name="Panda, Debasis" userId="a9013a88-cb44-4d50-b56f-51e70fec9000" providerId="ADAL" clId="{DFDEB992-6ABE-4BA2-928D-36E3C5D370CF}" dt="2026-10-13T03:07:33.417" v="4222" actId="478"/>
        <pc:sldMkLst>
          <pc:docMk/>
          <pc:sldMk cId="0" sldId="2145704208"/>
        </pc:sldMkLst>
        <pc:spChg chg="mod">
          <ac:chgData name="Panda, Debasis" userId="a9013a88-cb44-4d50-b56f-51e70fec9000" providerId="ADAL" clId="{DFDEB992-6ABE-4BA2-928D-36E3C5D370CF}" dt="2026-10-13T02:12:36.341" v="4207" actId="108"/>
          <ac:spMkLst>
            <pc:docMk/>
            <pc:sldMk cId="0" sldId="2145704208"/>
            <ac:spMk id="8" creationId="{00000000-0000-0000-0000-000000000000}"/>
          </ac:spMkLst>
        </pc:spChg>
        <pc:spChg chg="mod">
          <ac:chgData name="Panda, Debasis" userId="a9013a88-cb44-4d50-b56f-51e70fec9000" providerId="ADAL" clId="{DFDEB992-6ABE-4BA2-928D-36E3C5D370CF}" dt="2026-10-12T14:47:06.498" v="3239"/>
          <ac:spMkLst>
            <pc:docMk/>
            <pc:sldMk cId="0" sldId="2145704208"/>
            <ac:spMk id="9" creationId="{00000000-0000-0000-0000-000000000000}"/>
          </ac:spMkLst>
        </pc:spChg>
        <pc:spChg chg="mod">
          <ac:chgData name="Panda, Debasis" userId="a9013a88-cb44-4d50-b56f-51e70fec9000" providerId="ADAL" clId="{DFDEB992-6ABE-4BA2-928D-36E3C5D370CF}" dt="2026-10-12T18:35:13.407" v="4194" actId="1036"/>
          <ac:spMkLst>
            <pc:docMk/>
            <pc:sldMk cId="0" sldId="2145704208"/>
            <ac:spMk id="15" creationId="{00000000-0000-0000-0000-000000000000}"/>
          </ac:spMkLst>
        </pc:spChg>
        <pc:spChg chg="mod">
          <ac:chgData name="Panda, Debasis" userId="a9013a88-cb44-4d50-b56f-51e70fec9000" providerId="ADAL" clId="{DFDEB992-6ABE-4BA2-928D-36E3C5D370CF}" dt="2026-10-12T18:35:03.381" v="4174" actId="207"/>
          <ac:spMkLst>
            <pc:docMk/>
            <pc:sldMk cId="0" sldId="2145704208"/>
            <ac:spMk id="17" creationId="{00000000-0000-0000-0000-000000000000}"/>
          </ac:spMkLst>
        </pc:spChg>
        <pc:spChg chg="mod">
          <ac:chgData name="Panda, Debasis" userId="a9013a88-cb44-4d50-b56f-51e70fec9000" providerId="ADAL" clId="{DFDEB992-6ABE-4BA2-928D-36E3C5D370CF}" dt="2026-10-08T12:32:36.046" v="1297" actId="20577"/>
          <ac:spMkLst>
            <pc:docMk/>
            <pc:sldMk cId="0" sldId="2145704208"/>
            <ac:spMk id="18" creationId="{00000000-0000-0000-0000-000000000000}"/>
          </ac:spMkLst>
        </pc:spChg>
        <pc:spChg chg="mod">
          <ac:chgData name="Panda, Debasis" userId="a9013a88-cb44-4d50-b56f-51e70fec9000" providerId="ADAL" clId="{DFDEB992-6ABE-4BA2-928D-36E3C5D370CF}" dt="2026-10-12T12:48:49.126" v="3123" actId="20577"/>
          <ac:spMkLst>
            <pc:docMk/>
            <pc:sldMk cId="0" sldId="2145704208"/>
            <ac:spMk id="19" creationId="{00000000-0000-0000-0000-000000000000}"/>
          </ac:spMkLst>
        </pc:spChg>
        <pc:spChg chg="mod">
          <ac:chgData name="Panda, Debasis" userId="a9013a88-cb44-4d50-b56f-51e70fec9000" providerId="ADAL" clId="{DFDEB992-6ABE-4BA2-928D-36E3C5D370CF}" dt="2026-10-12T18:30:32.348" v="4152" actId="207"/>
          <ac:spMkLst>
            <pc:docMk/>
            <pc:sldMk cId="0" sldId="2145704208"/>
            <ac:spMk id="20" creationId="{00000000-0000-0000-0000-000000000000}"/>
          </ac:spMkLst>
        </pc:spChg>
        <pc:spChg chg="mod">
          <ac:chgData name="Panda, Debasis" userId="a9013a88-cb44-4d50-b56f-51e70fec9000" providerId="ADAL" clId="{DFDEB992-6ABE-4BA2-928D-36E3C5D370CF}" dt="2026-10-12T14:46:31.600" v="3238"/>
          <ac:spMkLst>
            <pc:docMk/>
            <pc:sldMk cId="0" sldId="2145704208"/>
            <ac:spMk id="23" creationId="{00000000-0000-0000-0000-000000000000}"/>
          </ac:spMkLst>
        </pc:spChg>
        <pc:spChg chg="mod">
          <ac:chgData name="Panda, Debasis" userId="a9013a88-cb44-4d50-b56f-51e70fec9000" providerId="ADAL" clId="{DFDEB992-6ABE-4BA2-928D-36E3C5D370CF}" dt="2026-10-12T18:30:40.939" v="4153" actId="207"/>
          <ac:spMkLst>
            <pc:docMk/>
            <pc:sldMk cId="0" sldId="2145704208"/>
            <ac:spMk id="24" creationId="{00000000-0000-0000-0000-000000000000}"/>
          </ac:spMkLst>
        </pc:spChg>
        <pc:spChg chg="mod">
          <ac:chgData name="Panda, Debasis" userId="a9013a88-cb44-4d50-b56f-51e70fec9000" providerId="ADAL" clId="{DFDEB992-6ABE-4BA2-928D-36E3C5D370CF}" dt="2026-10-08T14:37:12.544" v="1746" actId="108"/>
          <ac:spMkLst>
            <pc:docMk/>
            <pc:sldMk cId="0" sldId="2145704208"/>
            <ac:spMk id="27" creationId="{00000000-0000-0000-0000-000000000000}"/>
          </ac:spMkLst>
        </pc:spChg>
        <pc:spChg chg="mod">
          <ac:chgData name="Panda, Debasis" userId="a9013a88-cb44-4d50-b56f-51e70fec9000" providerId="ADAL" clId="{DFDEB992-6ABE-4BA2-928D-36E3C5D370CF}" dt="2026-10-12T13:01:12.640" v="3125" actId="26606"/>
          <ac:spMkLst>
            <pc:docMk/>
            <pc:sldMk cId="0" sldId="2145704208"/>
            <ac:spMk id="29" creationId="{00000000-0000-0000-0000-000000000000}"/>
          </ac:spMkLst>
        </pc:spChg>
        <pc:graphicFrameChg chg="add mod">
          <ac:chgData name="Panda, Debasis" userId="a9013a88-cb44-4d50-b56f-51e70fec9000" providerId="ADAL" clId="{DFDEB992-6ABE-4BA2-928D-36E3C5D370CF}" dt="2026-10-12T17:21:27.009" v="3986" actId="26606"/>
          <ac:graphicFrameMkLst>
            <pc:docMk/>
            <pc:sldMk cId="0" sldId="2145704208"/>
            <ac:graphicFrameMk id="11" creationId="{00000000-0000-0000-0000-000000000000}"/>
          </ac:graphicFrameMkLst>
        </pc:graphicFrameChg>
        <pc:graphicFrameChg chg="add mod">
          <ac:chgData name="Panda, Debasis" userId="a9013a88-cb44-4d50-b56f-51e70fec9000" providerId="ADAL" clId="{DFDEB992-6ABE-4BA2-928D-36E3C5D370CF}" dt="2026-10-12T17:21:27.009" v="3986" actId="26606"/>
          <ac:graphicFrameMkLst>
            <pc:docMk/>
            <pc:sldMk cId="0" sldId="2145704208"/>
            <ac:graphicFrameMk id="14" creationId="{00000000-0000-0000-0000-000000000000}"/>
          </ac:graphicFrameMkLst>
        </pc:graphicFrameChg>
        <pc:picChg chg="add del">
          <ac:chgData name="Panda, Debasis" userId="a9013a88-cb44-4d50-b56f-51e70fec9000" providerId="ADAL" clId="{DFDEB992-6ABE-4BA2-928D-36E3C5D370CF}" dt="2026-10-13T03:07:33.417" v="4222" actId="478"/>
          <ac:picMkLst>
            <pc:docMk/>
            <pc:sldMk cId="0" sldId="2145704208"/>
            <ac:picMk id="10" creationId="{980A4F53-26CF-47AA-728E-7890B908A8EA}"/>
          </ac:picMkLst>
        </pc:picChg>
      </pc:sldChg>
      <pc:sldChg chg="addSp delSp modSp mod">
        <pc:chgData name="Panda, Debasis" userId="a9013a88-cb44-4d50-b56f-51e70fec9000" providerId="ADAL" clId="{DFDEB992-6ABE-4BA2-928D-36E3C5D370CF}" dt="2026-10-13T03:07:36.807" v="4223" actId="478"/>
        <pc:sldMkLst>
          <pc:docMk/>
          <pc:sldMk cId="0" sldId="2145704209"/>
        </pc:sldMkLst>
        <pc:spChg chg="mod">
          <ac:chgData name="Panda, Debasis" userId="a9013a88-cb44-4d50-b56f-51e70fec9000" providerId="ADAL" clId="{DFDEB992-6ABE-4BA2-928D-36E3C5D370CF}" dt="2026-10-12T18:13:16.785" v="4096" actId="207"/>
          <ac:spMkLst>
            <pc:docMk/>
            <pc:sldMk cId="0" sldId="2145704209"/>
            <ac:spMk id="9" creationId="{00000000-0000-0000-0000-000000000000}"/>
          </ac:spMkLst>
        </pc:spChg>
        <pc:spChg chg="mod">
          <ac:chgData name="Panda, Debasis" userId="a9013a88-cb44-4d50-b56f-51e70fec9000" providerId="ADAL" clId="{DFDEB992-6ABE-4BA2-928D-36E3C5D370CF}" dt="2026-10-12T18:14:27.383" v="4101" actId="207"/>
          <ac:spMkLst>
            <pc:docMk/>
            <pc:sldMk cId="0" sldId="2145704209"/>
            <ac:spMk id="13" creationId="{00000000-0000-0000-0000-000000000000}"/>
          </ac:spMkLst>
        </pc:spChg>
        <pc:spChg chg="mod">
          <ac:chgData name="Panda, Debasis" userId="a9013a88-cb44-4d50-b56f-51e70fec9000" providerId="ADAL" clId="{DFDEB992-6ABE-4BA2-928D-36E3C5D370CF}" dt="2026-10-08T12:33:07.313" v="1317" actId="20577"/>
          <ac:spMkLst>
            <pc:docMk/>
            <pc:sldMk cId="0" sldId="2145704209"/>
            <ac:spMk id="15" creationId="{00000000-0000-0000-0000-000000000000}"/>
          </ac:spMkLst>
        </pc:spChg>
        <pc:spChg chg="mod">
          <ac:chgData name="Panda, Debasis" userId="a9013a88-cb44-4d50-b56f-51e70fec9000" providerId="ADAL" clId="{DFDEB992-6ABE-4BA2-928D-36E3C5D370CF}" dt="2026-10-12T18:25:45.446" v="4129" actId="108"/>
          <ac:spMkLst>
            <pc:docMk/>
            <pc:sldMk cId="0" sldId="2145704209"/>
            <ac:spMk id="16" creationId="{00000000-0000-0000-0000-000000000000}"/>
          </ac:spMkLst>
        </pc:spChg>
        <pc:spChg chg="mod">
          <ac:chgData name="Panda, Debasis" userId="a9013a88-cb44-4d50-b56f-51e70fec9000" providerId="ADAL" clId="{DFDEB992-6ABE-4BA2-928D-36E3C5D370CF}" dt="2026-10-12T18:25:52.983" v="4130" actId="207"/>
          <ac:spMkLst>
            <pc:docMk/>
            <pc:sldMk cId="0" sldId="2145704209"/>
            <ac:spMk id="17" creationId="{00000000-0000-0000-0000-000000000000}"/>
          </ac:spMkLst>
        </pc:spChg>
        <pc:spChg chg="mod">
          <ac:chgData name="Panda, Debasis" userId="a9013a88-cb44-4d50-b56f-51e70fec9000" providerId="ADAL" clId="{DFDEB992-6ABE-4BA2-928D-36E3C5D370CF}" dt="2026-10-12T18:32:04.250" v="4160" actId="207"/>
          <ac:spMkLst>
            <pc:docMk/>
            <pc:sldMk cId="0" sldId="2145704209"/>
            <ac:spMk id="18" creationId="{00000000-0000-0000-0000-000000000000}"/>
          </ac:spMkLst>
        </pc:spChg>
        <pc:spChg chg="mod">
          <ac:chgData name="Panda, Debasis" userId="a9013a88-cb44-4d50-b56f-51e70fec9000" providerId="ADAL" clId="{DFDEB992-6ABE-4BA2-928D-36E3C5D370CF}" dt="2026-10-08T13:01:12.265" v="1537" actId="14100"/>
          <ac:spMkLst>
            <pc:docMk/>
            <pc:sldMk cId="0" sldId="2145704209"/>
            <ac:spMk id="20" creationId="{00000000-0000-0000-0000-000000000000}"/>
          </ac:spMkLst>
        </pc:spChg>
        <pc:spChg chg="mod">
          <ac:chgData name="Panda, Debasis" userId="a9013a88-cb44-4d50-b56f-51e70fec9000" providerId="ADAL" clId="{DFDEB992-6ABE-4BA2-928D-36E3C5D370CF}" dt="2026-10-12T18:31:56.835" v="4159" actId="207"/>
          <ac:spMkLst>
            <pc:docMk/>
            <pc:sldMk cId="0" sldId="2145704209"/>
            <ac:spMk id="23" creationId="{00000000-0000-0000-0000-000000000000}"/>
          </ac:spMkLst>
        </pc:spChg>
        <pc:spChg chg="mod">
          <ac:chgData name="Panda, Debasis" userId="a9013a88-cb44-4d50-b56f-51e70fec9000" providerId="ADAL" clId="{DFDEB992-6ABE-4BA2-928D-36E3C5D370CF}" dt="2026-10-08T13:01:12.265" v="1537" actId="14100"/>
          <ac:spMkLst>
            <pc:docMk/>
            <pc:sldMk cId="0" sldId="2145704209"/>
            <ac:spMk id="25" creationId="{00000000-0000-0000-0000-000000000000}"/>
          </ac:spMkLst>
        </pc:spChg>
        <pc:spChg chg="mod">
          <ac:chgData name="Panda, Debasis" userId="a9013a88-cb44-4d50-b56f-51e70fec9000" providerId="ADAL" clId="{DFDEB992-6ABE-4BA2-928D-36E3C5D370CF}" dt="2026-10-12T13:01:12.640" v="3125" actId="26606"/>
          <ac:spMkLst>
            <pc:docMk/>
            <pc:sldMk cId="0" sldId="2145704209"/>
            <ac:spMk id="27" creationId="{00000000-0000-0000-0000-000000000000}"/>
          </ac:spMkLst>
        </pc:spChg>
        <pc:spChg chg="mod">
          <ac:chgData name="Panda, Debasis" userId="a9013a88-cb44-4d50-b56f-51e70fec9000" providerId="ADAL" clId="{DFDEB992-6ABE-4BA2-928D-36E3C5D370CF}" dt="2026-10-12T18:31:35.561" v="4157" actId="207"/>
          <ac:spMkLst>
            <pc:docMk/>
            <pc:sldMk cId="0" sldId="2145704209"/>
            <ac:spMk id="28" creationId="{00000000-0000-0000-0000-000000000000}"/>
          </ac:spMkLst>
        </pc:spChg>
        <pc:spChg chg="mod">
          <ac:chgData name="Panda, Debasis" userId="a9013a88-cb44-4d50-b56f-51e70fec9000" providerId="ADAL" clId="{DFDEB992-6ABE-4BA2-928D-36E3C5D370CF}" dt="2026-10-12T14:46:31.600" v="3238"/>
          <ac:spMkLst>
            <pc:docMk/>
            <pc:sldMk cId="0" sldId="2145704209"/>
            <ac:spMk id="29" creationId="{00000000-0000-0000-0000-000000000000}"/>
          </ac:spMkLst>
        </pc:spChg>
        <pc:spChg chg="mod">
          <ac:chgData name="Panda, Debasis" userId="a9013a88-cb44-4d50-b56f-51e70fec9000" providerId="ADAL" clId="{DFDEB992-6ABE-4BA2-928D-36E3C5D370CF}" dt="2026-10-08T13:01:12.265" v="1537" actId="14100"/>
          <ac:spMkLst>
            <pc:docMk/>
            <pc:sldMk cId="0" sldId="2145704209"/>
            <ac:spMk id="30" creationId="{00000000-0000-0000-0000-000000000000}"/>
          </ac:spMkLst>
        </pc:spChg>
        <pc:spChg chg="mod">
          <ac:chgData name="Panda, Debasis" userId="a9013a88-cb44-4d50-b56f-51e70fec9000" providerId="ADAL" clId="{DFDEB992-6ABE-4BA2-928D-36E3C5D370CF}" dt="2026-10-12T18:31:47.892" v="4158" actId="207"/>
          <ac:spMkLst>
            <pc:docMk/>
            <pc:sldMk cId="0" sldId="2145704209"/>
            <ac:spMk id="33" creationId="{00000000-0000-0000-0000-000000000000}"/>
          </ac:spMkLst>
        </pc:spChg>
        <pc:spChg chg="mod">
          <ac:chgData name="Panda, Debasis" userId="a9013a88-cb44-4d50-b56f-51e70fec9000" providerId="ADAL" clId="{DFDEB992-6ABE-4BA2-928D-36E3C5D370CF}" dt="2026-10-08T13:01:12.265" v="1537" actId="14100"/>
          <ac:spMkLst>
            <pc:docMk/>
            <pc:sldMk cId="0" sldId="2145704209"/>
            <ac:spMk id="35" creationId="{00000000-0000-0000-0000-000000000000}"/>
          </ac:spMkLst>
        </pc:spChg>
        <pc:spChg chg="mod">
          <ac:chgData name="Panda, Debasis" userId="a9013a88-cb44-4d50-b56f-51e70fec9000" providerId="ADAL" clId="{DFDEB992-6ABE-4BA2-928D-36E3C5D370CF}" dt="2026-10-12T18:31:23.540" v="4156" actId="207"/>
          <ac:spMkLst>
            <pc:docMk/>
            <pc:sldMk cId="0" sldId="2145704209"/>
            <ac:spMk id="38" creationId="{00000000-0000-0000-0000-000000000000}"/>
          </ac:spMkLst>
        </pc:spChg>
        <pc:spChg chg="mod">
          <ac:chgData name="Panda, Debasis" userId="a9013a88-cb44-4d50-b56f-51e70fec9000" providerId="ADAL" clId="{DFDEB992-6ABE-4BA2-928D-36E3C5D370CF}" dt="2026-10-08T13:01:12.265" v="1537" actId="14100"/>
          <ac:spMkLst>
            <pc:docMk/>
            <pc:sldMk cId="0" sldId="2145704209"/>
            <ac:spMk id="40" creationId="{00000000-0000-0000-0000-000000000000}"/>
          </ac:spMkLst>
        </pc:spChg>
        <pc:spChg chg="mod">
          <ac:chgData name="Panda, Debasis" userId="a9013a88-cb44-4d50-b56f-51e70fec9000" providerId="ADAL" clId="{DFDEB992-6ABE-4BA2-928D-36E3C5D370CF}" dt="2026-10-12T18:25:30.517" v="4128" actId="108"/>
          <ac:spMkLst>
            <pc:docMk/>
            <pc:sldMk cId="0" sldId="2145704209"/>
            <ac:spMk id="43" creationId="{00000000-0000-0000-0000-000000000000}"/>
          </ac:spMkLst>
        </pc:spChg>
        <pc:spChg chg="mod">
          <ac:chgData name="Panda, Debasis" userId="a9013a88-cb44-4d50-b56f-51e70fec9000" providerId="ADAL" clId="{DFDEB992-6ABE-4BA2-928D-36E3C5D370CF}" dt="2026-10-12T18:25:58.427" v="4131" actId="207"/>
          <ac:spMkLst>
            <pc:docMk/>
            <pc:sldMk cId="0" sldId="2145704209"/>
            <ac:spMk id="44" creationId="{00000000-0000-0000-0000-000000000000}"/>
          </ac:spMkLst>
        </pc:spChg>
        <pc:spChg chg="mod">
          <ac:chgData name="Panda, Debasis" userId="a9013a88-cb44-4d50-b56f-51e70fec9000" providerId="ADAL" clId="{DFDEB992-6ABE-4BA2-928D-36E3C5D370CF}" dt="2026-10-12T18:31:03.960" v="4154" actId="207"/>
          <ac:spMkLst>
            <pc:docMk/>
            <pc:sldMk cId="0" sldId="2145704209"/>
            <ac:spMk id="45" creationId="{00000000-0000-0000-0000-000000000000}"/>
          </ac:spMkLst>
        </pc:spChg>
        <pc:spChg chg="mod">
          <ac:chgData name="Panda, Debasis" userId="a9013a88-cb44-4d50-b56f-51e70fec9000" providerId="ADAL" clId="{DFDEB992-6ABE-4BA2-928D-36E3C5D370CF}" dt="2026-10-12T09:39:01.816" v="1852" actId="20577"/>
          <ac:spMkLst>
            <pc:docMk/>
            <pc:sldMk cId="0" sldId="2145704209"/>
            <ac:spMk id="47" creationId="{00000000-0000-0000-0000-000000000000}"/>
          </ac:spMkLst>
        </pc:spChg>
        <pc:spChg chg="mod">
          <ac:chgData name="Panda, Debasis" userId="a9013a88-cb44-4d50-b56f-51e70fec9000" providerId="ADAL" clId="{DFDEB992-6ABE-4BA2-928D-36E3C5D370CF}" dt="2026-10-12T18:31:12.610" v="4155" actId="207"/>
          <ac:spMkLst>
            <pc:docMk/>
            <pc:sldMk cId="0" sldId="2145704209"/>
            <ac:spMk id="50" creationId="{00000000-0000-0000-0000-000000000000}"/>
          </ac:spMkLst>
        </pc:spChg>
        <pc:spChg chg="mod">
          <ac:chgData name="Panda, Debasis" userId="a9013a88-cb44-4d50-b56f-51e70fec9000" providerId="ADAL" clId="{DFDEB992-6ABE-4BA2-928D-36E3C5D370CF}" dt="2026-10-08T13:01:12.265" v="1537" actId="14100"/>
          <ac:spMkLst>
            <pc:docMk/>
            <pc:sldMk cId="0" sldId="2145704209"/>
            <ac:spMk id="52" creationId="{00000000-0000-0000-0000-000000000000}"/>
          </ac:spMkLst>
        </pc:spChg>
        <pc:spChg chg="add mod">
          <ac:chgData name="Panda, Debasis" userId="a9013a88-cb44-4d50-b56f-51e70fec9000" providerId="ADAL" clId="{DFDEB992-6ABE-4BA2-928D-36E3C5D370CF}" dt="2026-10-12T16:46:18.082" v="3805" actId="1076"/>
          <ac:spMkLst>
            <pc:docMk/>
            <pc:sldMk cId="0" sldId="2145704209"/>
            <ac:spMk id="55" creationId="{0095F768-59F5-9202-5EC9-91892DBF858D}"/>
          </ac:spMkLst>
        </pc:spChg>
        <pc:picChg chg="add del">
          <ac:chgData name="Panda, Debasis" userId="a9013a88-cb44-4d50-b56f-51e70fec9000" providerId="ADAL" clId="{DFDEB992-6ABE-4BA2-928D-36E3C5D370CF}" dt="2026-10-13T03:07:36.807" v="4223" actId="478"/>
          <ac:picMkLst>
            <pc:docMk/>
            <pc:sldMk cId="0" sldId="2145704209"/>
            <ac:picMk id="4" creationId="{61267D51-D06C-51BD-09E1-55FF74CE7C5D}"/>
          </ac:picMkLst>
        </pc:picChg>
      </pc:sldChg>
      <pc:sldChg chg="addSp delSp modSp mod">
        <pc:chgData name="Panda, Debasis" userId="a9013a88-cb44-4d50-b56f-51e70fec9000" providerId="ADAL" clId="{DFDEB992-6ABE-4BA2-928D-36E3C5D370CF}" dt="2026-10-13T03:07:42.235" v="4224" actId="478"/>
        <pc:sldMkLst>
          <pc:docMk/>
          <pc:sldMk cId="0" sldId="2145704210"/>
        </pc:sldMkLst>
        <pc:spChg chg="mod">
          <ac:chgData name="Panda, Debasis" userId="a9013a88-cb44-4d50-b56f-51e70fec9000" providerId="ADAL" clId="{DFDEB992-6ABE-4BA2-928D-36E3C5D370CF}" dt="2026-10-12T18:32:17.672" v="4161" actId="207"/>
          <ac:spMkLst>
            <pc:docMk/>
            <pc:sldMk cId="0" sldId="2145704210"/>
            <ac:spMk id="15" creationId="{00000000-0000-0000-0000-000000000000}"/>
          </ac:spMkLst>
        </pc:spChg>
        <pc:spChg chg="mod">
          <ac:chgData name="Panda, Debasis" userId="a9013a88-cb44-4d50-b56f-51e70fec9000" providerId="ADAL" clId="{DFDEB992-6ABE-4BA2-928D-36E3C5D370CF}" dt="2026-10-12T14:46:31.600" v="3238"/>
          <ac:spMkLst>
            <pc:docMk/>
            <pc:sldMk cId="0" sldId="2145704210"/>
            <ac:spMk id="18" creationId="{00000000-0000-0000-0000-000000000000}"/>
          </ac:spMkLst>
        </pc:spChg>
        <pc:spChg chg="mod">
          <ac:chgData name="Panda, Debasis" userId="a9013a88-cb44-4d50-b56f-51e70fec9000" providerId="ADAL" clId="{DFDEB992-6ABE-4BA2-928D-36E3C5D370CF}" dt="2026-10-12T18:32:26.355" v="4162" actId="207"/>
          <ac:spMkLst>
            <pc:docMk/>
            <pc:sldMk cId="0" sldId="2145704210"/>
            <ac:spMk id="19" creationId="{00000000-0000-0000-0000-000000000000}"/>
          </ac:spMkLst>
        </pc:spChg>
        <pc:graphicFrameChg chg="add mod">
          <ac:chgData name="Panda, Debasis" userId="a9013a88-cb44-4d50-b56f-51e70fec9000" providerId="ADAL" clId="{DFDEB992-6ABE-4BA2-928D-36E3C5D370CF}" dt="2026-10-12T17:21:27.009" v="3986" actId="26606"/>
          <ac:graphicFrameMkLst>
            <pc:docMk/>
            <pc:sldMk cId="0" sldId="2145704210"/>
            <ac:graphicFrameMk id="11" creationId="{00000000-0000-0000-0000-000000000000}"/>
          </ac:graphicFrameMkLst>
        </pc:graphicFrameChg>
        <pc:graphicFrameChg chg="add mod">
          <ac:chgData name="Panda, Debasis" userId="a9013a88-cb44-4d50-b56f-51e70fec9000" providerId="ADAL" clId="{DFDEB992-6ABE-4BA2-928D-36E3C5D370CF}" dt="2026-10-12T17:21:27.009" v="3986" actId="26606"/>
          <ac:graphicFrameMkLst>
            <pc:docMk/>
            <pc:sldMk cId="0" sldId="2145704210"/>
            <ac:graphicFrameMk id="14" creationId="{00000000-0000-0000-0000-000000000000}"/>
          </ac:graphicFrameMkLst>
        </pc:graphicFrameChg>
        <pc:picChg chg="add del">
          <ac:chgData name="Panda, Debasis" userId="a9013a88-cb44-4d50-b56f-51e70fec9000" providerId="ADAL" clId="{DFDEB992-6ABE-4BA2-928D-36E3C5D370CF}" dt="2026-10-13T03:07:42.235" v="4224" actId="478"/>
          <ac:picMkLst>
            <pc:docMk/>
            <pc:sldMk cId="0" sldId="2145704210"/>
            <ac:picMk id="10" creationId="{00178A70-5421-6146-E6A3-F7328A82F2C2}"/>
          </ac:picMkLst>
        </pc:picChg>
      </pc:sldChg>
      <pc:sldChg chg="addSp delSp modSp mod">
        <pc:chgData name="Panda, Debasis" userId="a9013a88-cb44-4d50-b56f-51e70fec9000" providerId="ADAL" clId="{DFDEB992-6ABE-4BA2-928D-36E3C5D370CF}" dt="2026-10-13T03:07:45.706" v="4225" actId="478"/>
        <pc:sldMkLst>
          <pc:docMk/>
          <pc:sldMk cId="0" sldId="2145704211"/>
        </pc:sldMkLst>
        <pc:spChg chg="mod">
          <ac:chgData name="Panda, Debasis" userId="a9013a88-cb44-4d50-b56f-51e70fec9000" providerId="ADAL" clId="{DFDEB992-6ABE-4BA2-928D-36E3C5D370CF}" dt="2026-10-12T14:48:49.206" v="3243"/>
          <ac:spMkLst>
            <pc:docMk/>
            <pc:sldMk cId="0" sldId="2145704211"/>
            <ac:spMk id="9" creationId="{00000000-0000-0000-0000-000000000000}"/>
          </ac:spMkLst>
        </pc:spChg>
        <pc:spChg chg="add mod">
          <ac:chgData name="Panda, Debasis" userId="a9013a88-cb44-4d50-b56f-51e70fec9000" providerId="ADAL" clId="{DFDEB992-6ABE-4BA2-928D-36E3C5D370CF}" dt="2026-10-12T14:52:47.965" v="3255" actId="14100"/>
          <ac:spMkLst>
            <pc:docMk/>
            <pc:sldMk cId="0" sldId="2145704211"/>
            <ac:spMk id="14" creationId="{D5A48D66-4B0D-B1DE-5767-DFF5C00F76C3}"/>
          </ac:spMkLst>
        </pc:spChg>
        <pc:spChg chg="mod">
          <ac:chgData name="Panda, Debasis" userId="a9013a88-cb44-4d50-b56f-51e70fec9000" providerId="ADAL" clId="{DFDEB992-6ABE-4BA2-928D-36E3C5D370CF}" dt="2026-10-12T18:32:48.670" v="4164" actId="207"/>
          <ac:spMkLst>
            <pc:docMk/>
            <pc:sldMk cId="0" sldId="2145704211"/>
            <ac:spMk id="21" creationId="{00000000-0000-0000-0000-000000000000}"/>
          </ac:spMkLst>
        </pc:spChg>
        <pc:spChg chg="mod">
          <ac:chgData name="Panda, Debasis" userId="a9013a88-cb44-4d50-b56f-51e70fec9000" providerId="ADAL" clId="{DFDEB992-6ABE-4BA2-928D-36E3C5D370CF}" dt="2026-10-12T14:46:31.600" v="3238"/>
          <ac:spMkLst>
            <pc:docMk/>
            <pc:sldMk cId="0" sldId="2145704211"/>
            <ac:spMk id="24" creationId="{00000000-0000-0000-0000-000000000000}"/>
          </ac:spMkLst>
        </pc:spChg>
        <pc:spChg chg="mod">
          <ac:chgData name="Panda, Debasis" userId="a9013a88-cb44-4d50-b56f-51e70fec9000" providerId="ADAL" clId="{DFDEB992-6ABE-4BA2-928D-36E3C5D370CF}" dt="2026-10-12T18:32:56.401" v="4165" actId="207"/>
          <ac:spMkLst>
            <pc:docMk/>
            <pc:sldMk cId="0" sldId="2145704211"/>
            <ac:spMk id="25" creationId="{00000000-0000-0000-0000-000000000000}"/>
          </ac:spMkLst>
        </pc:spChg>
        <pc:spChg chg="mod">
          <ac:chgData name="Panda, Debasis" userId="a9013a88-cb44-4d50-b56f-51e70fec9000" providerId="ADAL" clId="{DFDEB992-6ABE-4BA2-928D-36E3C5D370CF}" dt="2026-10-12T18:32:39.908" v="4163" actId="207"/>
          <ac:spMkLst>
            <pc:docMk/>
            <pc:sldMk cId="0" sldId="2145704211"/>
            <ac:spMk id="34" creationId="{A47EBBCD-4E6A-C825-DE79-E00808495722}"/>
          </ac:spMkLst>
        </pc:spChg>
        <pc:graphicFrameChg chg="add mod">
          <ac:chgData name="Panda, Debasis" userId="a9013a88-cb44-4d50-b56f-51e70fec9000" providerId="ADAL" clId="{DFDEB992-6ABE-4BA2-928D-36E3C5D370CF}" dt="2026-10-12T17:21:27.009" v="3986" actId="26606"/>
          <ac:graphicFrameMkLst>
            <pc:docMk/>
            <pc:sldMk cId="0" sldId="2145704211"/>
            <ac:graphicFrameMk id="11" creationId="{00000000-0000-0000-0000-000000000000}"/>
          </ac:graphicFrameMkLst>
        </pc:graphicFrameChg>
        <pc:graphicFrameChg chg="add mod">
          <ac:chgData name="Panda, Debasis" userId="a9013a88-cb44-4d50-b56f-51e70fec9000" providerId="ADAL" clId="{DFDEB992-6ABE-4BA2-928D-36E3C5D370CF}" dt="2026-10-12T17:21:27.009" v="3986" actId="26606"/>
          <ac:graphicFrameMkLst>
            <pc:docMk/>
            <pc:sldMk cId="0" sldId="2145704211"/>
            <ac:graphicFrameMk id="20" creationId="{00000000-0000-0000-0000-000000000000}"/>
          </ac:graphicFrameMkLst>
        </pc:graphicFrameChg>
        <pc:picChg chg="add del">
          <ac:chgData name="Panda, Debasis" userId="a9013a88-cb44-4d50-b56f-51e70fec9000" providerId="ADAL" clId="{DFDEB992-6ABE-4BA2-928D-36E3C5D370CF}" dt="2026-10-13T03:07:45.706" v="4225" actId="478"/>
          <ac:picMkLst>
            <pc:docMk/>
            <pc:sldMk cId="0" sldId="2145704211"/>
            <ac:picMk id="10" creationId="{09A7B67F-2D40-D5A3-7B63-55979065A1C9}"/>
          </ac:picMkLst>
        </pc:picChg>
      </pc:sldChg>
      <pc:sldChg chg="addSp delSp modSp mod">
        <pc:chgData name="Panda, Debasis" userId="a9013a88-cb44-4d50-b56f-51e70fec9000" providerId="ADAL" clId="{DFDEB992-6ABE-4BA2-928D-36E3C5D370CF}" dt="2026-10-13T03:07:50.572" v="4226" actId="478"/>
        <pc:sldMkLst>
          <pc:docMk/>
          <pc:sldMk cId="0" sldId="2145704212"/>
        </pc:sldMkLst>
        <pc:spChg chg="mod">
          <ac:chgData name="Panda, Debasis" userId="a9013a88-cb44-4d50-b56f-51e70fec9000" providerId="ADAL" clId="{DFDEB992-6ABE-4BA2-928D-36E3C5D370CF}" dt="2026-10-12T18:13:26.779" v="4097" actId="207"/>
          <ac:spMkLst>
            <pc:docMk/>
            <pc:sldMk cId="0" sldId="2145704212"/>
            <ac:spMk id="9" creationId="{00000000-0000-0000-0000-000000000000}"/>
          </ac:spMkLst>
        </pc:spChg>
        <pc:spChg chg="mod">
          <ac:chgData name="Panda, Debasis" userId="a9013a88-cb44-4d50-b56f-51e70fec9000" providerId="ADAL" clId="{DFDEB992-6ABE-4BA2-928D-36E3C5D370CF}" dt="2026-10-12T18:14:44.601" v="4102" actId="207"/>
          <ac:spMkLst>
            <pc:docMk/>
            <pc:sldMk cId="0" sldId="2145704212"/>
            <ac:spMk id="13" creationId="{00000000-0000-0000-0000-000000000000}"/>
          </ac:spMkLst>
        </pc:spChg>
        <pc:spChg chg="mod">
          <ac:chgData name="Panda, Debasis" userId="a9013a88-cb44-4d50-b56f-51e70fec9000" providerId="ADAL" clId="{DFDEB992-6ABE-4BA2-928D-36E3C5D370CF}" dt="2026-10-08T12:33:57.577" v="1333" actId="20577"/>
          <ac:spMkLst>
            <pc:docMk/>
            <pc:sldMk cId="0" sldId="2145704212"/>
            <ac:spMk id="15" creationId="{00000000-0000-0000-0000-000000000000}"/>
          </ac:spMkLst>
        </pc:spChg>
        <pc:spChg chg="mod">
          <ac:chgData name="Panda, Debasis" userId="a9013a88-cb44-4d50-b56f-51e70fec9000" providerId="ADAL" clId="{DFDEB992-6ABE-4BA2-928D-36E3C5D370CF}" dt="2026-10-12T18:27:06.801" v="4136" actId="108"/>
          <ac:spMkLst>
            <pc:docMk/>
            <pc:sldMk cId="0" sldId="2145704212"/>
            <ac:spMk id="16" creationId="{00000000-0000-0000-0000-000000000000}"/>
          </ac:spMkLst>
        </pc:spChg>
        <pc:spChg chg="mod">
          <ac:chgData name="Panda, Debasis" userId="a9013a88-cb44-4d50-b56f-51e70fec9000" providerId="ADAL" clId="{DFDEB992-6ABE-4BA2-928D-36E3C5D370CF}" dt="2026-10-12T18:27:14.627" v="4137" actId="207"/>
          <ac:spMkLst>
            <pc:docMk/>
            <pc:sldMk cId="0" sldId="2145704212"/>
            <ac:spMk id="17" creationId="{00000000-0000-0000-0000-000000000000}"/>
          </ac:spMkLst>
        </pc:spChg>
        <pc:spChg chg="mod">
          <ac:chgData name="Panda, Debasis" userId="a9013a88-cb44-4d50-b56f-51e70fec9000" providerId="ADAL" clId="{DFDEB992-6ABE-4BA2-928D-36E3C5D370CF}" dt="2026-10-12T18:33:06.370" v="4166" actId="207"/>
          <ac:spMkLst>
            <pc:docMk/>
            <pc:sldMk cId="0" sldId="2145704212"/>
            <ac:spMk id="18" creationId="{00000000-0000-0000-0000-000000000000}"/>
          </ac:spMkLst>
        </pc:spChg>
        <pc:spChg chg="mod">
          <ac:chgData name="Panda, Debasis" userId="a9013a88-cb44-4d50-b56f-51e70fec9000" providerId="ADAL" clId="{DFDEB992-6ABE-4BA2-928D-36E3C5D370CF}" dt="2026-10-08T13:01:39.164" v="1539" actId="14100"/>
          <ac:spMkLst>
            <pc:docMk/>
            <pc:sldMk cId="0" sldId="2145704212"/>
            <ac:spMk id="20" creationId="{00000000-0000-0000-0000-000000000000}"/>
          </ac:spMkLst>
        </pc:spChg>
        <pc:spChg chg="mod">
          <ac:chgData name="Panda, Debasis" userId="a9013a88-cb44-4d50-b56f-51e70fec9000" providerId="ADAL" clId="{DFDEB992-6ABE-4BA2-928D-36E3C5D370CF}" dt="2026-10-12T18:27:02.561" v="4135" actId="108"/>
          <ac:spMkLst>
            <pc:docMk/>
            <pc:sldMk cId="0" sldId="2145704212"/>
            <ac:spMk id="23" creationId="{00000000-0000-0000-0000-000000000000}"/>
          </ac:spMkLst>
        </pc:spChg>
        <pc:spChg chg="mod">
          <ac:chgData name="Panda, Debasis" userId="a9013a88-cb44-4d50-b56f-51e70fec9000" providerId="ADAL" clId="{DFDEB992-6ABE-4BA2-928D-36E3C5D370CF}" dt="2026-10-12T18:27:20.255" v="4138" actId="207"/>
          <ac:spMkLst>
            <pc:docMk/>
            <pc:sldMk cId="0" sldId="2145704212"/>
            <ac:spMk id="24" creationId="{00000000-0000-0000-0000-000000000000}"/>
          </ac:spMkLst>
        </pc:spChg>
        <pc:spChg chg="mod">
          <ac:chgData name="Panda, Debasis" userId="a9013a88-cb44-4d50-b56f-51e70fec9000" providerId="ADAL" clId="{DFDEB992-6ABE-4BA2-928D-36E3C5D370CF}" dt="2026-10-12T18:33:11.229" v="4167" actId="207"/>
          <ac:spMkLst>
            <pc:docMk/>
            <pc:sldMk cId="0" sldId="2145704212"/>
            <ac:spMk id="25" creationId="{00000000-0000-0000-0000-000000000000}"/>
          </ac:spMkLst>
        </pc:spChg>
        <pc:spChg chg="mod">
          <ac:chgData name="Panda, Debasis" userId="a9013a88-cb44-4d50-b56f-51e70fec9000" providerId="ADAL" clId="{DFDEB992-6ABE-4BA2-928D-36E3C5D370CF}" dt="2026-10-08T13:01:39.164" v="1539" actId="14100"/>
          <ac:spMkLst>
            <pc:docMk/>
            <pc:sldMk cId="0" sldId="2145704212"/>
            <ac:spMk id="27" creationId="{00000000-0000-0000-0000-000000000000}"/>
          </ac:spMkLst>
        </pc:spChg>
        <pc:spChg chg="mod">
          <ac:chgData name="Panda, Debasis" userId="a9013a88-cb44-4d50-b56f-51e70fec9000" providerId="ADAL" clId="{DFDEB992-6ABE-4BA2-928D-36E3C5D370CF}" dt="2026-10-12T18:33:17.261" v="4168" actId="207"/>
          <ac:spMkLst>
            <pc:docMk/>
            <pc:sldMk cId="0" sldId="2145704212"/>
            <ac:spMk id="30" creationId="{00000000-0000-0000-0000-000000000000}"/>
          </ac:spMkLst>
        </pc:spChg>
        <pc:spChg chg="mod">
          <ac:chgData name="Panda, Debasis" userId="a9013a88-cb44-4d50-b56f-51e70fec9000" providerId="ADAL" clId="{DFDEB992-6ABE-4BA2-928D-36E3C5D370CF}" dt="2026-10-08T13:01:39.164" v="1539" actId="14100"/>
          <ac:spMkLst>
            <pc:docMk/>
            <pc:sldMk cId="0" sldId="2145704212"/>
            <ac:spMk id="32" creationId="{00000000-0000-0000-0000-000000000000}"/>
          </ac:spMkLst>
        </pc:spChg>
        <pc:spChg chg="add del mod">
          <ac:chgData name="Panda, Debasis" userId="a9013a88-cb44-4d50-b56f-51e70fec9000" providerId="ADAL" clId="{DFDEB992-6ABE-4BA2-928D-36E3C5D370CF}" dt="2026-10-12T16:48:57.813" v="3806" actId="478"/>
          <ac:spMkLst>
            <pc:docMk/>
            <pc:sldMk cId="0" sldId="2145704212"/>
            <ac:spMk id="34" creationId="{B72E406F-E7CC-D31E-2934-B4F747A56FD8}"/>
          </ac:spMkLst>
        </pc:spChg>
        <pc:spChg chg="mod">
          <ac:chgData name="Panda, Debasis" userId="a9013a88-cb44-4d50-b56f-51e70fec9000" providerId="ADAL" clId="{DFDEB992-6ABE-4BA2-928D-36E3C5D370CF}" dt="2026-10-12T18:26:57.518" v="4134" actId="108"/>
          <ac:spMkLst>
            <pc:docMk/>
            <pc:sldMk cId="0" sldId="2145704212"/>
            <ac:spMk id="35" creationId="{00000000-0000-0000-0000-000000000000}"/>
          </ac:spMkLst>
        </pc:spChg>
        <pc:spChg chg="mod">
          <ac:chgData name="Panda, Debasis" userId="a9013a88-cb44-4d50-b56f-51e70fec9000" providerId="ADAL" clId="{DFDEB992-6ABE-4BA2-928D-36E3C5D370CF}" dt="2026-10-12T18:27:28.754" v="4141" actId="113"/>
          <ac:spMkLst>
            <pc:docMk/>
            <pc:sldMk cId="0" sldId="2145704212"/>
            <ac:spMk id="36" creationId="{00000000-0000-0000-0000-000000000000}"/>
          </ac:spMkLst>
        </pc:spChg>
        <pc:spChg chg="mod">
          <ac:chgData name="Panda, Debasis" userId="a9013a88-cb44-4d50-b56f-51e70fec9000" providerId="ADAL" clId="{DFDEB992-6ABE-4BA2-928D-36E3C5D370CF}" dt="2026-10-12T18:33:22.988" v="4169" actId="207"/>
          <ac:spMkLst>
            <pc:docMk/>
            <pc:sldMk cId="0" sldId="2145704212"/>
            <ac:spMk id="37" creationId="{00000000-0000-0000-0000-000000000000}"/>
          </ac:spMkLst>
        </pc:spChg>
        <pc:spChg chg="mod">
          <ac:chgData name="Panda, Debasis" userId="a9013a88-cb44-4d50-b56f-51e70fec9000" providerId="ADAL" clId="{DFDEB992-6ABE-4BA2-928D-36E3C5D370CF}" dt="2026-10-08T13:01:39.164" v="1539" actId="14100"/>
          <ac:spMkLst>
            <pc:docMk/>
            <pc:sldMk cId="0" sldId="2145704212"/>
            <ac:spMk id="39" creationId="{00000000-0000-0000-0000-000000000000}"/>
          </ac:spMkLst>
        </pc:spChg>
        <pc:spChg chg="mod">
          <ac:chgData name="Panda, Debasis" userId="a9013a88-cb44-4d50-b56f-51e70fec9000" providerId="ADAL" clId="{DFDEB992-6ABE-4BA2-928D-36E3C5D370CF}" dt="2026-10-12T18:33:28.999" v="4170" actId="207"/>
          <ac:spMkLst>
            <pc:docMk/>
            <pc:sldMk cId="0" sldId="2145704212"/>
            <ac:spMk id="42" creationId="{00000000-0000-0000-0000-000000000000}"/>
          </ac:spMkLst>
        </pc:spChg>
        <pc:spChg chg="mod">
          <ac:chgData name="Panda, Debasis" userId="a9013a88-cb44-4d50-b56f-51e70fec9000" providerId="ADAL" clId="{DFDEB992-6ABE-4BA2-928D-36E3C5D370CF}" dt="2026-10-08T13:01:39.164" v="1539" actId="14100"/>
          <ac:spMkLst>
            <pc:docMk/>
            <pc:sldMk cId="0" sldId="2145704212"/>
            <ac:spMk id="44" creationId="{00000000-0000-0000-0000-000000000000}"/>
          </ac:spMkLst>
        </pc:spChg>
        <pc:spChg chg="add mod">
          <ac:chgData name="Panda, Debasis" userId="a9013a88-cb44-4d50-b56f-51e70fec9000" providerId="ADAL" clId="{DFDEB992-6ABE-4BA2-928D-36E3C5D370CF}" dt="2026-10-08T14:49:41.345" v="1840" actId="1076"/>
          <ac:spMkLst>
            <pc:docMk/>
            <pc:sldMk cId="0" sldId="2145704212"/>
            <ac:spMk id="47" creationId="{52B1DFFE-E112-35B7-2ED0-E3F44A15309E}"/>
          </ac:spMkLst>
        </pc:spChg>
        <pc:spChg chg="add del mod">
          <ac:chgData name="Panda, Debasis" userId="a9013a88-cb44-4d50-b56f-51e70fec9000" providerId="ADAL" clId="{DFDEB992-6ABE-4BA2-928D-36E3C5D370CF}" dt="2026-10-12T16:51:24.356" v="3811" actId="478"/>
          <ac:spMkLst>
            <pc:docMk/>
            <pc:sldMk cId="0" sldId="2145704212"/>
            <ac:spMk id="49" creationId="{86BFFA77-02C0-186F-3F28-2DE1F4D47649}"/>
          </ac:spMkLst>
        </pc:spChg>
        <pc:spChg chg="add mod">
          <ac:chgData name="Panda, Debasis" userId="a9013a88-cb44-4d50-b56f-51e70fec9000" providerId="ADAL" clId="{DFDEB992-6ABE-4BA2-928D-36E3C5D370CF}" dt="2026-10-12T16:51:46.130" v="3828" actId="20577"/>
          <ac:spMkLst>
            <pc:docMk/>
            <pc:sldMk cId="0" sldId="2145704212"/>
            <ac:spMk id="51" creationId="{44523CA8-2EF4-A336-8299-C7033ECE0FC4}"/>
          </ac:spMkLst>
        </pc:spChg>
        <pc:picChg chg="add del">
          <ac:chgData name="Panda, Debasis" userId="a9013a88-cb44-4d50-b56f-51e70fec9000" providerId="ADAL" clId="{DFDEB992-6ABE-4BA2-928D-36E3C5D370CF}" dt="2026-10-13T03:07:50.572" v="4226" actId="478"/>
          <ac:picMkLst>
            <pc:docMk/>
            <pc:sldMk cId="0" sldId="2145704212"/>
            <ac:picMk id="4" creationId="{BEE7CA75-D321-A1C5-C88C-79C5B8797342}"/>
          </ac:picMkLst>
        </pc:picChg>
      </pc:sldChg>
      <pc:sldChg chg="addSp delSp modSp mod">
        <pc:chgData name="Panda, Debasis" userId="a9013a88-cb44-4d50-b56f-51e70fec9000" providerId="ADAL" clId="{DFDEB992-6ABE-4BA2-928D-36E3C5D370CF}" dt="2026-10-13T03:07:53.874" v="4227" actId="478"/>
        <pc:sldMkLst>
          <pc:docMk/>
          <pc:sldMk cId="0" sldId="2145704213"/>
        </pc:sldMkLst>
        <pc:spChg chg="mod">
          <ac:chgData name="Panda, Debasis" userId="a9013a88-cb44-4d50-b56f-51e70fec9000" providerId="ADAL" clId="{DFDEB992-6ABE-4BA2-928D-36E3C5D370CF}" dt="2026-10-12T18:33:51.604" v="4172" actId="207"/>
          <ac:spMkLst>
            <pc:docMk/>
            <pc:sldMk cId="0" sldId="2145704213"/>
            <ac:spMk id="18" creationId="{00000000-0000-0000-0000-000000000000}"/>
          </ac:spMkLst>
        </pc:spChg>
        <pc:spChg chg="mod">
          <ac:chgData name="Panda, Debasis" userId="a9013a88-cb44-4d50-b56f-51e70fec9000" providerId="ADAL" clId="{DFDEB992-6ABE-4BA2-928D-36E3C5D370CF}" dt="2026-10-12T18:33:46.997" v="4171" actId="207"/>
          <ac:spMkLst>
            <pc:docMk/>
            <pc:sldMk cId="0" sldId="2145704213"/>
            <ac:spMk id="22" creationId="{00000000-0000-0000-0000-000000000000}"/>
          </ac:spMkLst>
        </pc:spChg>
        <pc:graphicFrameChg chg="add mod">
          <ac:chgData name="Panda, Debasis" userId="a9013a88-cb44-4d50-b56f-51e70fec9000" providerId="ADAL" clId="{DFDEB992-6ABE-4BA2-928D-36E3C5D370CF}" dt="2026-10-12T17:21:27.009" v="3986" actId="26606"/>
          <ac:graphicFrameMkLst>
            <pc:docMk/>
            <pc:sldMk cId="0" sldId="2145704213"/>
            <ac:graphicFrameMk id="11" creationId="{00000000-0000-0000-0000-000000000000}"/>
          </ac:graphicFrameMkLst>
        </pc:graphicFrameChg>
        <pc:graphicFrameChg chg="add mod">
          <ac:chgData name="Panda, Debasis" userId="a9013a88-cb44-4d50-b56f-51e70fec9000" providerId="ADAL" clId="{DFDEB992-6ABE-4BA2-928D-36E3C5D370CF}" dt="2026-10-12T17:21:27.009" v="3986" actId="26606"/>
          <ac:graphicFrameMkLst>
            <pc:docMk/>
            <pc:sldMk cId="0" sldId="2145704213"/>
            <ac:graphicFrameMk id="14" creationId="{00000000-0000-0000-0000-000000000000}"/>
          </ac:graphicFrameMkLst>
        </pc:graphicFrameChg>
        <pc:graphicFrameChg chg="add mod">
          <ac:chgData name="Panda, Debasis" userId="a9013a88-cb44-4d50-b56f-51e70fec9000" providerId="ADAL" clId="{DFDEB992-6ABE-4BA2-928D-36E3C5D370CF}" dt="2026-10-12T17:21:27.009" v="3986" actId="26606"/>
          <ac:graphicFrameMkLst>
            <pc:docMk/>
            <pc:sldMk cId="0" sldId="2145704213"/>
            <ac:graphicFrameMk id="17" creationId="{00000000-0000-0000-0000-000000000000}"/>
          </ac:graphicFrameMkLst>
        </pc:graphicFrameChg>
        <pc:picChg chg="add del">
          <ac:chgData name="Panda, Debasis" userId="a9013a88-cb44-4d50-b56f-51e70fec9000" providerId="ADAL" clId="{DFDEB992-6ABE-4BA2-928D-36E3C5D370CF}" dt="2026-10-13T03:07:53.874" v="4227" actId="478"/>
          <ac:picMkLst>
            <pc:docMk/>
            <pc:sldMk cId="0" sldId="2145704213"/>
            <ac:picMk id="10" creationId="{CEAFC654-0C39-9C60-BD65-38E4B785364B}"/>
          </ac:picMkLst>
        </pc:picChg>
      </pc:sldChg>
      <pc:sldChg chg="addSp delSp modSp mod">
        <pc:chgData name="Panda, Debasis" userId="a9013a88-cb44-4d50-b56f-51e70fec9000" providerId="ADAL" clId="{DFDEB992-6ABE-4BA2-928D-36E3C5D370CF}" dt="2026-10-13T03:08:03.433" v="4228" actId="478"/>
        <pc:sldMkLst>
          <pc:docMk/>
          <pc:sldMk cId="0" sldId="2145704214"/>
        </pc:sldMkLst>
        <pc:spChg chg="mod">
          <ac:chgData name="Panda, Debasis" userId="a9013a88-cb44-4d50-b56f-51e70fec9000" providerId="ADAL" clId="{DFDEB992-6ABE-4BA2-928D-36E3C5D370CF}" dt="2026-10-13T02:16:50.202" v="4208" actId="207"/>
          <ac:spMkLst>
            <pc:docMk/>
            <pc:sldMk cId="0" sldId="2145704214"/>
            <ac:spMk id="9" creationId="{00000000-0000-0000-0000-000000000000}"/>
          </ac:spMkLst>
        </pc:spChg>
        <pc:spChg chg="mod">
          <ac:chgData name="Panda, Debasis" userId="a9013a88-cb44-4d50-b56f-51e70fec9000" providerId="ADAL" clId="{DFDEB992-6ABE-4BA2-928D-36E3C5D370CF}" dt="2026-10-12T11:37:57.091" v="2128" actId="20577"/>
          <ac:spMkLst>
            <pc:docMk/>
            <pc:sldMk cId="0" sldId="2145704214"/>
            <ac:spMk id="11" creationId="{00000000-0000-0000-0000-000000000000}"/>
          </ac:spMkLst>
        </pc:spChg>
        <pc:spChg chg="mod">
          <ac:chgData name="Panda, Debasis" userId="a9013a88-cb44-4d50-b56f-51e70fec9000" providerId="ADAL" clId="{DFDEB992-6ABE-4BA2-928D-36E3C5D370CF}" dt="2026-10-12T11:38:20.007" v="2139" actId="20577"/>
          <ac:spMkLst>
            <pc:docMk/>
            <pc:sldMk cId="0" sldId="2145704214"/>
            <ac:spMk id="13" creationId="{00000000-0000-0000-0000-000000000000}"/>
          </ac:spMkLst>
        </pc:spChg>
        <pc:spChg chg="mod">
          <ac:chgData name="Panda, Debasis" userId="a9013a88-cb44-4d50-b56f-51e70fec9000" providerId="ADAL" clId="{DFDEB992-6ABE-4BA2-928D-36E3C5D370CF}" dt="2026-10-12T14:02:37.258" v="3143" actId="20577"/>
          <ac:spMkLst>
            <pc:docMk/>
            <pc:sldMk cId="0" sldId="2145704214"/>
            <ac:spMk id="16" creationId="{00000000-0000-0000-0000-000000000000}"/>
          </ac:spMkLst>
        </pc:spChg>
        <pc:spChg chg="mod">
          <ac:chgData name="Panda, Debasis" userId="a9013a88-cb44-4d50-b56f-51e70fec9000" providerId="ADAL" clId="{DFDEB992-6ABE-4BA2-928D-36E3C5D370CF}" dt="2026-10-12T11:38:37.777" v="2141" actId="20577"/>
          <ac:spMkLst>
            <pc:docMk/>
            <pc:sldMk cId="0" sldId="2145704214"/>
            <ac:spMk id="18" creationId="{00000000-0000-0000-0000-000000000000}"/>
          </ac:spMkLst>
        </pc:spChg>
        <pc:spChg chg="mod">
          <ac:chgData name="Panda, Debasis" userId="a9013a88-cb44-4d50-b56f-51e70fec9000" providerId="ADAL" clId="{DFDEB992-6ABE-4BA2-928D-36E3C5D370CF}" dt="2026-10-13T02:17:49.583" v="4209" actId="207"/>
          <ac:spMkLst>
            <pc:docMk/>
            <pc:sldMk cId="0" sldId="2145704214"/>
            <ac:spMk id="21" creationId="{00000000-0000-0000-0000-000000000000}"/>
          </ac:spMkLst>
        </pc:spChg>
        <pc:spChg chg="mod">
          <ac:chgData name="Panda, Debasis" userId="a9013a88-cb44-4d50-b56f-51e70fec9000" providerId="ADAL" clId="{DFDEB992-6ABE-4BA2-928D-36E3C5D370CF}" dt="2026-10-12T11:40:02.273" v="2146" actId="20577"/>
          <ac:spMkLst>
            <pc:docMk/>
            <pc:sldMk cId="0" sldId="2145704214"/>
            <ac:spMk id="23" creationId="{00000000-0000-0000-0000-000000000000}"/>
          </ac:spMkLst>
        </pc:spChg>
        <pc:spChg chg="mod">
          <ac:chgData name="Panda, Debasis" userId="a9013a88-cb44-4d50-b56f-51e70fec9000" providerId="ADAL" clId="{DFDEB992-6ABE-4BA2-928D-36E3C5D370CF}" dt="2026-10-08T12:34:28.363" v="1343" actId="20577"/>
          <ac:spMkLst>
            <pc:docMk/>
            <pc:sldMk cId="0" sldId="2145704214"/>
            <ac:spMk id="26" creationId="{00000000-0000-0000-0000-000000000000}"/>
          </ac:spMkLst>
        </pc:spChg>
        <pc:spChg chg="mod">
          <ac:chgData name="Panda, Debasis" userId="a9013a88-cb44-4d50-b56f-51e70fec9000" providerId="ADAL" clId="{DFDEB992-6ABE-4BA2-928D-36E3C5D370CF}" dt="2026-10-12T11:47:38.972" v="2440" actId="20577"/>
          <ac:spMkLst>
            <pc:docMk/>
            <pc:sldMk cId="0" sldId="2145704214"/>
            <ac:spMk id="28" creationId="{00000000-0000-0000-0000-000000000000}"/>
          </ac:spMkLst>
        </pc:spChg>
        <pc:spChg chg="mod">
          <ac:chgData name="Panda, Debasis" userId="a9013a88-cb44-4d50-b56f-51e70fec9000" providerId="ADAL" clId="{DFDEB992-6ABE-4BA2-928D-36E3C5D370CF}" dt="2026-10-12T11:42:19.530" v="2240" actId="14100"/>
          <ac:spMkLst>
            <pc:docMk/>
            <pc:sldMk cId="0" sldId="2145704214"/>
            <ac:spMk id="29" creationId="{00000000-0000-0000-0000-000000000000}"/>
          </ac:spMkLst>
        </pc:spChg>
        <pc:spChg chg="mod">
          <ac:chgData name="Panda, Debasis" userId="a9013a88-cb44-4d50-b56f-51e70fec9000" providerId="ADAL" clId="{DFDEB992-6ABE-4BA2-928D-36E3C5D370CF}" dt="2026-10-08T12:34:26.225" v="1341" actId="20577"/>
          <ac:spMkLst>
            <pc:docMk/>
            <pc:sldMk cId="0" sldId="2145704214"/>
            <ac:spMk id="31" creationId="{00000000-0000-0000-0000-000000000000}"/>
          </ac:spMkLst>
        </pc:spChg>
        <pc:spChg chg="mod">
          <ac:chgData name="Panda, Debasis" userId="a9013a88-cb44-4d50-b56f-51e70fec9000" providerId="ADAL" clId="{DFDEB992-6ABE-4BA2-928D-36E3C5D370CF}" dt="2026-10-12T11:46:28.969" v="2415" actId="20577"/>
          <ac:spMkLst>
            <pc:docMk/>
            <pc:sldMk cId="0" sldId="2145704214"/>
            <ac:spMk id="33" creationId="{00000000-0000-0000-0000-000000000000}"/>
          </ac:spMkLst>
        </pc:spChg>
        <pc:spChg chg="mod">
          <ac:chgData name="Panda, Debasis" userId="a9013a88-cb44-4d50-b56f-51e70fec9000" providerId="ADAL" clId="{DFDEB992-6ABE-4BA2-928D-36E3C5D370CF}" dt="2026-10-08T12:34:34.507" v="1349" actId="20577"/>
          <ac:spMkLst>
            <pc:docMk/>
            <pc:sldMk cId="0" sldId="2145704214"/>
            <ac:spMk id="36" creationId="{00000000-0000-0000-0000-000000000000}"/>
          </ac:spMkLst>
        </pc:spChg>
        <pc:spChg chg="mod">
          <ac:chgData name="Panda, Debasis" userId="a9013a88-cb44-4d50-b56f-51e70fec9000" providerId="ADAL" clId="{DFDEB992-6ABE-4BA2-928D-36E3C5D370CF}" dt="2026-10-12T11:47:14.862" v="2431" actId="6549"/>
          <ac:spMkLst>
            <pc:docMk/>
            <pc:sldMk cId="0" sldId="2145704214"/>
            <ac:spMk id="38" creationId="{00000000-0000-0000-0000-000000000000}"/>
          </ac:spMkLst>
        </pc:spChg>
        <pc:picChg chg="add del">
          <ac:chgData name="Panda, Debasis" userId="a9013a88-cb44-4d50-b56f-51e70fec9000" providerId="ADAL" clId="{DFDEB992-6ABE-4BA2-928D-36E3C5D370CF}" dt="2026-10-13T03:08:03.433" v="4228" actId="478"/>
          <ac:picMkLst>
            <pc:docMk/>
            <pc:sldMk cId="0" sldId="2145704214"/>
            <ac:picMk id="4" creationId="{21B608AE-AA6F-49BA-E457-56DE3077B9BA}"/>
          </ac:picMkLst>
        </pc:picChg>
      </pc:sldChg>
      <pc:sldChg chg="addSp delSp modSp mod">
        <pc:chgData name="Panda, Debasis" userId="a9013a88-cb44-4d50-b56f-51e70fec9000" providerId="ADAL" clId="{DFDEB992-6ABE-4BA2-928D-36E3C5D370CF}" dt="2026-10-13T03:08:12.559" v="4229" actId="478"/>
        <pc:sldMkLst>
          <pc:docMk/>
          <pc:sldMk cId="0" sldId="2145704215"/>
        </pc:sldMkLst>
        <pc:spChg chg="mod">
          <ac:chgData name="Panda, Debasis" userId="a9013a88-cb44-4d50-b56f-51e70fec9000" providerId="ADAL" clId="{DFDEB992-6ABE-4BA2-928D-36E3C5D370CF}" dt="2026-10-12T11:17:24.889" v="1862" actId="20577"/>
          <ac:spMkLst>
            <pc:docMk/>
            <pc:sldMk cId="0" sldId="2145704215"/>
            <ac:spMk id="2" creationId="{00000000-0000-0000-0000-000000000000}"/>
          </ac:spMkLst>
        </pc:spChg>
        <pc:spChg chg="mod">
          <ac:chgData name="Panda, Debasis" userId="a9013a88-cb44-4d50-b56f-51e70fec9000" providerId="ADAL" clId="{DFDEB992-6ABE-4BA2-928D-36E3C5D370CF}" dt="2026-10-12T11:26:23.312" v="2003" actId="20577"/>
          <ac:spMkLst>
            <pc:docMk/>
            <pc:sldMk cId="0" sldId="2145704215"/>
            <ac:spMk id="9" creationId="{00000000-0000-0000-0000-000000000000}"/>
          </ac:spMkLst>
        </pc:spChg>
        <pc:spChg chg="mod">
          <ac:chgData name="Panda, Debasis" userId="a9013a88-cb44-4d50-b56f-51e70fec9000" providerId="ADAL" clId="{DFDEB992-6ABE-4BA2-928D-36E3C5D370CF}" dt="2026-10-12T14:46:31.600" v="3238"/>
          <ac:spMkLst>
            <pc:docMk/>
            <pc:sldMk cId="0" sldId="2145704215"/>
            <ac:spMk id="10" creationId="{00000000-0000-0000-0000-000000000000}"/>
          </ac:spMkLst>
        </pc:spChg>
        <pc:spChg chg="mod">
          <ac:chgData name="Panda, Debasis" userId="a9013a88-cb44-4d50-b56f-51e70fec9000" providerId="ADAL" clId="{DFDEB992-6ABE-4BA2-928D-36E3C5D370CF}" dt="2026-10-08T12:35:33.253" v="1367" actId="20577"/>
          <ac:spMkLst>
            <pc:docMk/>
            <pc:sldMk cId="0" sldId="2145704215"/>
            <ac:spMk id="11" creationId="{00000000-0000-0000-0000-000000000000}"/>
          </ac:spMkLst>
        </pc:spChg>
        <pc:spChg chg="mod">
          <ac:chgData name="Panda, Debasis" userId="a9013a88-cb44-4d50-b56f-51e70fec9000" providerId="ADAL" clId="{DFDEB992-6ABE-4BA2-928D-36E3C5D370CF}" dt="2026-10-12T14:46:31.600" v="3238"/>
          <ac:spMkLst>
            <pc:docMk/>
            <pc:sldMk cId="0" sldId="2145704215"/>
            <ac:spMk id="13" creationId="{00000000-0000-0000-0000-000000000000}"/>
          </ac:spMkLst>
        </pc:spChg>
        <pc:spChg chg="mod">
          <ac:chgData name="Panda, Debasis" userId="a9013a88-cb44-4d50-b56f-51e70fec9000" providerId="ADAL" clId="{DFDEB992-6ABE-4BA2-928D-36E3C5D370CF}" dt="2026-10-12T11:26:37.372" v="2004"/>
          <ac:spMkLst>
            <pc:docMk/>
            <pc:sldMk cId="0" sldId="2145704215"/>
            <ac:spMk id="23" creationId="{00000000-0000-0000-0000-000000000000}"/>
          </ac:spMkLst>
        </pc:spChg>
        <pc:spChg chg="mod">
          <ac:chgData name="Panda, Debasis" userId="a9013a88-cb44-4d50-b56f-51e70fec9000" providerId="ADAL" clId="{DFDEB992-6ABE-4BA2-928D-36E3C5D370CF}" dt="2026-10-08T12:35:21.728" v="1365" actId="20577"/>
          <ac:spMkLst>
            <pc:docMk/>
            <pc:sldMk cId="0" sldId="2145704215"/>
            <ac:spMk id="25" creationId="{00000000-0000-0000-0000-000000000000}"/>
          </ac:spMkLst>
        </pc:spChg>
        <pc:spChg chg="mod">
          <ac:chgData name="Panda, Debasis" userId="a9013a88-cb44-4d50-b56f-51e70fec9000" providerId="ADAL" clId="{DFDEB992-6ABE-4BA2-928D-36E3C5D370CF}" dt="2026-10-13T02:06:49.803" v="4195" actId="207"/>
          <ac:spMkLst>
            <pc:docMk/>
            <pc:sldMk cId="0" sldId="2145704215"/>
            <ac:spMk id="27" creationId="{00000000-0000-0000-0000-000000000000}"/>
          </ac:spMkLst>
        </pc:spChg>
        <pc:picChg chg="add del">
          <ac:chgData name="Panda, Debasis" userId="a9013a88-cb44-4d50-b56f-51e70fec9000" providerId="ADAL" clId="{DFDEB992-6ABE-4BA2-928D-36E3C5D370CF}" dt="2026-10-13T03:08:12.559" v="4229" actId="478"/>
          <ac:picMkLst>
            <pc:docMk/>
            <pc:sldMk cId="0" sldId="2145704215"/>
            <ac:picMk id="4" creationId="{E0AAD345-A67F-BBDD-63FB-90820C75E374}"/>
          </ac:picMkLst>
        </pc:picChg>
      </pc:sldChg>
      <pc:sldChg chg="addSp delSp modSp mod">
        <pc:chgData name="Panda, Debasis" userId="a9013a88-cb44-4d50-b56f-51e70fec9000" providerId="ADAL" clId="{DFDEB992-6ABE-4BA2-928D-36E3C5D370CF}" dt="2026-10-13T03:08:26.017" v="4231" actId="478"/>
        <pc:sldMkLst>
          <pc:docMk/>
          <pc:sldMk cId="0" sldId="2145704216"/>
        </pc:sldMkLst>
        <pc:spChg chg="mod">
          <ac:chgData name="Panda, Debasis" userId="a9013a88-cb44-4d50-b56f-51e70fec9000" providerId="ADAL" clId="{DFDEB992-6ABE-4BA2-928D-36E3C5D370CF}" dt="2026-10-12T11:15:12.649" v="1857" actId="20577"/>
          <ac:spMkLst>
            <pc:docMk/>
            <pc:sldMk cId="0" sldId="2145704216"/>
            <ac:spMk id="7" creationId="{00000000-0000-0000-0000-000000000000}"/>
          </ac:spMkLst>
        </pc:spChg>
        <pc:spChg chg="mod">
          <ac:chgData name="Panda, Debasis" userId="a9013a88-cb44-4d50-b56f-51e70fec9000" providerId="ADAL" clId="{DFDEB992-6ABE-4BA2-928D-36E3C5D370CF}" dt="2026-10-12T13:01:12.640" v="3125" actId="26606"/>
          <ac:spMkLst>
            <pc:docMk/>
            <pc:sldMk cId="0" sldId="2145704216"/>
            <ac:spMk id="9" creationId="{00000000-0000-0000-0000-000000000000}"/>
          </ac:spMkLst>
        </pc:spChg>
        <pc:spChg chg="mod">
          <ac:chgData name="Panda, Debasis" userId="a9013a88-cb44-4d50-b56f-51e70fec9000" providerId="ADAL" clId="{DFDEB992-6ABE-4BA2-928D-36E3C5D370CF}" dt="2026-10-07T16:27:43.380" v="976" actId="113"/>
          <ac:spMkLst>
            <pc:docMk/>
            <pc:sldMk cId="0" sldId="2145704216"/>
            <ac:spMk id="10" creationId="{00000000-0000-0000-0000-000000000000}"/>
          </ac:spMkLst>
        </pc:spChg>
        <pc:spChg chg="mod">
          <ac:chgData name="Panda, Debasis" userId="a9013a88-cb44-4d50-b56f-51e70fec9000" providerId="ADAL" clId="{DFDEB992-6ABE-4BA2-928D-36E3C5D370CF}" dt="2026-10-08T12:36:18.982" v="1381" actId="20577"/>
          <ac:spMkLst>
            <pc:docMk/>
            <pc:sldMk cId="0" sldId="2145704216"/>
            <ac:spMk id="11" creationId="{00000000-0000-0000-0000-000000000000}"/>
          </ac:spMkLst>
        </pc:spChg>
        <pc:spChg chg="mod">
          <ac:chgData name="Panda, Debasis" userId="a9013a88-cb44-4d50-b56f-51e70fec9000" providerId="ADAL" clId="{DFDEB992-6ABE-4BA2-928D-36E3C5D370CF}" dt="2026-10-13T02:10:51.277" v="4200" actId="207"/>
          <ac:spMkLst>
            <pc:docMk/>
            <pc:sldMk cId="0" sldId="2145704216"/>
            <ac:spMk id="13" creationId="{00000000-0000-0000-0000-000000000000}"/>
          </ac:spMkLst>
        </pc:spChg>
        <pc:spChg chg="mod">
          <ac:chgData name="Panda, Debasis" userId="a9013a88-cb44-4d50-b56f-51e70fec9000" providerId="ADAL" clId="{DFDEB992-6ABE-4BA2-928D-36E3C5D370CF}" dt="2026-10-13T02:10:56.454" v="4201" actId="207"/>
          <ac:spMkLst>
            <pc:docMk/>
            <pc:sldMk cId="0" sldId="2145704216"/>
            <ac:spMk id="18" creationId="{00000000-0000-0000-0000-000000000000}"/>
          </ac:spMkLst>
        </pc:spChg>
        <pc:spChg chg="mod">
          <ac:chgData name="Panda, Debasis" userId="a9013a88-cb44-4d50-b56f-51e70fec9000" providerId="ADAL" clId="{DFDEB992-6ABE-4BA2-928D-36E3C5D370CF}" dt="2026-10-12T11:23:56.601" v="1981" actId="20577"/>
          <ac:spMkLst>
            <pc:docMk/>
            <pc:sldMk cId="0" sldId="2145704216"/>
            <ac:spMk id="23" creationId="{00000000-0000-0000-0000-000000000000}"/>
          </ac:spMkLst>
        </pc:spChg>
        <pc:spChg chg="mod">
          <ac:chgData name="Panda, Debasis" userId="a9013a88-cb44-4d50-b56f-51e70fec9000" providerId="ADAL" clId="{DFDEB992-6ABE-4BA2-928D-36E3C5D370CF}" dt="2026-10-07T16:27:54.513" v="978" actId="113"/>
          <ac:spMkLst>
            <pc:docMk/>
            <pc:sldMk cId="0" sldId="2145704216"/>
            <ac:spMk id="24" creationId="{00000000-0000-0000-0000-000000000000}"/>
          </ac:spMkLst>
        </pc:spChg>
        <pc:spChg chg="mod">
          <ac:chgData name="Panda, Debasis" userId="a9013a88-cb44-4d50-b56f-51e70fec9000" providerId="ADAL" clId="{DFDEB992-6ABE-4BA2-928D-36E3C5D370CF}" dt="2026-10-08T12:36:28.777" v="1388" actId="20577"/>
          <ac:spMkLst>
            <pc:docMk/>
            <pc:sldMk cId="0" sldId="2145704216"/>
            <ac:spMk id="25" creationId="{00000000-0000-0000-0000-000000000000}"/>
          </ac:spMkLst>
        </pc:spChg>
        <pc:spChg chg="mod">
          <ac:chgData name="Panda, Debasis" userId="a9013a88-cb44-4d50-b56f-51e70fec9000" providerId="ADAL" clId="{DFDEB992-6ABE-4BA2-928D-36E3C5D370CF}" dt="2026-10-13T02:11:01.157" v="4202" actId="207"/>
          <ac:spMkLst>
            <pc:docMk/>
            <pc:sldMk cId="0" sldId="2145704216"/>
            <ac:spMk id="27" creationId="{00000000-0000-0000-0000-000000000000}"/>
          </ac:spMkLst>
        </pc:spChg>
        <pc:spChg chg="mod">
          <ac:chgData name="Panda, Debasis" userId="a9013a88-cb44-4d50-b56f-51e70fec9000" providerId="ADAL" clId="{DFDEB992-6ABE-4BA2-928D-36E3C5D370CF}" dt="2026-10-12T13:01:12.640" v="3125" actId="26606"/>
          <ac:spMkLst>
            <pc:docMk/>
            <pc:sldMk cId="0" sldId="2145704216"/>
            <ac:spMk id="30" creationId="{00000000-0000-0000-0000-000000000000}"/>
          </ac:spMkLst>
        </pc:spChg>
        <pc:spChg chg="mod">
          <ac:chgData name="Panda, Debasis" userId="a9013a88-cb44-4d50-b56f-51e70fec9000" providerId="ADAL" clId="{DFDEB992-6ABE-4BA2-928D-36E3C5D370CF}" dt="2026-10-13T02:11:06.425" v="4203" actId="207"/>
          <ac:spMkLst>
            <pc:docMk/>
            <pc:sldMk cId="0" sldId="2145704216"/>
            <ac:spMk id="32" creationId="{00000000-0000-0000-0000-000000000000}"/>
          </ac:spMkLst>
        </pc:spChg>
        <pc:picChg chg="add del">
          <ac:chgData name="Panda, Debasis" userId="a9013a88-cb44-4d50-b56f-51e70fec9000" providerId="ADAL" clId="{DFDEB992-6ABE-4BA2-928D-36E3C5D370CF}" dt="2026-10-13T03:08:26.017" v="4231" actId="478"/>
          <ac:picMkLst>
            <pc:docMk/>
            <pc:sldMk cId="0" sldId="2145704216"/>
            <ac:picMk id="4" creationId="{DE8B0B67-2B10-7E59-3B9E-E830D20C7838}"/>
          </ac:picMkLst>
        </pc:picChg>
      </pc:sldChg>
      <pc:sldChg chg="addSp delSp modSp mod ord">
        <pc:chgData name="Panda, Debasis" userId="a9013a88-cb44-4d50-b56f-51e70fec9000" providerId="ADAL" clId="{DFDEB992-6ABE-4BA2-928D-36E3C5D370CF}" dt="2026-10-13T03:08:48.355" v="4232" actId="478"/>
        <pc:sldMkLst>
          <pc:docMk/>
          <pc:sldMk cId="0" sldId="2145704217"/>
        </pc:sldMkLst>
        <pc:spChg chg="mod">
          <ac:chgData name="Panda, Debasis" userId="a9013a88-cb44-4d50-b56f-51e70fec9000" providerId="ADAL" clId="{DFDEB992-6ABE-4BA2-928D-36E3C5D370CF}" dt="2026-10-12T11:15:19.659" v="1861" actId="20577"/>
          <ac:spMkLst>
            <pc:docMk/>
            <pc:sldMk cId="0" sldId="2145704217"/>
            <ac:spMk id="7" creationId="{00000000-0000-0000-0000-000000000000}"/>
          </ac:spMkLst>
        </pc:spChg>
        <pc:spChg chg="mod">
          <ac:chgData name="Panda, Debasis" userId="a9013a88-cb44-4d50-b56f-51e70fec9000" providerId="ADAL" clId="{DFDEB992-6ABE-4BA2-928D-36E3C5D370CF}" dt="2026-10-12T11:23:47.864" v="1977" actId="20577"/>
          <ac:spMkLst>
            <pc:docMk/>
            <pc:sldMk cId="0" sldId="2145704217"/>
            <ac:spMk id="9" creationId="{00000000-0000-0000-0000-000000000000}"/>
          </ac:spMkLst>
        </pc:spChg>
        <pc:spChg chg="mod">
          <ac:chgData name="Panda, Debasis" userId="a9013a88-cb44-4d50-b56f-51e70fec9000" providerId="ADAL" clId="{DFDEB992-6ABE-4BA2-928D-36E3C5D370CF}" dt="2026-10-07T16:28:10.537" v="981" actId="255"/>
          <ac:spMkLst>
            <pc:docMk/>
            <pc:sldMk cId="0" sldId="2145704217"/>
            <ac:spMk id="10" creationId="{00000000-0000-0000-0000-000000000000}"/>
          </ac:spMkLst>
        </pc:spChg>
        <pc:spChg chg="mod">
          <ac:chgData name="Panda, Debasis" userId="a9013a88-cb44-4d50-b56f-51e70fec9000" providerId="ADAL" clId="{DFDEB992-6ABE-4BA2-928D-36E3C5D370CF}" dt="2026-10-08T12:37:27.471" v="1409" actId="20577"/>
          <ac:spMkLst>
            <pc:docMk/>
            <pc:sldMk cId="0" sldId="2145704217"/>
            <ac:spMk id="11" creationId="{00000000-0000-0000-0000-000000000000}"/>
          </ac:spMkLst>
        </pc:spChg>
        <pc:spChg chg="mod">
          <ac:chgData name="Panda, Debasis" userId="a9013a88-cb44-4d50-b56f-51e70fec9000" providerId="ADAL" clId="{DFDEB992-6ABE-4BA2-928D-36E3C5D370CF}" dt="2026-10-12T14:46:31.600" v="3238"/>
          <ac:spMkLst>
            <pc:docMk/>
            <pc:sldMk cId="0" sldId="2145704217"/>
            <ac:spMk id="13" creationId="{00000000-0000-0000-0000-000000000000}"/>
          </ac:spMkLst>
        </pc:spChg>
        <pc:spChg chg="mod">
          <ac:chgData name="Panda, Debasis" userId="a9013a88-cb44-4d50-b56f-51e70fec9000" providerId="ADAL" clId="{DFDEB992-6ABE-4BA2-928D-36E3C5D370CF}" dt="2026-10-12T11:23:44.391" v="1975" actId="20577"/>
          <ac:spMkLst>
            <pc:docMk/>
            <pc:sldMk cId="0" sldId="2145704217"/>
            <ac:spMk id="23" creationId="{00000000-0000-0000-0000-000000000000}"/>
          </ac:spMkLst>
        </pc:spChg>
        <pc:spChg chg="mod">
          <ac:chgData name="Panda, Debasis" userId="a9013a88-cb44-4d50-b56f-51e70fec9000" providerId="ADAL" clId="{DFDEB992-6ABE-4BA2-928D-36E3C5D370CF}" dt="2026-10-07T16:28:22.620" v="984" actId="207"/>
          <ac:spMkLst>
            <pc:docMk/>
            <pc:sldMk cId="0" sldId="2145704217"/>
            <ac:spMk id="24" creationId="{00000000-0000-0000-0000-000000000000}"/>
          </ac:spMkLst>
        </pc:spChg>
        <pc:spChg chg="mod">
          <ac:chgData name="Panda, Debasis" userId="a9013a88-cb44-4d50-b56f-51e70fec9000" providerId="ADAL" clId="{DFDEB992-6ABE-4BA2-928D-36E3C5D370CF}" dt="2026-10-08T12:37:45.134" v="1419" actId="20577"/>
          <ac:spMkLst>
            <pc:docMk/>
            <pc:sldMk cId="0" sldId="2145704217"/>
            <ac:spMk id="25" creationId="{00000000-0000-0000-0000-000000000000}"/>
          </ac:spMkLst>
        </pc:spChg>
        <pc:spChg chg="mod">
          <ac:chgData name="Panda, Debasis" userId="a9013a88-cb44-4d50-b56f-51e70fec9000" providerId="ADAL" clId="{DFDEB992-6ABE-4BA2-928D-36E3C5D370CF}" dt="2026-10-12T14:46:31.600" v="3238"/>
          <ac:spMkLst>
            <pc:docMk/>
            <pc:sldMk cId="0" sldId="2145704217"/>
            <ac:spMk id="27" creationId="{00000000-0000-0000-0000-000000000000}"/>
          </ac:spMkLst>
        </pc:spChg>
        <pc:spChg chg="mod">
          <ac:chgData name="Panda, Debasis" userId="a9013a88-cb44-4d50-b56f-51e70fec9000" providerId="ADAL" clId="{DFDEB992-6ABE-4BA2-928D-36E3C5D370CF}" dt="2026-10-12T14:46:31.600" v="3238"/>
          <ac:spMkLst>
            <pc:docMk/>
            <pc:sldMk cId="0" sldId="2145704217"/>
            <ac:spMk id="30" creationId="{00000000-0000-0000-0000-000000000000}"/>
          </ac:spMkLst>
        </pc:spChg>
        <pc:picChg chg="add del">
          <ac:chgData name="Panda, Debasis" userId="a9013a88-cb44-4d50-b56f-51e70fec9000" providerId="ADAL" clId="{DFDEB992-6ABE-4BA2-928D-36E3C5D370CF}" dt="2026-10-13T03:08:48.355" v="4232" actId="478"/>
          <ac:picMkLst>
            <pc:docMk/>
            <pc:sldMk cId="0" sldId="2145704217"/>
            <ac:picMk id="4" creationId="{27796567-F813-6210-3A85-0F4815A424EC}"/>
          </ac:picMkLst>
        </pc:picChg>
      </pc:sldChg>
      <pc:sldChg chg="addSp delSp modSp mod">
        <pc:chgData name="Panda, Debasis" userId="a9013a88-cb44-4d50-b56f-51e70fec9000" providerId="ADAL" clId="{DFDEB992-6ABE-4BA2-928D-36E3C5D370CF}" dt="2026-10-13T03:08:54.408" v="4233" actId="478"/>
        <pc:sldMkLst>
          <pc:docMk/>
          <pc:sldMk cId="0" sldId="2145704218"/>
        </pc:sldMkLst>
        <pc:spChg chg="mod">
          <ac:chgData name="Panda, Debasis" userId="a9013a88-cb44-4d50-b56f-51e70fec9000" providerId="ADAL" clId="{DFDEB992-6ABE-4BA2-928D-36E3C5D370CF}" dt="2026-10-12T11:56:30.616" v="2591" actId="20577"/>
          <ac:spMkLst>
            <pc:docMk/>
            <pc:sldMk cId="0" sldId="2145704218"/>
            <ac:spMk id="7" creationId="{00000000-0000-0000-0000-000000000000}"/>
          </ac:spMkLst>
        </pc:spChg>
        <pc:graphicFrameChg chg="mod modGraphic">
          <ac:chgData name="Panda, Debasis" userId="a9013a88-cb44-4d50-b56f-51e70fec9000" providerId="ADAL" clId="{DFDEB992-6ABE-4BA2-928D-36E3C5D370CF}" dt="2026-10-12T13:01:12.640" v="3125" actId="26606"/>
          <ac:graphicFrameMkLst>
            <pc:docMk/>
            <pc:sldMk cId="0" sldId="2145704218"/>
            <ac:graphicFrameMk id="9" creationId="{00000000-0000-0000-0000-000000000000}"/>
          </ac:graphicFrameMkLst>
        </pc:graphicFrameChg>
        <pc:picChg chg="add del">
          <ac:chgData name="Panda, Debasis" userId="a9013a88-cb44-4d50-b56f-51e70fec9000" providerId="ADAL" clId="{DFDEB992-6ABE-4BA2-928D-36E3C5D370CF}" dt="2026-10-13T03:08:54.408" v="4233" actId="478"/>
          <ac:picMkLst>
            <pc:docMk/>
            <pc:sldMk cId="0" sldId="2145704218"/>
            <ac:picMk id="4" creationId="{46FD060A-DD0F-7569-91EE-1AA4EA27FF2C}"/>
          </ac:picMkLst>
        </pc:picChg>
      </pc:sldChg>
      <pc:sldChg chg="addSp delSp modSp mod">
        <pc:chgData name="Panda, Debasis" userId="a9013a88-cb44-4d50-b56f-51e70fec9000" providerId="ADAL" clId="{DFDEB992-6ABE-4BA2-928D-36E3C5D370CF}" dt="2026-10-13T03:08:57.796" v="4234" actId="478"/>
        <pc:sldMkLst>
          <pc:docMk/>
          <pc:sldMk cId="0" sldId="2145704219"/>
        </pc:sldMkLst>
        <pc:spChg chg="mod">
          <ac:chgData name="Panda, Debasis" userId="a9013a88-cb44-4d50-b56f-51e70fec9000" providerId="ADAL" clId="{DFDEB992-6ABE-4BA2-928D-36E3C5D370CF}" dt="2026-10-12T11:59:50.799" v="2739" actId="20577"/>
          <ac:spMkLst>
            <pc:docMk/>
            <pc:sldMk cId="0" sldId="2145704219"/>
            <ac:spMk id="22" creationId="{00000000-0000-0000-0000-000000000000}"/>
          </ac:spMkLst>
        </pc:spChg>
        <pc:spChg chg="mod">
          <ac:chgData name="Panda, Debasis" userId="a9013a88-cb44-4d50-b56f-51e70fec9000" providerId="ADAL" clId="{DFDEB992-6ABE-4BA2-928D-36E3C5D370CF}" dt="2026-10-12T12:42:41.704" v="3086" actId="20577"/>
          <ac:spMkLst>
            <pc:docMk/>
            <pc:sldMk cId="0" sldId="2145704219"/>
            <ac:spMk id="32" creationId="{00000000-0000-0000-0000-000000000000}"/>
          </ac:spMkLst>
        </pc:spChg>
        <pc:spChg chg="mod">
          <ac:chgData name="Panda, Debasis" userId="a9013a88-cb44-4d50-b56f-51e70fec9000" providerId="ADAL" clId="{DFDEB992-6ABE-4BA2-928D-36E3C5D370CF}" dt="2026-10-12T12:43:23.384" v="3107" actId="20577"/>
          <ac:spMkLst>
            <pc:docMk/>
            <pc:sldMk cId="0" sldId="2145704219"/>
            <ac:spMk id="33" creationId="{00000000-0000-0000-0000-000000000000}"/>
          </ac:spMkLst>
        </pc:spChg>
        <pc:picChg chg="add del">
          <ac:chgData name="Panda, Debasis" userId="a9013a88-cb44-4d50-b56f-51e70fec9000" providerId="ADAL" clId="{DFDEB992-6ABE-4BA2-928D-36E3C5D370CF}" dt="2026-10-13T03:08:57.796" v="4234" actId="478"/>
          <ac:picMkLst>
            <pc:docMk/>
            <pc:sldMk cId="0" sldId="2145704219"/>
            <ac:picMk id="4" creationId="{A7843FCD-ECC4-15DB-BAAD-8B5D59873EE6}"/>
          </ac:picMkLst>
        </pc:picChg>
      </pc:sldChg>
      <pc:sldChg chg="addSp delSp modSp mod ord">
        <pc:chgData name="Panda, Debasis" userId="a9013a88-cb44-4d50-b56f-51e70fec9000" providerId="ADAL" clId="{DFDEB992-6ABE-4BA2-928D-36E3C5D370CF}" dt="2026-10-13T03:09:07.559" v="4236" actId="478"/>
        <pc:sldMkLst>
          <pc:docMk/>
          <pc:sldMk cId="0" sldId="2145704225"/>
        </pc:sldMkLst>
        <pc:spChg chg="add">
          <ac:chgData name="Panda, Debasis" userId="a9013a88-cb44-4d50-b56f-51e70fec9000" providerId="ADAL" clId="{DFDEB992-6ABE-4BA2-928D-36E3C5D370CF}" dt="2026-10-08T13:05:37.219" v="1540" actId="26606"/>
          <ac:spMkLst>
            <pc:docMk/>
            <pc:sldMk cId="0" sldId="2145704225"/>
            <ac:spMk id="9" creationId="{00000000-0000-0000-0000-000000000000}"/>
          </ac:spMkLst>
        </pc:spChg>
        <pc:graphicFrameChg chg="mod modGraphic">
          <ac:chgData name="Panda, Debasis" userId="a9013a88-cb44-4d50-b56f-51e70fec9000" providerId="ADAL" clId="{DFDEB992-6ABE-4BA2-928D-36E3C5D370CF}" dt="2026-10-12T17:39:06.733" v="4082" actId="108"/>
          <ac:graphicFrameMkLst>
            <pc:docMk/>
            <pc:sldMk cId="0" sldId="2145704225"/>
            <ac:graphicFrameMk id="8" creationId="{00000000-0000-0000-0000-000000000000}"/>
          </ac:graphicFrameMkLst>
        </pc:graphicFrameChg>
        <pc:picChg chg="add del">
          <ac:chgData name="Panda, Debasis" userId="a9013a88-cb44-4d50-b56f-51e70fec9000" providerId="ADAL" clId="{DFDEB992-6ABE-4BA2-928D-36E3C5D370CF}" dt="2026-10-13T03:09:07.559" v="4236" actId="478"/>
          <ac:picMkLst>
            <pc:docMk/>
            <pc:sldMk cId="0" sldId="2145704225"/>
            <ac:picMk id="4" creationId="{0755DF1E-6F8D-2E73-221F-C4F43E3E69E0}"/>
          </ac:picMkLst>
        </pc:picChg>
      </pc:sldChg>
      <pc:sldChg chg="addSp delSp modSp add mod modNotesTx">
        <pc:chgData name="Panda, Debasis" userId="a9013a88-cb44-4d50-b56f-51e70fec9000" providerId="ADAL" clId="{DFDEB992-6ABE-4BA2-928D-36E3C5D370CF}" dt="2026-10-13T03:07:06.287" v="4216" actId="478"/>
        <pc:sldMkLst>
          <pc:docMk/>
          <pc:sldMk cId="0" sldId="2145704243"/>
        </pc:sldMkLst>
        <pc:spChg chg="mod">
          <ac:chgData name="Panda, Debasis" userId="a9013a88-cb44-4d50-b56f-51e70fec9000" providerId="ADAL" clId="{DFDEB992-6ABE-4BA2-928D-36E3C5D370CF}" dt="2026-10-08T14:27:00.746" v="1742" actId="20577"/>
          <ac:spMkLst>
            <pc:docMk/>
            <pc:sldMk cId="0" sldId="2145704243"/>
            <ac:spMk id="10" creationId="{00000000-0000-0000-0000-000000000000}"/>
          </ac:spMkLst>
        </pc:spChg>
        <pc:spChg chg="mod">
          <ac:chgData name="Panda, Debasis" userId="a9013a88-cb44-4d50-b56f-51e70fec9000" providerId="ADAL" clId="{DFDEB992-6ABE-4BA2-928D-36E3C5D370CF}" dt="2026-10-08T12:45:00.297" v="1493" actId="20577"/>
          <ac:spMkLst>
            <pc:docMk/>
            <pc:sldMk cId="0" sldId="2145704243"/>
            <ac:spMk id="12" creationId="{00000000-0000-0000-0000-000000000000}"/>
          </ac:spMkLst>
        </pc:spChg>
        <pc:spChg chg="mod">
          <ac:chgData name="Panda, Debasis" userId="a9013a88-cb44-4d50-b56f-51e70fec9000" providerId="ADAL" clId="{DFDEB992-6ABE-4BA2-928D-36E3C5D370CF}" dt="2026-10-08T12:28:38.784" v="1235" actId="20577"/>
          <ac:spMkLst>
            <pc:docMk/>
            <pc:sldMk cId="0" sldId="2145704243"/>
            <ac:spMk id="13" creationId="{00000000-0000-0000-0000-000000000000}"/>
          </ac:spMkLst>
        </pc:spChg>
        <pc:spChg chg="mod">
          <ac:chgData name="Panda, Debasis" userId="a9013a88-cb44-4d50-b56f-51e70fec9000" providerId="ADAL" clId="{DFDEB992-6ABE-4BA2-928D-36E3C5D370CF}" dt="2026-10-12T13:01:12.640" v="3125" actId="26606"/>
          <ac:spMkLst>
            <pc:docMk/>
            <pc:sldMk cId="0" sldId="2145704243"/>
            <ac:spMk id="15" creationId="{00000000-0000-0000-0000-000000000000}"/>
          </ac:spMkLst>
        </pc:spChg>
        <pc:spChg chg="mod">
          <ac:chgData name="Panda, Debasis" userId="a9013a88-cb44-4d50-b56f-51e70fec9000" providerId="ADAL" clId="{DFDEB992-6ABE-4BA2-928D-36E3C5D370CF}" dt="2026-10-08T12:28:47.466" v="1237" actId="20577"/>
          <ac:spMkLst>
            <pc:docMk/>
            <pc:sldMk cId="0" sldId="2145704243"/>
            <ac:spMk id="16" creationId="{00000000-0000-0000-0000-000000000000}"/>
          </ac:spMkLst>
        </pc:spChg>
        <pc:spChg chg="mod">
          <ac:chgData name="Panda, Debasis" userId="a9013a88-cb44-4d50-b56f-51e70fec9000" providerId="ADAL" clId="{DFDEB992-6ABE-4BA2-928D-36E3C5D370CF}" dt="2026-10-08T12:45:16.274" v="1501" actId="20577"/>
          <ac:spMkLst>
            <pc:docMk/>
            <pc:sldMk cId="0" sldId="2145704243"/>
            <ac:spMk id="18" creationId="{00000000-0000-0000-0000-000000000000}"/>
          </ac:spMkLst>
        </pc:spChg>
        <pc:spChg chg="mod">
          <ac:chgData name="Panda, Debasis" userId="a9013a88-cb44-4d50-b56f-51e70fec9000" providerId="ADAL" clId="{DFDEB992-6ABE-4BA2-928D-36E3C5D370CF}" dt="2026-10-08T12:28:56.845" v="1239" actId="20577"/>
          <ac:spMkLst>
            <pc:docMk/>
            <pc:sldMk cId="0" sldId="2145704243"/>
            <ac:spMk id="19" creationId="{00000000-0000-0000-0000-000000000000}"/>
          </ac:spMkLst>
        </pc:spChg>
        <pc:spChg chg="mod">
          <ac:chgData name="Panda, Debasis" userId="a9013a88-cb44-4d50-b56f-51e70fec9000" providerId="ADAL" clId="{DFDEB992-6ABE-4BA2-928D-36E3C5D370CF}" dt="2026-10-08T12:45:27.713" v="1509" actId="20577"/>
          <ac:spMkLst>
            <pc:docMk/>
            <pc:sldMk cId="0" sldId="2145704243"/>
            <ac:spMk id="21" creationId="{00000000-0000-0000-0000-000000000000}"/>
          </ac:spMkLst>
        </pc:spChg>
        <pc:spChg chg="mod">
          <ac:chgData name="Panda, Debasis" userId="a9013a88-cb44-4d50-b56f-51e70fec9000" providerId="ADAL" clId="{DFDEB992-6ABE-4BA2-928D-36E3C5D370CF}" dt="2026-10-08T12:29:05.924" v="1241" actId="20577"/>
          <ac:spMkLst>
            <pc:docMk/>
            <pc:sldMk cId="0" sldId="2145704243"/>
            <ac:spMk id="22" creationId="{00000000-0000-0000-0000-000000000000}"/>
          </ac:spMkLst>
        </pc:spChg>
        <pc:spChg chg="mod">
          <ac:chgData name="Panda, Debasis" userId="a9013a88-cb44-4d50-b56f-51e70fec9000" providerId="ADAL" clId="{DFDEB992-6ABE-4BA2-928D-36E3C5D370CF}" dt="2026-10-08T12:45:34.978" v="1515" actId="20577"/>
          <ac:spMkLst>
            <pc:docMk/>
            <pc:sldMk cId="0" sldId="2145704243"/>
            <ac:spMk id="24" creationId="{00000000-0000-0000-0000-000000000000}"/>
          </ac:spMkLst>
        </pc:spChg>
        <pc:spChg chg="mod">
          <ac:chgData name="Panda, Debasis" userId="a9013a88-cb44-4d50-b56f-51e70fec9000" providerId="ADAL" clId="{DFDEB992-6ABE-4BA2-928D-36E3C5D370CF}" dt="2026-10-08T12:29:14.283" v="1243" actId="20577"/>
          <ac:spMkLst>
            <pc:docMk/>
            <pc:sldMk cId="0" sldId="2145704243"/>
            <ac:spMk id="25" creationId="{00000000-0000-0000-0000-000000000000}"/>
          </ac:spMkLst>
        </pc:spChg>
        <pc:spChg chg="mod">
          <ac:chgData name="Panda, Debasis" userId="a9013a88-cb44-4d50-b56f-51e70fec9000" providerId="ADAL" clId="{DFDEB992-6ABE-4BA2-928D-36E3C5D370CF}" dt="2026-10-08T14:25:23.956" v="1734" actId="20577"/>
          <ac:spMkLst>
            <pc:docMk/>
            <pc:sldMk cId="0" sldId="2145704243"/>
            <ac:spMk id="26" creationId="{00000000-0000-0000-0000-000000000000}"/>
          </ac:spMkLst>
        </pc:spChg>
        <pc:graphicFrameChg chg="add mod">
          <ac:chgData name="Panda, Debasis" userId="a9013a88-cb44-4d50-b56f-51e70fec9000" providerId="ADAL" clId="{DFDEB992-6ABE-4BA2-928D-36E3C5D370CF}" dt="2026-10-12T17:21:27.009" v="3986" actId="26606"/>
          <ac:graphicFrameMkLst>
            <pc:docMk/>
            <pc:sldMk cId="0" sldId="2145704243"/>
            <ac:graphicFrameMk id="9" creationId="{00000000-0000-0000-0000-000000000000}"/>
          </ac:graphicFrameMkLst>
        </pc:graphicFrameChg>
        <pc:picChg chg="add del">
          <ac:chgData name="Panda, Debasis" userId="a9013a88-cb44-4d50-b56f-51e70fec9000" providerId="ADAL" clId="{DFDEB992-6ABE-4BA2-928D-36E3C5D370CF}" dt="2026-10-13T03:07:06.287" v="4216" actId="478"/>
          <ac:picMkLst>
            <pc:docMk/>
            <pc:sldMk cId="0" sldId="2145704243"/>
            <ac:picMk id="4" creationId="{52D33AA2-41DC-A616-F9CE-49D742A2693F}"/>
          </ac:picMkLst>
        </pc:picChg>
        <pc:cxnChg chg="add mod">
          <ac:chgData name="Panda, Debasis" userId="a9013a88-cb44-4d50-b56f-51e70fec9000" providerId="ADAL" clId="{DFDEB992-6ABE-4BA2-928D-36E3C5D370CF}" dt="2026-10-08T10:24:40.902" v="1158"/>
          <ac:cxnSpMkLst>
            <pc:docMk/>
            <pc:sldMk cId="0" sldId="2145704243"/>
            <ac:cxnSpMk id="29" creationId="{CA73A2D2-F32A-25DD-1C77-F6C3DD2ED866}"/>
          </ac:cxnSpMkLst>
        </pc:cxnChg>
        <pc:cxnChg chg="add mod">
          <ac:chgData name="Panda, Debasis" userId="a9013a88-cb44-4d50-b56f-51e70fec9000" providerId="ADAL" clId="{DFDEB992-6ABE-4BA2-928D-36E3C5D370CF}" dt="2026-10-08T10:24:46.771" v="1159"/>
          <ac:cxnSpMkLst>
            <pc:docMk/>
            <pc:sldMk cId="0" sldId="2145704243"/>
            <ac:cxnSpMk id="30" creationId="{2AE5DAB1-4F54-720B-8FE8-11D05C1C1600}"/>
          </ac:cxnSpMkLst>
        </pc:cxnChg>
        <pc:cxnChg chg="add mod">
          <ac:chgData name="Panda, Debasis" userId="a9013a88-cb44-4d50-b56f-51e70fec9000" providerId="ADAL" clId="{DFDEB992-6ABE-4BA2-928D-36E3C5D370CF}" dt="2026-10-08T10:24:52.013" v="1160"/>
          <ac:cxnSpMkLst>
            <pc:docMk/>
            <pc:sldMk cId="0" sldId="2145704243"/>
            <ac:cxnSpMk id="31" creationId="{4BD1E2C4-7F64-D502-F0C9-C14D8FAFD967}"/>
          </ac:cxnSpMkLst>
        </pc:cxnChg>
        <pc:cxnChg chg="add mod">
          <ac:chgData name="Panda, Debasis" userId="a9013a88-cb44-4d50-b56f-51e70fec9000" providerId="ADAL" clId="{DFDEB992-6ABE-4BA2-928D-36E3C5D370CF}" dt="2026-10-08T10:25:03.850" v="1162" actId="1076"/>
          <ac:cxnSpMkLst>
            <pc:docMk/>
            <pc:sldMk cId="0" sldId="2145704243"/>
            <ac:cxnSpMk id="32" creationId="{416C1472-FC85-3C77-5AF9-A2AFB4667E36}"/>
          </ac:cxnSpMkLst>
        </pc:cxnChg>
      </pc:sldChg>
      <pc:sldChg chg="addSp delSp modSp add mod">
        <pc:chgData name="Panda, Debasis" userId="a9013a88-cb44-4d50-b56f-51e70fec9000" providerId="ADAL" clId="{DFDEB992-6ABE-4BA2-928D-36E3C5D370CF}" dt="2026-10-13T03:09:04.040" v="4235" actId="478"/>
        <pc:sldMkLst>
          <pc:docMk/>
          <pc:sldMk cId="0" sldId="2145704245"/>
        </pc:sldMkLst>
        <pc:spChg chg="mod">
          <ac:chgData name="Panda, Debasis" userId="a9013a88-cb44-4d50-b56f-51e70fec9000" providerId="ADAL" clId="{DFDEB992-6ABE-4BA2-928D-36E3C5D370CF}" dt="2026-10-12T09:31:31.445" v="1846" actId="20577"/>
          <ac:spMkLst>
            <pc:docMk/>
            <pc:sldMk cId="0" sldId="2145704245"/>
            <ac:spMk id="12" creationId="{00000000-0000-0000-0000-000000000000}"/>
          </ac:spMkLst>
        </pc:spChg>
        <pc:spChg chg="mod">
          <ac:chgData name="Panda, Debasis" userId="a9013a88-cb44-4d50-b56f-51e70fec9000" providerId="ADAL" clId="{DFDEB992-6ABE-4BA2-928D-36E3C5D370CF}" dt="2026-10-12T09:31:36.415" v="1848" actId="20577"/>
          <ac:spMkLst>
            <pc:docMk/>
            <pc:sldMk cId="0" sldId="2145704245"/>
            <ac:spMk id="24" creationId="{00000000-0000-0000-0000-000000000000}"/>
          </ac:spMkLst>
        </pc:spChg>
        <pc:picChg chg="add del">
          <ac:chgData name="Panda, Debasis" userId="a9013a88-cb44-4d50-b56f-51e70fec9000" providerId="ADAL" clId="{DFDEB992-6ABE-4BA2-928D-36E3C5D370CF}" dt="2026-10-13T03:09:04.040" v="4235" actId="478"/>
          <ac:picMkLst>
            <pc:docMk/>
            <pc:sldMk cId="0" sldId="2145704245"/>
            <ac:picMk id="4" creationId="{EC754E94-98F5-62F2-E9D4-716E899663DE}"/>
          </ac:picMkLst>
        </pc:picChg>
      </pc:sldChg>
      <pc:sldChg chg="delSp modSp add mod">
        <pc:chgData name="Panda, Debasis" userId="a9013a88-cb44-4d50-b56f-51e70fec9000" providerId="ADAL" clId="{DFDEB992-6ABE-4BA2-928D-36E3C5D370CF}" dt="2026-10-13T03:08:15.916" v="4230" actId="478"/>
        <pc:sldMkLst>
          <pc:docMk/>
          <pc:sldMk cId="2963960188" sldId="2145704246"/>
        </pc:sldMkLst>
        <pc:spChg chg="mod">
          <ac:chgData name="Panda, Debasis" userId="a9013a88-cb44-4d50-b56f-51e70fec9000" providerId="ADAL" clId="{DFDEB992-6ABE-4BA2-928D-36E3C5D370CF}" dt="2026-10-12T11:24:34.747" v="1982"/>
          <ac:spMkLst>
            <pc:docMk/>
            <pc:sldMk cId="2963960188" sldId="2145704246"/>
            <ac:spMk id="9" creationId="{00000000-0000-0000-0000-000000000000}"/>
          </ac:spMkLst>
        </pc:spChg>
        <pc:spChg chg="mod">
          <ac:chgData name="Panda, Debasis" userId="a9013a88-cb44-4d50-b56f-51e70fec9000" providerId="ADAL" clId="{DFDEB992-6ABE-4BA2-928D-36E3C5D370CF}" dt="2026-10-12T14:46:31.600" v="3238"/>
          <ac:spMkLst>
            <pc:docMk/>
            <pc:sldMk cId="2963960188" sldId="2145704246"/>
            <ac:spMk id="10" creationId="{00000000-0000-0000-0000-000000000000}"/>
          </ac:spMkLst>
        </pc:spChg>
        <pc:spChg chg="mod">
          <ac:chgData name="Panda, Debasis" userId="a9013a88-cb44-4d50-b56f-51e70fec9000" providerId="ADAL" clId="{DFDEB992-6ABE-4BA2-928D-36E3C5D370CF}" dt="2026-10-13T02:07:06.619" v="4196" actId="207"/>
          <ac:spMkLst>
            <pc:docMk/>
            <pc:sldMk cId="2963960188" sldId="2145704246"/>
            <ac:spMk id="13" creationId="{00000000-0000-0000-0000-000000000000}"/>
          </ac:spMkLst>
        </pc:spChg>
        <pc:spChg chg="mod">
          <ac:chgData name="Panda, Debasis" userId="a9013a88-cb44-4d50-b56f-51e70fec9000" providerId="ADAL" clId="{DFDEB992-6ABE-4BA2-928D-36E3C5D370CF}" dt="2026-10-13T02:07:24.760" v="4197" actId="207"/>
          <ac:spMkLst>
            <pc:docMk/>
            <pc:sldMk cId="2963960188" sldId="2145704246"/>
            <ac:spMk id="18" creationId="{00000000-0000-0000-0000-000000000000}"/>
          </ac:spMkLst>
        </pc:spChg>
        <pc:spChg chg="mod">
          <ac:chgData name="Panda, Debasis" userId="a9013a88-cb44-4d50-b56f-51e70fec9000" providerId="ADAL" clId="{DFDEB992-6ABE-4BA2-928D-36E3C5D370CF}" dt="2026-10-12T18:09:00.024" v="4092" actId="404"/>
          <ac:spMkLst>
            <pc:docMk/>
            <pc:sldMk cId="2963960188" sldId="2145704246"/>
            <ac:spMk id="23" creationId="{00000000-0000-0000-0000-000000000000}"/>
          </ac:spMkLst>
        </pc:spChg>
        <pc:spChg chg="mod">
          <ac:chgData name="Panda, Debasis" userId="a9013a88-cb44-4d50-b56f-51e70fec9000" providerId="ADAL" clId="{DFDEB992-6ABE-4BA2-928D-36E3C5D370CF}" dt="2026-10-12T16:31:41.391" v="3522" actId="207"/>
          <ac:spMkLst>
            <pc:docMk/>
            <pc:sldMk cId="2963960188" sldId="2145704246"/>
            <ac:spMk id="24" creationId="{00000000-0000-0000-0000-000000000000}"/>
          </ac:spMkLst>
        </pc:spChg>
        <pc:spChg chg="mod">
          <ac:chgData name="Panda, Debasis" userId="a9013a88-cb44-4d50-b56f-51e70fec9000" providerId="ADAL" clId="{DFDEB992-6ABE-4BA2-928D-36E3C5D370CF}" dt="2026-10-13T02:07:31.319" v="4198" actId="207"/>
          <ac:spMkLst>
            <pc:docMk/>
            <pc:sldMk cId="2963960188" sldId="2145704246"/>
            <ac:spMk id="27" creationId="{00000000-0000-0000-0000-000000000000}"/>
          </ac:spMkLst>
        </pc:spChg>
        <pc:spChg chg="mod">
          <ac:chgData name="Panda, Debasis" userId="a9013a88-cb44-4d50-b56f-51e70fec9000" providerId="ADAL" clId="{DFDEB992-6ABE-4BA2-928D-36E3C5D370CF}" dt="2026-10-13T02:07:36.376" v="4199" actId="207"/>
          <ac:spMkLst>
            <pc:docMk/>
            <pc:sldMk cId="2963960188" sldId="2145704246"/>
            <ac:spMk id="32" creationId="{00000000-0000-0000-0000-000000000000}"/>
          </ac:spMkLst>
        </pc:spChg>
        <pc:picChg chg="del">
          <ac:chgData name="Panda, Debasis" userId="a9013a88-cb44-4d50-b56f-51e70fec9000" providerId="ADAL" clId="{DFDEB992-6ABE-4BA2-928D-36E3C5D370CF}" dt="2026-10-13T03:08:15.916" v="4230" actId="478"/>
          <ac:picMkLst>
            <pc:docMk/>
            <pc:sldMk cId="2963960188" sldId="2145704246"/>
            <ac:picMk id="4" creationId="{E0AAD345-A67F-BBDD-63FB-90820C75E374}"/>
          </ac:picMkLst>
        </pc:picChg>
      </pc:sldChg>
      <pc:sldChg chg="addSp delSp modSp add mod ord modNotesTx">
        <pc:chgData name="Panda, Debasis" userId="a9013a88-cb44-4d50-b56f-51e70fec9000" providerId="ADAL" clId="{DFDEB992-6ABE-4BA2-928D-36E3C5D370CF}" dt="2026-10-13T03:09:11.424" v="4237" actId="478"/>
        <pc:sldMkLst>
          <pc:docMk/>
          <pc:sldMk cId="0" sldId="2145704247"/>
        </pc:sldMkLst>
        <pc:spChg chg="add mod">
          <ac:chgData name="Panda, Debasis" userId="a9013a88-cb44-4d50-b56f-51e70fec9000" providerId="ADAL" clId="{DFDEB992-6ABE-4BA2-928D-36E3C5D370CF}" dt="2026-10-12T14:38:42.405" v="3222" actId="6549"/>
          <ac:spMkLst>
            <pc:docMk/>
            <pc:sldMk cId="0" sldId="2145704247"/>
            <ac:spMk id="6" creationId="{4D1E2F20-73AA-F708-7073-24C1B3E49F30}"/>
          </ac:spMkLst>
        </pc:spChg>
        <pc:spChg chg="del mod">
          <ac:chgData name="Panda, Debasis" userId="a9013a88-cb44-4d50-b56f-51e70fec9000" providerId="ADAL" clId="{DFDEB992-6ABE-4BA2-928D-36E3C5D370CF}" dt="2026-10-12T13:52:30.365" v="3138" actId="478"/>
          <ac:spMkLst>
            <pc:docMk/>
            <pc:sldMk cId="0" sldId="2145704247"/>
            <ac:spMk id="9" creationId="{00000000-0000-0000-0000-000000000000}"/>
          </ac:spMkLst>
        </pc:spChg>
        <pc:graphicFrameChg chg="mod">
          <ac:chgData name="Panda, Debasis" userId="a9013a88-cb44-4d50-b56f-51e70fec9000" providerId="ADAL" clId="{DFDEB992-6ABE-4BA2-928D-36E3C5D370CF}" dt="2026-10-12T17:38:40.881" v="4081"/>
          <ac:graphicFrameMkLst>
            <pc:docMk/>
            <pc:sldMk cId="0" sldId="2145704247"/>
            <ac:graphicFrameMk id="8" creationId="{00000000-0000-0000-0000-000000000000}"/>
          </ac:graphicFrameMkLst>
        </pc:graphicFrameChg>
        <pc:picChg chg="del">
          <ac:chgData name="Panda, Debasis" userId="a9013a88-cb44-4d50-b56f-51e70fec9000" providerId="ADAL" clId="{DFDEB992-6ABE-4BA2-928D-36E3C5D370CF}" dt="2026-10-13T03:09:11.424" v="4237" actId="478"/>
          <ac:picMkLst>
            <pc:docMk/>
            <pc:sldMk cId="0" sldId="2145704247"/>
            <ac:picMk id="4" creationId="{0755DF1E-6F8D-2E73-221F-C4F43E3E69E0}"/>
          </ac:picMkLst>
        </pc:picChg>
      </pc:sldChg>
      <pc:sldChg chg="delSp modSp mod">
        <pc:chgData name="Panda, Debasis" userId="a9013a88-cb44-4d50-b56f-51e70fec9000" providerId="ADAL" clId="{DFDEB992-6ABE-4BA2-928D-36E3C5D370CF}" dt="2026-10-13T03:06:36.517" v="4210" actId="478"/>
        <pc:sldMkLst>
          <pc:docMk/>
          <pc:sldMk cId="1837081141" sldId="2145704248"/>
        </pc:sldMkLst>
        <pc:spChg chg="mod">
          <ac:chgData name="Panda, Debasis" userId="a9013a88-cb44-4d50-b56f-51e70fec9000" providerId="ADAL" clId="{DFDEB992-6ABE-4BA2-928D-36E3C5D370CF}" dt="2026-10-12T15:38:57.898" v="3272" actId="207"/>
          <ac:spMkLst>
            <pc:docMk/>
            <pc:sldMk cId="1837081141" sldId="2145704248"/>
            <ac:spMk id="3" creationId="{C27598D6-12CB-A925-6CE5-EB127634D112}"/>
          </ac:spMkLst>
        </pc:spChg>
        <pc:picChg chg="del">
          <ac:chgData name="Panda, Debasis" userId="a9013a88-cb44-4d50-b56f-51e70fec9000" providerId="ADAL" clId="{DFDEB992-6ABE-4BA2-928D-36E3C5D370CF}" dt="2026-10-13T03:06:36.517" v="4210" actId="478"/>
          <ac:picMkLst>
            <pc:docMk/>
            <pc:sldMk cId="1837081141" sldId="2145704248"/>
            <ac:picMk id="12" creationId="{39C37E34-5679-A000-0D23-AE0BAA7341EF}"/>
          </ac:picMkLst>
        </pc:picChg>
      </pc:sldChg>
      <pc:sldChg chg="new del replId">
        <pc:chgData name="Panda, Debasis" userId="a9013a88-cb44-4d50-b56f-51e70fec9000" providerId="ADAL" clId="{DFDEB992-6ABE-4BA2-928D-36E3C5D370CF}" dt="2026-10-12T13:21:32.314" v="3129" actId="26606"/>
        <pc:sldMkLst>
          <pc:docMk/>
          <pc:sldMk cId="2986612170" sldId="2145704248"/>
        </pc:sldMkLst>
      </pc:sldChg>
      <pc:sldChg chg="delSp modSp add del mod">
        <pc:chgData name="Panda, Debasis" userId="a9013a88-cb44-4d50-b56f-51e70fec9000" providerId="ADAL" clId="{DFDEB992-6ABE-4BA2-928D-36E3C5D370CF}" dt="2026-10-12T17:27:25.976" v="4078" actId="47"/>
        <pc:sldMkLst>
          <pc:docMk/>
          <pc:sldMk cId="0" sldId="2145704249"/>
        </pc:sldMkLst>
        <pc:spChg chg="del">
          <ac:chgData name="Panda, Debasis" userId="a9013a88-cb44-4d50-b56f-51e70fec9000" providerId="ADAL" clId="{DFDEB992-6ABE-4BA2-928D-36E3C5D370CF}" dt="2026-10-12T17:09:39.866" v="3835" actId="478"/>
          <ac:spMkLst>
            <pc:docMk/>
            <pc:sldMk cId="0" sldId="2145704249"/>
            <ac:spMk id="6" creationId="{4D1E2F20-73AA-F708-7073-24C1B3E49F30}"/>
          </ac:spMkLst>
        </pc:spChg>
        <pc:spChg chg="mod">
          <ac:chgData name="Panda, Debasis" userId="a9013a88-cb44-4d50-b56f-51e70fec9000" providerId="ADAL" clId="{DFDEB992-6ABE-4BA2-928D-36E3C5D370CF}" dt="2026-10-12T17:21:40.489" v="3987" actId="14100"/>
          <ac:spMkLst>
            <pc:docMk/>
            <pc:sldMk cId="0" sldId="2145704249"/>
            <ac:spMk id="7" creationId="{00000000-0000-0000-0000-000000000000}"/>
          </ac:spMkLst>
        </pc:spChg>
        <pc:graphicFrameChg chg="mod modGraphic">
          <ac:chgData name="Panda, Debasis" userId="a9013a88-cb44-4d50-b56f-51e70fec9000" providerId="ADAL" clId="{DFDEB992-6ABE-4BA2-928D-36E3C5D370CF}" dt="2026-10-12T17:25:27.597" v="4077" actId="20577"/>
          <ac:graphicFrameMkLst>
            <pc:docMk/>
            <pc:sldMk cId="0" sldId="2145704249"/>
            <ac:graphicFrameMk id="8" creationId="{00000000-0000-0000-0000-000000000000}"/>
          </ac:graphicFrameMkLst>
        </pc:graphicFrameChg>
      </pc:sldChg>
      <pc:sldChg chg="new del replId">
        <pc:chgData name="Panda, Debasis" userId="a9013a88-cb44-4d50-b56f-51e70fec9000" providerId="ADAL" clId="{DFDEB992-6ABE-4BA2-928D-36E3C5D370CF}" dt="2026-10-12T17:04:14.190" v="3832" actId="26606"/>
        <pc:sldMkLst>
          <pc:docMk/>
          <pc:sldMk cId="1751260705" sldId="214570425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7FE4D907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7FE4D933_0.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_7FE4D90C_0.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_7FE4D90C_0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_7FE4D90E_0.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_7FE4D910_0.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_7FE4D910_0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_7FE4D912_0.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_7FE4D912_03.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_7FE4D913_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_7FE4D913_04.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_7FE4D915_0.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_7FE4D915_05.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_7FE4D915_0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extLst>
              <c:ext xmlns:c16="http://schemas.microsoft.com/office/drawing/2014/chart" uri="{C3380CC4-5D6E-409C-BE32-E72D297353CC}">
                <c16:uniqueId val="{00000000-0A05-480C-BF60-D719E5B04203}"/>
              </c:ext>
            </c:extLst>
          </c:dPt>
          <c:dPt>
            <c:idx val="1"/>
            <c:invertIfNegative val="1"/>
            <c:bubble3D val="0"/>
            <c:extLst>
              <c:ext xmlns:c16="http://schemas.microsoft.com/office/drawing/2014/chart" uri="{C3380CC4-5D6E-409C-BE32-E72D297353CC}">
                <c16:uniqueId val="{00000001-0A05-480C-BF60-D719E5B04203}"/>
              </c:ext>
            </c:extLst>
          </c:dPt>
          <c:dPt>
            <c:idx val="2"/>
            <c:invertIfNegative val="1"/>
            <c:bubble3D val="0"/>
            <c:extLst>
              <c:ext xmlns:c16="http://schemas.microsoft.com/office/drawing/2014/chart" uri="{C3380CC4-5D6E-409C-BE32-E72D297353CC}">
                <c16:uniqueId val="{00000002-0A05-480C-BF60-D719E5B04203}"/>
              </c:ext>
            </c:extLst>
          </c:dPt>
          <c:dPt>
            <c:idx val="3"/>
            <c:invertIfNegative val="1"/>
            <c:bubble3D val="0"/>
            <c:extLst>
              <c:ext xmlns:c16="http://schemas.microsoft.com/office/drawing/2014/chart" uri="{C3380CC4-5D6E-409C-BE32-E72D297353CC}">
                <c16:uniqueId val="{00000003-0A05-480C-BF60-D719E5B04203}"/>
              </c:ext>
            </c:extLst>
          </c:dPt>
          <c:dPt>
            <c:idx val="4"/>
            <c:invertIfNegative val="1"/>
            <c:bubble3D val="0"/>
            <c:extLst>
              <c:ext xmlns:c16="http://schemas.microsoft.com/office/drawing/2014/chart" uri="{C3380CC4-5D6E-409C-BE32-E72D297353CC}">
                <c16:uniqueId val="{00000004-0A05-480C-BF60-D719E5B04203}"/>
              </c:ext>
            </c:extLst>
          </c:dPt>
          <c:dPt>
            <c:idx val="5"/>
            <c:invertIfNegative val="1"/>
            <c:bubble3D val="0"/>
            <c:extLst>
              <c:ext xmlns:c16="http://schemas.microsoft.com/office/drawing/2014/chart" uri="{C3380CC4-5D6E-409C-BE32-E72D297353CC}">
                <c16:uniqueId val="{00000005-0A05-480C-BF60-D719E5B04203}"/>
              </c:ext>
            </c:extLst>
          </c:dPt>
          <c:dPt>
            <c:idx val="6"/>
            <c:invertIfNegative val="1"/>
            <c:bubble3D val="0"/>
            <c:extLst>
              <c:ext xmlns:c16="http://schemas.microsoft.com/office/drawing/2014/chart" uri="{C3380CC4-5D6E-409C-BE32-E72D297353CC}">
                <c16:uniqueId val="{00000006-0A05-480C-BF60-D719E5B04203}"/>
              </c:ext>
            </c:extLst>
          </c:dPt>
          <c:dPt>
            <c:idx val="7"/>
            <c:invertIfNegative val="1"/>
            <c:bubble3D val="0"/>
            <c:extLst>
              <c:ext xmlns:c16="http://schemas.microsoft.com/office/drawing/2014/chart" uri="{C3380CC4-5D6E-409C-BE32-E72D297353CC}">
                <c16:uniqueId val="{00000007-0A05-480C-BF60-D719E5B04203}"/>
              </c:ext>
            </c:extLst>
          </c:dPt>
          <c:dPt>
            <c:idx val="8"/>
            <c:invertIfNegative val="1"/>
            <c:bubble3D val="0"/>
            <c:spPr>
              <a:solidFill>
                <a:srgbClr val="D7262B"/>
              </a:solidFill>
            </c:spPr>
            <c:extLst>
              <c:ext xmlns:c16="http://schemas.microsoft.com/office/drawing/2014/chart" uri="{C3380CC4-5D6E-409C-BE32-E72D297353CC}">
                <c16:uniqueId val="{00000009-0A05-480C-BF60-D719E5B04203}"/>
              </c:ext>
            </c:extLst>
          </c:dPt>
          <c:dPt>
            <c:idx val="9"/>
            <c:invertIfNegative val="1"/>
            <c:bubble3D val="0"/>
            <c:spPr>
              <a:solidFill>
                <a:srgbClr val="D7262B"/>
              </a:solidFill>
            </c:spPr>
            <c:extLst>
              <c:ext xmlns:c16="http://schemas.microsoft.com/office/drawing/2014/chart" uri="{C3380CC4-5D6E-409C-BE32-E72D297353CC}">
                <c16:uniqueId val="{0000000B-0A05-480C-BF60-D719E5B04203}"/>
              </c:ext>
            </c:extLst>
          </c:dPt>
          <c:dPt>
            <c:idx val="10"/>
            <c:invertIfNegative val="1"/>
            <c:bubble3D val="0"/>
            <c:spPr>
              <a:solidFill>
                <a:srgbClr val="D7262B"/>
              </a:solidFill>
            </c:spPr>
            <c:extLst>
              <c:ext xmlns:c16="http://schemas.microsoft.com/office/drawing/2014/chart" uri="{C3380CC4-5D6E-409C-BE32-E72D297353CC}">
                <c16:uniqueId val="{0000000D-0A05-480C-BF60-D719E5B04203}"/>
              </c:ext>
            </c:extLst>
          </c:dPt>
          <c:dLbls>
            <c:numFmt formatCode="0&quot;%&quot;" sourceLinked="0"/>
            <c:spPr>
              <a:noFill/>
              <a:ln>
                <a:noFill/>
              </a:ln>
              <a:effectLst/>
            </c:spPr>
            <c:txPr>
              <a:bodyPr/>
              <a:lstStyle/>
              <a:p>
                <a:pPr>
                  <a:defRPr sz="1100" b="0">
                    <a:solidFill>
                      <a:srgbClr val="0A0A0A"/>
                    </a:solidFill>
                    <a:latin typeface="+mj-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Mock-up </c:v>
                </c:pt>
                <c:pt idx="1">
                  <c:v>Follow-Up </c:v>
                </c:pt>
                <c:pt idx="2">
                  <c:v>Location Visit </c:v>
                </c:pt>
                <c:pt idx="3">
                  <c:v>Data Leakage Indicators: no third-party call</c:v>
                </c:pt>
                <c:pt idx="4">
                  <c:v>Objection Handling </c:v>
                </c:pt>
                <c:pt idx="5">
                  <c:v>Sales Executive:Remote</c:v>
                </c:pt>
                <c:pt idx="6">
                  <c:v>Call Center </c:v>
                </c:pt>
                <c:pt idx="7">
                  <c:v>Sales Executive :In Person</c:v>
                </c:pt>
                <c:pt idx="8">
                  <c:v>Reception </c:v>
                </c:pt>
                <c:pt idx="9">
                  <c:v>Broker Call Interaction </c:v>
                </c:pt>
                <c:pt idx="10">
                  <c:v>Digital Enquiry </c:v>
                </c:pt>
              </c:strCache>
            </c:strRef>
          </c:cat>
          <c:val>
            <c:numRef>
              <c:f>Sheet1!$B$2:$B$12</c:f>
              <c:numCache>
                <c:formatCode>General</c:formatCode>
                <c:ptCount val="11"/>
                <c:pt idx="0">
                  <c:v>100</c:v>
                </c:pt>
                <c:pt idx="1">
                  <c:v>97.5</c:v>
                </c:pt>
                <c:pt idx="2">
                  <c:v>95.8</c:v>
                </c:pt>
                <c:pt idx="3">
                  <c:v>92.3</c:v>
                </c:pt>
                <c:pt idx="4">
                  <c:v>83.3</c:v>
                </c:pt>
                <c:pt idx="5">
                  <c:v>81.599999999999994</c:v>
                </c:pt>
                <c:pt idx="6">
                  <c:v>82.4</c:v>
                </c:pt>
                <c:pt idx="7">
                  <c:v>79.7</c:v>
                </c:pt>
                <c:pt idx="8">
                  <c:v>70.8</c:v>
                </c:pt>
                <c:pt idx="9">
                  <c:v>69.5</c:v>
                </c:pt>
                <c:pt idx="10">
                  <c:v>63.5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0A05-480C-BF60-D719E5B04203}"/>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85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850">
          <a:solidFill>
            <a:srgbClr val="1A1A1A"/>
          </a:solidFill>
          <a:latin typeface="Open Sans Medium"/>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Score</c:v>
                </c:pt>
              </c:strCache>
            </c:strRef>
          </c:tx>
          <c:invertIfNegative val="1"/>
          <c:dPt>
            <c:idx val="0"/>
            <c:invertIfNegative val="1"/>
            <c:bubble3D val="0"/>
            <c:spPr>
              <a:solidFill>
                <a:srgbClr val="1E4164"/>
              </a:solidFill>
            </c:spPr>
            <c:extLst>
              <c:ext xmlns:c16="http://schemas.microsoft.com/office/drawing/2014/chart" uri="{C3380CC4-5D6E-409C-BE32-E72D297353CC}">
                <c16:uniqueId val="{00000001-C0D5-42B5-8F8C-2286F82BE725}"/>
              </c:ext>
            </c:extLst>
          </c:dPt>
          <c:dPt>
            <c:idx val="1"/>
            <c:invertIfNegative val="1"/>
            <c:bubble3D val="0"/>
            <c:spPr>
              <a:solidFill>
                <a:srgbClr val="1E4164"/>
              </a:solidFill>
            </c:spPr>
            <c:extLst>
              <c:ext xmlns:c16="http://schemas.microsoft.com/office/drawing/2014/chart" uri="{C3380CC4-5D6E-409C-BE32-E72D297353CC}">
                <c16:uniqueId val="{00000003-C0D5-42B5-8F8C-2286F82BE725}"/>
              </c:ext>
            </c:extLst>
          </c:dPt>
          <c:dPt>
            <c:idx val="2"/>
            <c:invertIfNegative val="1"/>
            <c:bubble3D val="0"/>
            <c:spPr>
              <a:solidFill>
                <a:srgbClr val="1E4164"/>
              </a:solidFill>
            </c:spPr>
            <c:extLst>
              <c:ext xmlns:c16="http://schemas.microsoft.com/office/drawing/2014/chart" uri="{C3380CC4-5D6E-409C-BE32-E72D297353CC}">
                <c16:uniqueId val="{00000005-C0D5-42B5-8F8C-2286F82BE725}"/>
              </c:ext>
            </c:extLst>
          </c:dPt>
          <c:dPt>
            <c:idx val="3"/>
            <c:invertIfNegative val="1"/>
            <c:bubble3D val="0"/>
            <c:spPr>
              <a:solidFill>
                <a:srgbClr val="1E4164"/>
              </a:solidFill>
            </c:spPr>
            <c:extLst>
              <c:ext xmlns:c16="http://schemas.microsoft.com/office/drawing/2014/chart" uri="{C3380CC4-5D6E-409C-BE32-E72D297353CC}">
                <c16:uniqueId val="{00000007-C0D5-42B5-8F8C-2286F82BE725}"/>
              </c:ext>
            </c:extLst>
          </c:dPt>
          <c:dPt>
            <c:idx val="5"/>
            <c:invertIfNegative val="1"/>
            <c:bubble3D val="0"/>
            <c:spPr>
              <a:solidFill>
                <a:srgbClr val="D7262B"/>
              </a:solidFill>
            </c:spPr>
            <c:extLst>
              <c:ext xmlns:c16="http://schemas.microsoft.com/office/drawing/2014/chart" uri="{C3380CC4-5D6E-409C-BE32-E72D297353CC}">
                <c16:uniqueId val="{00000009-C0D5-42B5-8F8C-2286F82BE725}"/>
              </c:ext>
            </c:extLst>
          </c:dPt>
          <c:dPt>
            <c:idx val="6"/>
            <c:invertIfNegative val="1"/>
            <c:bubble3D val="0"/>
            <c:spPr>
              <a:solidFill>
                <a:srgbClr val="D7262B"/>
              </a:solidFill>
            </c:spPr>
            <c:extLst>
              <c:ext xmlns:c16="http://schemas.microsoft.com/office/drawing/2014/chart" uri="{C3380CC4-5D6E-409C-BE32-E72D297353CC}">
                <c16:uniqueId val="{0000000B-C0D5-42B5-8F8C-2286F82BE725}"/>
              </c:ext>
            </c:extLst>
          </c:dPt>
          <c:dPt>
            <c:idx val="7"/>
            <c:invertIfNegative val="1"/>
            <c:bubble3D val="0"/>
            <c:spPr>
              <a:solidFill>
                <a:srgbClr val="1E4164"/>
              </a:solidFill>
            </c:spPr>
            <c:extLst>
              <c:ext xmlns:c16="http://schemas.microsoft.com/office/drawing/2014/chart" uri="{C3380CC4-5D6E-409C-BE32-E72D297353CC}">
                <c16:uniqueId val="{0000000D-C0D5-42B5-8F8C-2286F82BE725}"/>
              </c:ext>
            </c:extLst>
          </c:dPt>
          <c:dPt>
            <c:idx val="8"/>
            <c:invertIfNegative val="1"/>
            <c:bubble3D val="0"/>
            <c:spPr>
              <a:solidFill>
                <a:srgbClr val="1E4164"/>
              </a:solidFill>
            </c:spPr>
            <c:extLst>
              <c:ext xmlns:c16="http://schemas.microsoft.com/office/drawing/2014/chart" uri="{C3380CC4-5D6E-409C-BE32-E72D297353CC}">
                <c16:uniqueId val="{0000000F-C0D5-42B5-8F8C-2286F82BE725}"/>
              </c:ext>
            </c:extLst>
          </c:dPt>
          <c:dPt>
            <c:idx val="9"/>
            <c:invertIfNegative val="1"/>
            <c:bubble3D val="0"/>
            <c:spPr>
              <a:solidFill>
                <a:srgbClr val="1E4164"/>
              </a:solidFill>
            </c:spPr>
            <c:extLst>
              <c:ext xmlns:c16="http://schemas.microsoft.com/office/drawing/2014/chart" uri="{C3380CC4-5D6E-409C-BE32-E72D297353CC}">
                <c16:uniqueId val="{00000011-C0D5-42B5-8F8C-2286F82BE725}"/>
              </c:ext>
            </c:extLst>
          </c:dPt>
          <c:dPt>
            <c:idx val="10"/>
            <c:invertIfNegative val="1"/>
            <c:bubble3D val="0"/>
            <c:spPr>
              <a:solidFill>
                <a:srgbClr val="1E4164"/>
              </a:solidFill>
            </c:spPr>
            <c:extLst>
              <c:ext xmlns:c16="http://schemas.microsoft.com/office/drawing/2014/chart" uri="{C3380CC4-5D6E-409C-BE32-E72D297353CC}">
                <c16:uniqueId val="{00000013-C0D5-42B5-8F8C-2286F82BE725}"/>
              </c:ext>
            </c:extLst>
          </c:dPt>
          <c:dPt>
            <c:idx val="11"/>
            <c:invertIfNegative val="1"/>
            <c:bubble3D val="0"/>
            <c:spPr>
              <a:solidFill>
                <a:srgbClr val="1E4164"/>
              </a:solidFill>
            </c:spPr>
            <c:extLst>
              <c:ext xmlns:c16="http://schemas.microsoft.com/office/drawing/2014/chart" uri="{C3380CC4-5D6E-409C-BE32-E72D297353CC}">
                <c16:uniqueId val="{00000015-C0D5-42B5-8F8C-2286F82BE725}"/>
              </c:ext>
            </c:extLst>
          </c:dPt>
          <c:dPt>
            <c:idx val="13"/>
            <c:invertIfNegative val="1"/>
            <c:bubble3D val="0"/>
            <c:spPr>
              <a:solidFill>
                <a:srgbClr val="D7262B"/>
              </a:solidFill>
            </c:spPr>
            <c:extLst>
              <c:ext xmlns:c16="http://schemas.microsoft.com/office/drawing/2014/chart" uri="{C3380CC4-5D6E-409C-BE32-E72D297353CC}">
                <c16:uniqueId val="{00000017-C0D5-42B5-8F8C-2286F82BE725}"/>
              </c:ext>
            </c:extLst>
          </c:dPt>
          <c:dPt>
            <c:idx val="14"/>
            <c:invertIfNegative val="1"/>
            <c:bubble3D val="0"/>
            <c:spPr>
              <a:solidFill>
                <a:srgbClr val="1E4164"/>
              </a:solidFill>
            </c:spPr>
            <c:extLst>
              <c:ext xmlns:c16="http://schemas.microsoft.com/office/drawing/2014/chart" uri="{C3380CC4-5D6E-409C-BE32-E72D297353CC}">
                <c16:uniqueId val="{00000019-C0D5-42B5-8F8C-2286F82BE725}"/>
              </c:ext>
            </c:extLst>
          </c:dPt>
          <c:dPt>
            <c:idx val="15"/>
            <c:invertIfNegative val="1"/>
            <c:bubble3D val="0"/>
            <c:spPr>
              <a:solidFill>
                <a:srgbClr val="1E4164"/>
              </a:solidFill>
            </c:spPr>
            <c:extLst>
              <c:ext xmlns:c16="http://schemas.microsoft.com/office/drawing/2014/chart" uri="{C3380CC4-5D6E-409C-BE32-E72D297353CC}">
                <c16:uniqueId val="{0000001B-C0D5-42B5-8F8C-2286F82BE725}"/>
              </c:ext>
            </c:extLst>
          </c:dPt>
          <c:dPt>
            <c:idx val="16"/>
            <c:invertIfNegative val="1"/>
            <c:bubble3D val="0"/>
            <c:spPr>
              <a:solidFill>
                <a:srgbClr val="1E4164"/>
              </a:solidFill>
            </c:spPr>
            <c:extLst>
              <c:ext xmlns:c16="http://schemas.microsoft.com/office/drawing/2014/chart" uri="{C3380CC4-5D6E-409C-BE32-E72D297353CC}">
                <c16:uniqueId val="{0000001D-C0D5-42B5-8F8C-2286F82BE725}"/>
              </c:ext>
            </c:extLst>
          </c:dPt>
          <c:dPt>
            <c:idx val="17"/>
            <c:invertIfNegative val="1"/>
            <c:bubble3D val="0"/>
            <c:spPr>
              <a:solidFill>
                <a:srgbClr val="1E4164"/>
              </a:solidFill>
            </c:spPr>
            <c:extLst>
              <c:ext xmlns:c16="http://schemas.microsoft.com/office/drawing/2014/chart" uri="{C3380CC4-5D6E-409C-BE32-E72D297353CC}">
                <c16:uniqueId val="{0000001F-C0D5-42B5-8F8C-2286F82BE725}"/>
              </c:ext>
            </c:extLst>
          </c:dPt>
          <c:dPt>
            <c:idx val="18"/>
            <c:invertIfNegative val="1"/>
            <c:bubble3D val="0"/>
            <c:spPr>
              <a:solidFill>
                <a:srgbClr val="1E4164"/>
              </a:solidFill>
            </c:spPr>
            <c:extLst>
              <c:ext xmlns:c16="http://schemas.microsoft.com/office/drawing/2014/chart" uri="{C3380CC4-5D6E-409C-BE32-E72D297353CC}">
                <c16:uniqueId val="{00000021-C0D5-42B5-8F8C-2286F82BE725}"/>
              </c:ext>
            </c:extLst>
          </c:dPt>
          <c:dPt>
            <c:idx val="20"/>
            <c:invertIfNegative val="1"/>
            <c:bubble3D val="0"/>
            <c:spPr>
              <a:solidFill>
                <a:srgbClr val="1E4164"/>
              </a:solidFill>
            </c:spPr>
            <c:extLst>
              <c:ext xmlns:c16="http://schemas.microsoft.com/office/drawing/2014/chart" uri="{C3380CC4-5D6E-409C-BE32-E72D297353CC}">
                <c16:uniqueId val="{00000023-C0D5-42B5-8F8C-2286F82BE725}"/>
              </c:ext>
            </c:extLst>
          </c:dPt>
          <c:dPt>
            <c:idx val="22"/>
            <c:invertIfNegative val="1"/>
            <c:bubble3D val="0"/>
            <c:spPr>
              <a:solidFill>
                <a:srgbClr val="1E4164"/>
              </a:solidFill>
            </c:spPr>
            <c:extLst>
              <c:ext xmlns:c16="http://schemas.microsoft.com/office/drawing/2014/chart" uri="{C3380CC4-5D6E-409C-BE32-E72D297353CC}">
                <c16:uniqueId val="{00000025-C0D5-42B5-8F8C-2286F82BE725}"/>
              </c:ext>
            </c:extLst>
          </c:dPt>
          <c:dLbls>
            <c:dLbl>
              <c:idx val="0"/>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C0D5-42B5-8F8C-2286F82BE725}"/>
                </c:ext>
              </c:extLst>
            </c:dLbl>
            <c:dLbl>
              <c:idx val="1"/>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C0D5-42B5-8F8C-2286F82BE725}"/>
                </c:ext>
              </c:extLst>
            </c:dLbl>
            <c:dLbl>
              <c:idx val="2"/>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5-C0D5-42B5-8F8C-2286F82BE725}"/>
                </c:ext>
              </c:extLst>
            </c:dLbl>
            <c:dLbl>
              <c:idx val="3"/>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7-C0D5-42B5-8F8C-2286F82BE725}"/>
                </c:ext>
              </c:extLst>
            </c:dLbl>
            <c:dLbl>
              <c:idx val="5"/>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9-C0D5-42B5-8F8C-2286F82BE725}"/>
                </c:ext>
              </c:extLst>
            </c:dLbl>
            <c:dLbl>
              <c:idx val="6"/>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B-C0D5-42B5-8F8C-2286F82BE725}"/>
                </c:ext>
              </c:extLst>
            </c:dLbl>
            <c:dLbl>
              <c:idx val="7"/>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D-C0D5-42B5-8F8C-2286F82BE725}"/>
                </c:ext>
              </c:extLst>
            </c:dLbl>
            <c:dLbl>
              <c:idx val="8"/>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F-C0D5-42B5-8F8C-2286F82BE725}"/>
                </c:ext>
              </c:extLst>
            </c:dLbl>
            <c:dLbl>
              <c:idx val="9"/>
              <c:numFmt formatCode="0&quot;% (4)&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1-C0D5-42B5-8F8C-2286F82BE725}"/>
                </c:ext>
              </c:extLst>
            </c:dLbl>
            <c:dLbl>
              <c:idx val="10"/>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3-C0D5-42B5-8F8C-2286F82BE725}"/>
                </c:ext>
              </c:extLst>
            </c:dLbl>
            <c:dLbl>
              <c:idx val="11"/>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5-C0D5-42B5-8F8C-2286F82BE725}"/>
                </c:ext>
              </c:extLst>
            </c:dLbl>
            <c:dLbl>
              <c:idx val="13"/>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7-C0D5-42B5-8F8C-2286F82BE725}"/>
                </c:ext>
              </c:extLst>
            </c:dLbl>
            <c:dLbl>
              <c:idx val="14"/>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9-C0D5-42B5-8F8C-2286F82BE725}"/>
                </c:ext>
              </c:extLst>
            </c:dLbl>
            <c:dLbl>
              <c:idx val="15"/>
              <c:numFmt formatCode="0&quot;% (6)&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B-C0D5-42B5-8F8C-2286F82BE725}"/>
                </c:ext>
              </c:extLst>
            </c:dLbl>
            <c:dLbl>
              <c:idx val="16"/>
              <c:numFmt formatCode="0&quot;% (2)&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D-C0D5-42B5-8F8C-2286F82BE725}"/>
                </c:ext>
              </c:extLst>
            </c:dLbl>
            <c:dLbl>
              <c:idx val="17"/>
              <c:numFmt formatCode="0&quot;% (1)&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F-C0D5-42B5-8F8C-2286F82BE725}"/>
                </c:ext>
              </c:extLst>
            </c:dLbl>
            <c:dLbl>
              <c:idx val="18"/>
              <c:numFmt formatCode="0&quot;% (4)&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21-C0D5-42B5-8F8C-2286F82BE725}"/>
                </c:ext>
              </c:extLst>
            </c:dLbl>
            <c:dLbl>
              <c:idx val="20"/>
              <c:numFmt formatCode="0&quot;% (9)&quot;" sourceLinked="0"/>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23-C0D5-42B5-8F8C-2286F82BE725}"/>
                </c:ext>
              </c:extLst>
            </c:dLbl>
            <c:dLbl>
              <c:idx val="22"/>
              <c:tx>
                <c:rich>
                  <a:bodyPr/>
                  <a:lstStyle/>
                  <a:p>
                    <a:pPr>
                      <a:defRPr sz="850" b="1">
                        <a:solidFill>
                          <a:srgbClr val="0B0B0C"/>
                        </a:solidFill>
                        <a:latin typeface="Open Sans Medium"/>
                      </a:defRPr>
                    </a:pPr>
                    <a:r>
                      <a:rPr lang="en-US">
                        <a:solidFill>
                          <a:srgbClr val="0B0B0C"/>
                        </a:solidFill>
                      </a:rPr>
                      <a:t>82% (14)</a:t>
                    </a:r>
                  </a:p>
                </c:rich>
              </c:tx>
              <c:numFmt formatCode="0&quot;% (13)&quot;" sourceLinked="0"/>
              <c:sp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5-C0D5-42B5-8F8C-2286F82BE725}"/>
                </c:ext>
              </c:extLst>
            </c:dLbl>
            <c:numFmt formatCode="0&quot;%&quot;" sourceLinked="0"/>
            <c:spPr>
              <a:noFill/>
              <a:ln>
                <a:noFill/>
              </a:ln>
              <a:effectLst/>
            </c:spPr>
            <c:txPr>
              <a:bodyPr/>
              <a:lstStyle/>
              <a:p>
                <a:pPr>
                  <a:defRPr sz="850" b="1">
                    <a:solidFill>
                      <a:srgbClr val="0B0B0C"/>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Sheet1!$A$2:$A$24</c:f>
              <c:strCache>
                <c:ptCount val="23"/>
                <c:pt idx="0">
                  <c:v>  NAAS Properties </c:v>
                </c:pt>
                <c:pt idx="1">
                  <c:v> 800Homes </c:v>
                </c:pt>
                <c:pt idx="2">
                  <c:v> Manazel Al Wadi </c:v>
                </c:pt>
                <c:pt idx="3">
                  <c:v>  Sekenkoum </c:v>
                </c:pt>
                <c:pt idx="4">
                  <c:v>                  </c:v>
                </c:pt>
                <c:pt idx="5">
                  <c:v> H Hotel Binghatti </c:v>
                </c:pt>
                <c:pt idx="6">
                  <c:v> Binghatti Capital</c:v>
                </c:pt>
                <c:pt idx="7">
                  <c:v> Binghatti Industries </c:v>
                </c:pt>
                <c:pt idx="8">
                  <c:v>Binghatti Old Sales Center (RPM Real Estate)</c:v>
                </c:pt>
                <c:pt idx="9">
                  <c:v> Mercedes-Benz Places Pavilion</c:v>
                </c:pt>
                <c:pt idx="10">
                  <c:v> Binghatti Meydan </c:v>
                </c:pt>
                <c:pt idx="11">
                  <c:v> Binghatti Sales Boutique </c:v>
                </c:pt>
                <c:pt idx="12">
                  <c:v>          </c:v>
                </c:pt>
                <c:pt idx="13">
                  <c:v>  JBR The Walk </c:v>
                </c:pt>
                <c:pt idx="14">
                  <c:v>  JBR The Beach </c:v>
                </c:pt>
                <c:pt idx="15">
                  <c:v>  Mirdif City Center </c:v>
                </c:pt>
                <c:pt idx="16">
                  <c:v>  Bluewaters </c:v>
                </c:pt>
                <c:pt idx="17">
                  <c:v>  Grand Hyatt </c:v>
                </c:pt>
                <c:pt idx="18">
                  <c:v>  Mall of the Emirates </c:v>
                </c:pt>
                <c:pt idx="19">
                  <c:v>   </c:v>
                </c:pt>
                <c:pt idx="20">
                  <c:v>  Call enquiry</c:v>
                </c:pt>
                <c:pt idx="21">
                  <c:v> </c:v>
                </c:pt>
                <c:pt idx="22">
                  <c:v>Digital enquiry </c:v>
                </c:pt>
              </c:strCache>
            </c:strRef>
          </c:cat>
          <c:val>
            <c:numRef>
              <c:f>Sheet1!$B$2:$B$24</c:f>
              <c:numCache>
                <c:formatCode>General</c:formatCode>
                <c:ptCount val="23"/>
                <c:pt idx="0">
                  <c:v>75.099999999999994</c:v>
                </c:pt>
                <c:pt idx="1">
                  <c:v>86.9</c:v>
                </c:pt>
                <c:pt idx="2">
                  <c:v>89.6</c:v>
                </c:pt>
                <c:pt idx="3">
                  <c:v>97.9</c:v>
                </c:pt>
                <c:pt idx="5">
                  <c:v>38.6</c:v>
                </c:pt>
                <c:pt idx="6">
                  <c:v>62.8</c:v>
                </c:pt>
                <c:pt idx="7">
                  <c:v>76.2</c:v>
                </c:pt>
                <c:pt idx="8">
                  <c:v>80.2</c:v>
                </c:pt>
                <c:pt idx="9">
                  <c:v>86.1</c:v>
                </c:pt>
                <c:pt idx="10">
                  <c:v>89.3</c:v>
                </c:pt>
                <c:pt idx="11">
                  <c:v>94.2</c:v>
                </c:pt>
                <c:pt idx="13">
                  <c:v>43.4</c:v>
                </c:pt>
                <c:pt idx="14">
                  <c:v>79.7</c:v>
                </c:pt>
                <c:pt idx="15">
                  <c:v>83.1</c:v>
                </c:pt>
                <c:pt idx="16">
                  <c:v>83.5</c:v>
                </c:pt>
                <c:pt idx="17">
                  <c:v>85.3</c:v>
                </c:pt>
                <c:pt idx="18">
                  <c:v>92.7</c:v>
                </c:pt>
                <c:pt idx="20">
                  <c:v>84.3</c:v>
                </c:pt>
                <c:pt idx="22">
                  <c:v>82.3</c:v>
                </c:pt>
              </c:numCache>
            </c:numRef>
          </c:val>
          <c:extLst>
            <c:ext xmlns:c16="http://schemas.microsoft.com/office/drawing/2014/chart" uri="{C3380CC4-5D6E-409C-BE32-E72D297353CC}">
              <c16:uniqueId val="{00000026-C0D5-42B5-8F8C-2286F82BE725}"/>
            </c:ext>
          </c:extLst>
        </c:ser>
        <c:dLbls>
          <c:dLblPos val="outEnd"/>
          <c:showLegendKey val="0"/>
          <c:showVal val="1"/>
          <c:showCatName val="0"/>
          <c:showSerName val="0"/>
          <c:showPercent val="0"/>
          <c:showBubbleSize val="0"/>
        </c:dLbls>
        <c:gapWidth val="28"/>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BFC3C7"/>
            </a:solidFill>
          </a:ln>
        </c:spPr>
        <c:txPr>
          <a:bodyPr/>
          <a:lstStyle/>
          <a:p>
            <a:pPr>
              <a:defRPr sz="85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850">
          <a:solidFill>
            <a:srgbClr val="1A1A1A"/>
          </a:solidFill>
          <a:latin typeface="Open Sans Medium"/>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3.7125670527612384E-2"/>
          <c:y val="8.3031400966183569E-2"/>
          <c:w val="0.9257486589447752"/>
          <c:h val="0.56794726406481799"/>
        </c:manualLayout>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6F10-4143-A726-7E00019C3318}"/>
              </c:ext>
            </c:extLst>
          </c:dPt>
          <c:dPt>
            <c:idx val="1"/>
            <c:invertIfNegative val="1"/>
            <c:bubble3D val="0"/>
            <c:spPr>
              <a:solidFill>
                <a:schemeClr val="tx1"/>
              </a:solidFill>
            </c:spPr>
            <c:extLst>
              <c:ext xmlns:c16="http://schemas.microsoft.com/office/drawing/2014/chart" uri="{C3380CC4-5D6E-409C-BE32-E72D297353CC}">
                <c16:uniqueId val="{00000003-6F10-4143-A726-7E00019C3318}"/>
              </c:ext>
            </c:extLst>
          </c:dPt>
          <c:dPt>
            <c:idx val="2"/>
            <c:invertIfNegative val="1"/>
            <c:bubble3D val="0"/>
            <c:spPr>
              <a:solidFill>
                <a:schemeClr val="tx1"/>
              </a:solidFill>
            </c:spPr>
            <c:extLst>
              <c:ext xmlns:c16="http://schemas.microsoft.com/office/drawing/2014/chart" uri="{C3380CC4-5D6E-409C-BE32-E72D297353CC}">
                <c16:uniqueId val="{00000005-6F10-4143-A726-7E00019C3318}"/>
              </c:ext>
            </c:extLst>
          </c:dPt>
          <c:dPt>
            <c:idx val="3"/>
            <c:invertIfNegative val="1"/>
            <c:bubble3D val="0"/>
            <c:spPr>
              <a:solidFill>
                <a:schemeClr val="tx1"/>
              </a:solidFill>
            </c:spPr>
            <c:extLst>
              <c:ext xmlns:c16="http://schemas.microsoft.com/office/drawing/2014/chart" uri="{C3380CC4-5D6E-409C-BE32-E72D297353CC}">
                <c16:uniqueId val="{00000007-6F10-4143-A726-7E00019C3318}"/>
              </c:ext>
            </c:extLst>
          </c:dPt>
          <c:dLbls>
            <c:dLbl>
              <c:idx val="0"/>
              <c:tx>
                <c:rich>
                  <a:bodyPr/>
                  <a:lstStyle/>
                  <a:p>
                    <a:fld id="{2447C0CC-C4DE-4F1C-9BA1-64CBCF1C41D9}" type="VALUE">
                      <a:rPr lang="en-US" smtClean="0"/>
                      <a:pPr/>
                      <a:t>[VALUE]</a:t>
                    </a:fld>
                    <a:r>
                      <a:rPr lang="en-US"/>
                      <a:t> (11)</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F10-4143-A726-7E00019C3318}"/>
                </c:ext>
              </c:extLst>
            </c:dLbl>
            <c:dLbl>
              <c:idx val="1"/>
              <c:tx>
                <c:rich>
                  <a:bodyPr/>
                  <a:lstStyle/>
                  <a:p>
                    <a:fld id="{59969F73-FB20-4D77-85DC-B666B4746ED9}"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F10-4143-A726-7E00019C3318}"/>
                </c:ext>
              </c:extLst>
            </c:dLbl>
            <c:dLbl>
              <c:idx val="2"/>
              <c:tx>
                <c:rich>
                  <a:bodyPr/>
                  <a:lstStyle/>
                  <a:p>
                    <a:fld id="{7B9C8043-8B47-4E94-B820-90084EFABAD9}" type="VALUE">
                      <a:rPr lang="en-US" smtClean="0"/>
                      <a:pPr/>
                      <a:t>[VALUE]</a:t>
                    </a:fld>
                    <a:r>
                      <a:rPr lang="en-US"/>
                      <a:t> (7)</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F10-4143-A726-7E00019C3318}"/>
                </c:ext>
              </c:extLst>
            </c:dLbl>
            <c:dLbl>
              <c:idx val="3"/>
              <c:tx>
                <c:rich>
                  <a:bodyPr/>
                  <a:lstStyle/>
                  <a:p>
                    <a:fld id="{932C4075-4ECC-4E26-B7D7-73F712C9A943}" type="VALUE">
                      <a:rPr lang="en-US" smtClean="0"/>
                      <a:pPr/>
                      <a:t>[VALUE]</a:t>
                    </a:fld>
                    <a:r>
                      <a:rPr lang="en-US"/>
                      <a:t> (6)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6F10-4143-A726-7E00019C3318}"/>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Social reply within 9 business hours</c:v>
                </c:pt>
                <c:pt idx="1">
                  <c:v>Callback confirmed</c:v>
                </c:pt>
                <c:pt idx="2">
                  <c:v>Reply within 5 minutes</c:v>
                </c:pt>
                <c:pt idx="3">
                  <c:v>Callback timeline proposed</c:v>
                </c:pt>
              </c:strCache>
            </c:strRef>
          </c:cat>
          <c:val>
            <c:numRef>
              <c:f>Sheet1!$B$2:$B$5</c:f>
              <c:numCache>
                <c:formatCode>General</c:formatCode>
                <c:ptCount val="4"/>
                <c:pt idx="0">
                  <c:v>79</c:v>
                </c:pt>
                <c:pt idx="1">
                  <c:v>64</c:v>
                </c:pt>
                <c:pt idx="2">
                  <c:v>50</c:v>
                </c:pt>
                <c:pt idx="3">
                  <c:v>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6F10-4143-A726-7E00019C331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95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50">
          <a:solidFill>
            <a:srgbClr val="1A1A1A"/>
          </a:solidFill>
          <a:latin typeface="Open Sans Medium"/>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D7E4-4684-B185-BEC52D43526C}"/>
              </c:ext>
            </c:extLst>
          </c:dPt>
          <c:dPt>
            <c:idx val="1"/>
            <c:invertIfNegative val="1"/>
            <c:bubble3D val="0"/>
            <c:spPr>
              <a:solidFill>
                <a:schemeClr val="tx1"/>
              </a:solidFill>
            </c:spPr>
            <c:extLst>
              <c:ext xmlns:c16="http://schemas.microsoft.com/office/drawing/2014/chart" uri="{C3380CC4-5D6E-409C-BE32-E72D297353CC}">
                <c16:uniqueId val="{00000003-D7E4-4684-B185-BEC52D43526C}"/>
              </c:ext>
            </c:extLst>
          </c:dPt>
          <c:dPt>
            <c:idx val="2"/>
            <c:invertIfNegative val="1"/>
            <c:bubble3D val="0"/>
            <c:spPr>
              <a:solidFill>
                <a:schemeClr val="tx1"/>
              </a:solidFill>
            </c:spPr>
            <c:extLst>
              <c:ext xmlns:c16="http://schemas.microsoft.com/office/drawing/2014/chart" uri="{C3380CC4-5D6E-409C-BE32-E72D297353CC}">
                <c16:uniqueId val="{00000005-D7E4-4684-B185-BEC52D43526C}"/>
              </c:ext>
            </c:extLst>
          </c:dPt>
          <c:dPt>
            <c:idx val="3"/>
            <c:invertIfNegative val="1"/>
            <c:bubble3D val="0"/>
            <c:spPr>
              <a:solidFill>
                <a:schemeClr val="tx1"/>
              </a:solidFill>
            </c:spPr>
            <c:extLst>
              <c:ext xmlns:c16="http://schemas.microsoft.com/office/drawing/2014/chart" uri="{C3380CC4-5D6E-409C-BE32-E72D297353CC}">
                <c16:uniqueId val="{00000007-D7E4-4684-B185-BEC52D43526C}"/>
              </c:ext>
            </c:extLst>
          </c:dPt>
          <c:dPt>
            <c:idx val="4"/>
            <c:invertIfNegative val="1"/>
            <c:bubble3D val="0"/>
            <c:spPr>
              <a:solidFill>
                <a:schemeClr val="tx1"/>
              </a:solidFill>
            </c:spPr>
            <c:extLst>
              <c:ext xmlns:c16="http://schemas.microsoft.com/office/drawing/2014/chart" uri="{C3380CC4-5D6E-409C-BE32-E72D297353CC}">
                <c16:uniqueId val="{00000009-D7E4-4684-B185-BEC52D43526C}"/>
              </c:ext>
            </c:extLst>
          </c:dPt>
          <c:dPt>
            <c:idx val="5"/>
            <c:invertIfNegative val="1"/>
            <c:bubble3D val="0"/>
            <c:spPr>
              <a:solidFill>
                <a:schemeClr val="tx1"/>
              </a:solidFill>
            </c:spPr>
            <c:extLst>
              <c:ext xmlns:c16="http://schemas.microsoft.com/office/drawing/2014/chart" uri="{C3380CC4-5D6E-409C-BE32-E72D297353CC}">
                <c16:uniqueId val="{0000000B-D7E4-4684-B185-BEC52D43526C}"/>
              </c:ext>
            </c:extLst>
          </c:dPt>
          <c:dPt>
            <c:idx val="6"/>
            <c:invertIfNegative val="1"/>
            <c:bubble3D val="0"/>
            <c:spPr>
              <a:solidFill>
                <a:schemeClr val="tx1"/>
              </a:solidFill>
            </c:spPr>
            <c:extLst>
              <c:ext xmlns:c16="http://schemas.microsoft.com/office/drawing/2014/chart" uri="{C3380CC4-5D6E-409C-BE32-E72D297353CC}">
                <c16:uniqueId val="{0000000D-D7E4-4684-B185-BEC52D43526C}"/>
              </c:ext>
            </c:extLst>
          </c:dPt>
          <c:dPt>
            <c:idx val="7"/>
            <c:invertIfNegative val="1"/>
            <c:bubble3D val="0"/>
            <c:spPr>
              <a:solidFill>
                <a:schemeClr val="tx1"/>
              </a:solidFill>
            </c:spPr>
            <c:extLst>
              <c:ext xmlns:c16="http://schemas.microsoft.com/office/drawing/2014/chart" uri="{C3380CC4-5D6E-409C-BE32-E72D297353CC}">
                <c16:uniqueId val="{0000000F-D7E4-4684-B185-BEC52D43526C}"/>
              </c:ext>
            </c:extLst>
          </c:dPt>
          <c:dLbls>
            <c:dLbl>
              <c:idx val="0"/>
              <c:tx>
                <c:rich>
                  <a:bodyPr/>
                  <a:lstStyle/>
                  <a:p>
                    <a:fld id="{240C23A3-302E-4D53-AEBA-0125AE5B67A0}" type="VALUE">
                      <a:rPr lang="en-US" smtClean="0"/>
                      <a:pPr/>
                      <a:t>[VALUE]</a:t>
                    </a:fld>
                    <a:r>
                      <a:rPr lang="en-US"/>
                      <a:t> (14)</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7E4-4684-B185-BEC52D43526C}"/>
                </c:ext>
              </c:extLst>
            </c:dLbl>
            <c:dLbl>
              <c:idx val="1"/>
              <c:tx>
                <c:rich>
                  <a:bodyPr/>
                  <a:lstStyle/>
                  <a:p>
                    <a:fld id="{0B42C52B-F1EE-4E47-9D72-C7B8225280AB}" type="VALUE">
                      <a:rPr lang="en-US" smtClean="0"/>
                      <a:pPr/>
                      <a:t>[VALUE]</a:t>
                    </a:fld>
                    <a:r>
                      <a:rPr lang="en-US"/>
                      <a:t> (11)</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7E4-4684-B185-BEC52D43526C}"/>
                </c:ext>
              </c:extLst>
            </c:dLbl>
            <c:dLbl>
              <c:idx val="2"/>
              <c:tx>
                <c:rich>
                  <a:bodyPr/>
                  <a:lstStyle/>
                  <a:p>
                    <a:fld id="{D3912717-5962-41C2-8235-961FA7807824}" type="VALUE">
                      <a:rPr lang="en-US" smtClean="0"/>
                      <a:pPr/>
                      <a:t>[VALUE]</a:t>
                    </a:fld>
                    <a:r>
                      <a:rPr lang="en-US"/>
                      <a:t> (11)</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7E4-4684-B185-BEC52D43526C}"/>
                </c:ext>
              </c:extLst>
            </c:dLbl>
            <c:dLbl>
              <c:idx val="3"/>
              <c:tx>
                <c:rich>
                  <a:bodyPr/>
                  <a:lstStyle/>
                  <a:p>
                    <a:fld id="{C5E5E7C2-D589-4393-AD99-07EDD1C25D4F}" type="VALUE">
                      <a:rPr lang="en-US" smtClean="0"/>
                      <a:pPr/>
                      <a:t>[VALUE]</a:t>
                    </a:fld>
                    <a:r>
                      <a:rPr lang="en-US"/>
                      <a:t> (14)</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D7E4-4684-B185-BEC52D43526C}"/>
                </c:ext>
              </c:extLst>
            </c:dLbl>
            <c:dLbl>
              <c:idx val="4"/>
              <c:tx>
                <c:rich>
                  <a:bodyPr/>
                  <a:lstStyle/>
                  <a:p>
                    <a:fld id="{5768D35B-E0BD-4051-80D4-FFBD4066CBFE}" type="VALUE">
                      <a:rPr lang="en-US" smtClean="0"/>
                      <a:pPr/>
                      <a:t>[VALUE]</a:t>
                    </a:fld>
                    <a:r>
                      <a:rPr lang="en-US"/>
                      <a:t> (14)</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D7E4-4684-B185-BEC52D43526C}"/>
                </c:ext>
              </c:extLst>
            </c:dLbl>
            <c:dLbl>
              <c:idx val="5"/>
              <c:tx>
                <c:rich>
                  <a:bodyPr/>
                  <a:lstStyle/>
                  <a:p>
                    <a:fld id="{75796042-A221-40BA-808C-BC3BA75860F9}" type="VALUE">
                      <a:rPr lang="en-US" smtClean="0"/>
                      <a:pPr/>
                      <a:t>[VALUE]</a:t>
                    </a:fld>
                    <a:r>
                      <a:rPr lang="en-US"/>
                      <a:t> (13)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D7E4-4684-B185-BEC52D43526C}"/>
                </c:ext>
              </c:extLst>
            </c:dLbl>
            <c:dLbl>
              <c:idx val="6"/>
              <c:tx>
                <c:rich>
                  <a:bodyPr/>
                  <a:lstStyle/>
                  <a:p>
                    <a:fld id="{494F4769-FD6E-4ED6-B8B2-265C5D80A062}" type="VALUE">
                      <a:rPr lang="en-US" smtClean="0"/>
                      <a:pPr/>
                      <a:t>[VALUE]</a:t>
                    </a:fld>
                    <a:r>
                      <a:rPr lang="en-US"/>
                      <a:t> (13)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D7E4-4684-B185-BEC52D43526C}"/>
                </c:ext>
              </c:extLst>
            </c:dLbl>
            <c:dLbl>
              <c:idx val="7"/>
              <c:tx>
                <c:rich>
                  <a:bodyPr/>
                  <a:lstStyle/>
                  <a:p>
                    <a:fld id="{5DF911DD-9D9C-4674-B42F-D6BE0835D699}"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D7E4-4684-B185-BEC52D43526C}"/>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Courteous and welcoming</c:v>
                </c:pt>
                <c:pt idx="1">
                  <c:v>Project and location info given</c:v>
                </c:pt>
                <c:pt idx="2">
                  <c:v>Starting price shared</c:v>
                </c:pt>
                <c:pt idx="3">
                  <c:v>Office appointment offered</c:v>
                </c:pt>
                <c:pt idx="4">
                  <c:v>Language clear</c:v>
                </c:pt>
                <c:pt idx="5">
                  <c:v>Brochure or material offered</c:v>
                </c:pt>
                <c:pt idx="6">
                  <c:v>No third-party referral</c:v>
                </c:pt>
                <c:pt idx="7">
                  <c:v>Details received as requested</c:v>
                </c:pt>
              </c:strCache>
            </c:strRef>
          </c:cat>
          <c:val>
            <c:numRef>
              <c:f>Sheet1!$B$2:$B$9</c:f>
              <c:numCache>
                <c:formatCode>General</c:formatCode>
                <c:ptCount val="8"/>
                <c:pt idx="0">
                  <c:v>100</c:v>
                </c:pt>
                <c:pt idx="1">
                  <c:v>100</c:v>
                </c:pt>
                <c:pt idx="2">
                  <c:v>100</c:v>
                </c:pt>
                <c:pt idx="3">
                  <c:v>100</c:v>
                </c:pt>
                <c:pt idx="4">
                  <c:v>100</c:v>
                </c:pt>
                <c:pt idx="5">
                  <c:v>93</c:v>
                </c:pt>
                <c:pt idx="6">
                  <c:v>93</c:v>
                </c:pt>
                <c:pt idx="7">
                  <c:v>71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0-D7E4-4684-B185-BEC52D43526C}"/>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95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00">
          <a:solidFill>
            <a:srgbClr val="1A1A1A"/>
          </a:solidFill>
          <a:latin typeface="Open Sans Medium"/>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extLst>
              <c:ext xmlns:c16="http://schemas.microsoft.com/office/drawing/2014/chart" uri="{C3380CC4-5D6E-409C-BE32-E72D297353CC}">
                <c16:uniqueId val="{00000001-9EBF-4B19-938D-7CCA0B9FFEE8}"/>
              </c:ext>
            </c:extLst>
          </c:dPt>
          <c:dPt>
            <c:idx val="1"/>
            <c:invertIfNegative val="1"/>
            <c:bubble3D val="0"/>
            <c:extLst>
              <c:ext xmlns:c16="http://schemas.microsoft.com/office/drawing/2014/chart" uri="{C3380CC4-5D6E-409C-BE32-E72D297353CC}">
                <c16:uniqueId val="{00000003-9EBF-4B19-938D-7CCA0B9FFEE8}"/>
              </c:ext>
            </c:extLst>
          </c:dPt>
          <c:dPt>
            <c:idx val="2"/>
            <c:invertIfNegative val="1"/>
            <c:bubble3D val="0"/>
            <c:extLst>
              <c:ext xmlns:c16="http://schemas.microsoft.com/office/drawing/2014/chart" uri="{C3380CC4-5D6E-409C-BE32-E72D297353CC}">
                <c16:uniqueId val="{00000005-9EBF-4B19-938D-7CCA0B9FFEE8}"/>
              </c:ext>
            </c:extLst>
          </c:dPt>
          <c:dPt>
            <c:idx val="3"/>
            <c:invertIfNegative val="1"/>
            <c:bubble3D val="0"/>
            <c:extLst>
              <c:ext xmlns:c16="http://schemas.microsoft.com/office/drawing/2014/chart" uri="{C3380CC4-5D6E-409C-BE32-E72D297353CC}">
                <c16:uniqueId val="{00000007-9EBF-4B19-938D-7CCA0B9FFEE8}"/>
              </c:ext>
            </c:extLst>
          </c:dPt>
          <c:dPt>
            <c:idx val="4"/>
            <c:invertIfNegative val="1"/>
            <c:bubble3D val="0"/>
            <c:extLst>
              <c:ext xmlns:c16="http://schemas.microsoft.com/office/drawing/2014/chart" uri="{C3380CC4-5D6E-409C-BE32-E72D297353CC}">
                <c16:uniqueId val="{00000009-9EBF-4B19-938D-7CCA0B9FFEE8}"/>
              </c:ext>
            </c:extLst>
          </c:dPt>
          <c:dPt>
            <c:idx val="5"/>
            <c:invertIfNegative val="1"/>
            <c:bubble3D val="0"/>
            <c:extLst>
              <c:ext xmlns:c16="http://schemas.microsoft.com/office/drawing/2014/chart" uri="{C3380CC4-5D6E-409C-BE32-E72D297353CC}">
                <c16:uniqueId val="{0000000B-9EBF-4B19-938D-7CCA0B9FFEE8}"/>
              </c:ext>
            </c:extLst>
          </c:dPt>
          <c:dPt>
            <c:idx val="6"/>
            <c:invertIfNegative val="1"/>
            <c:bubble3D val="0"/>
            <c:extLst>
              <c:ext xmlns:c16="http://schemas.microsoft.com/office/drawing/2014/chart" uri="{C3380CC4-5D6E-409C-BE32-E72D297353CC}">
                <c16:uniqueId val="{0000000D-9EBF-4B19-938D-7CCA0B9FFEE8}"/>
              </c:ext>
            </c:extLst>
          </c:dPt>
          <c:dPt>
            <c:idx val="7"/>
            <c:invertIfNegative val="1"/>
            <c:bubble3D val="0"/>
            <c:extLst>
              <c:ext xmlns:c16="http://schemas.microsoft.com/office/drawing/2014/chart" uri="{C3380CC4-5D6E-409C-BE32-E72D297353CC}">
                <c16:uniqueId val="{0000000F-9EBF-4B19-938D-7CCA0B9FFEE8}"/>
              </c:ext>
            </c:extLst>
          </c:dPt>
          <c:dPt>
            <c:idx val="8"/>
            <c:invertIfNegative val="1"/>
            <c:bubble3D val="0"/>
            <c:extLst>
              <c:ext xmlns:c16="http://schemas.microsoft.com/office/drawing/2014/chart" uri="{C3380CC4-5D6E-409C-BE32-E72D297353CC}">
                <c16:uniqueId val="{00000011-9EBF-4B19-938D-7CCA0B9FFEE8}"/>
              </c:ext>
            </c:extLst>
          </c:dPt>
          <c:dPt>
            <c:idx val="9"/>
            <c:invertIfNegative val="1"/>
            <c:bubble3D val="0"/>
            <c:extLst>
              <c:ext xmlns:c16="http://schemas.microsoft.com/office/drawing/2014/chart" uri="{C3380CC4-5D6E-409C-BE32-E72D297353CC}">
                <c16:uniqueId val="{00000013-9EBF-4B19-938D-7CCA0B9FFEE8}"/>
              </c:ext>
            </c:extLst>
          </c:dPt>
          <c:dPt>
            <c:idx val="10"/>
            <c:invertIfNegative val="1"/>
            <c:bubble3D val="0"/>
            <c:extLst>
              <c:ext xmlns:c16="http://schemas.microsoft.com/office/drawing/2014/chart" uri="{C3380CC4-5D6E-409C-BE32-E72D297353CC}">
                <c16:uniqueId val="{00000015-9EBF-4B19-938D-7CCA0B9FFEE8}"/>
              </c:ext>
            </c:extLst>
          </c:dPt>
          <c:dPt>
            <c:idx val="11"/>
            <c:invertIfNegative val="1"/>
            <c:bubble3D val="0"/>
            <c:extLst>
              <c:ext xmlns:c16="http://schemas.microsoft.com/office/drawing/2014/chart" uri="{C3380CC4-5D6E-409C-BE32-E72D297353CC}">
                <c16:uniqueId val="{00000017-9EBF-4B19-938D-7CCA0B9FFEE8}"/>
              </c:ext>
            </c:extLst>
          </c:dPt>
          <c:dLbls>
            <c:dLbl>
              <c:idx val="0"/>
              <c:tx>
                <c:rich>
                  <a:bodyPr/>
                  <a:lstStyle/>
                  <a:p>
                    <a:fld id="{2FB1623F-8338-4BE7-86E4-FD8B7548D2E3}" type="VALUE">
                      <a:rPr lang="en-US" smtClean="0"/>
                      <a:pPr/>
                      <a:t>[VALUE]</a:t>
                    </a:fld>
                    <a:r>
                      <a:rPr lang="en-US"/>
                      <a:t> (2)</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EBF-4B19-938D-7CCA0B9FFEE8}"/>
                </c:ext>
              </c:extLst>
            </c:dLbl>
            <c:dLbl>
              <c:idx val="1"/>
              <c:tx>
                <c:rich>
                  <a:bodyPr/>
                  <a:lstStyle/>
                  <a:p>
                    <a:fld id="{09F7972D-02E5-45A0-BD6A-1C6A09290658}" type="VALUE">
                      <a:rPr lang="en-US" smtClean="0"/>
                      <a:pPr/>
                      <a:t>[VALUE]</a:t>
                    </a:fld>
                    <a:r>
                      <a:rPr lang="en-US"/>
                      <a:t> (6)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EBF-4B19-938D-7CCA0B9FFEE8}"/>
                </c:ext>
              </c:extLst>
            </c:dLbl>
            <c:dLbl>
              <c:idx val="2"/>
              <c:tx>
                <c:rich>
                  <a:bodyPr/>
                  <a:lstStyle/>
                  <a:p>
                    <a:fld id="{00DD2074-E7D9-4C90-97F9-6BE9E00AFA64}" type="VALUE">
                      <a:rPr lang="en-US" smtClean="0"/>
                      <a:pPr/>
                      <a:t>[VALUE]</a:t>
                    </a:fld>
                    <a:r>
                      <a:rPr lang="en-US"/>
                      <a:t> (6)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9EBF-4B19-938D-7CCA0B9FFEE8}"/>
                </c:ext>
              </c:extLst>
            </c:dLbl>
            <c:dLbl>
              <c:idx val="3"/>
              <c:tx>
                <c:rich>
                  <a:bodyPr/>
                  <a:lstStyle/>
                  <a:p>
                    <a:fld id="{240DA8CE-D8DD-48BC-90EF-768862B0E5FB}" type="VALUE">
                      <a:rPr lang="en-US" smtClean="0"/>
                      <a:pPr/>
                      <a:t>[VALUE]</a:t>
                    </a:fld>
                    <a:r>
                      <a:rPr lang="en-US"/>
                      <a:t> (6)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9EBF-4B19-938D-7CCA0B9FFEE8}"/>
                </c:ext>
              </c:extLst>
            </c:dLbl>
            <c:dLbl>
              <c:idx val="4"/>
              <c:tx>
                <c:rich>
                  <a:bodyPr/>
                  <a:lstStyle/>
                  <a:p>
                    <a:fld id="{FAEA63F8-0553-46A7-8D83-8B1628FA4674}" type="VALUE">
                      <a:rPr lang="en-US" smtClean="0"/>
                      <a:pPr/>
                      <a:t>[VALUE]</a:t>
                    </a:fld>
                    <a:r>
                      <a:rPr lang="en-US"/>
                      <a:t> (7)</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9EBF-4B19-938D-7CCA0B9FFEE8}"/>
                </c:ext>
              </c:extLst>
            </c:dLbl>
            <c:dLbl>
              <c:idx val="5"/>
              <c:tx>
                <c:rich>
                  <a:bodyPr/>
                  <a:lstStyle/>
                  <a:p>
                    <a:fld id="{62796A31-3AD4-4283-A2DD-60089F517181}" type="VALUE">
                      <a:rPr lang="en-US" smtClean="0"/>
                      <a:pPr/>
                      <a:t>[VALUE]</a:t>
                    </a:fld>
                    <a:r>
                      <a:rPr lang="en-US"/>
                      <a:t> (7)</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9EBF-4B19-938D-7CCA0B9FFEE8}"/>
                </c:ext>
              </c:extLst>
            </c:dLbl>
            <c:dLbl>
              <c:idx val="6"/>
              <c:tx>
                <c:rich>
                  <a:bodyPr/>
                  <a:lstStyle/>
                  <a:p>
                    <a:fld id="{3CE7CA3E-742B-4A9F-A8AF-B39B5E300DEE}" type="VALUE">
                      <a:rPr lang="en-US" smtClean="0"/>
                      <a:pPr/>
                      <a:t>[VALUE]</a:t>
                    </a:fld>
                    <a:r>
                      <a:rPr lang="en-US"/>
                      <a:t> (8)</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9EBF-4B19-938D-7CCA0B9FFEE8}"/>
                </c:ext>
              </c:extLst>
            </c:dLbl>
            <c:dLbl>
              <c:idx val="7"/>
              <c:tx>
                <c:rich>
                  <a:bodyPr/>
                  <a:lstStyle/>
                  <a:p>
                    <a:fld id="{7B67DF32-9A04-43F7-BA60-05BE0402FAB4}" type="VALUE">
                      <a:rPr lang="en-US" smtClean="0"/>
                      <a:pPr/>
                      <a:t>[VALUE]</a:t>
                    </a:fld>
                    <a:r>
                      <a:rPr lang="en-US"/>
                      <a:t> (8)</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9EBF-4B19-938D-7CCA0B9FFEE8}"/>
                </c:ext>
              </c:extLst>
            </c:dLbl>
            <c:dLbl>
              <c:idx val="8"/>
              <c:tx>
                <c:rich>
                  <a:bodyPr/>
                  <a:lstStyle/>
                  <a:p>
                    <a:fld id="{2889D41D-FA3E-4CD8-B576-6BA723227A7D}"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1-9EBF-4B19-938D-7CCA0B9FFEE8}"/>
                </c:ext>
              </c:extLst>
            </c:dLbl>
            <c:dLbl>
              <c:idx val="9"/>
              <c:tx>
                <c:rich>
                  <a:bodyPr/>
                  <a:lstStyle/>
                  <a:p>
                    <a:fld id="{2EE32547-3A1F-4FC9-A728-10664FDD5830}"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3-9EBF-4B19-938D-7CCA0B9FFEE8}"/>
                </c:ext>
              </c:extLst>
            </c:dLbl>
            <c:dLbl>
              <c:idx val="10"/>
              <c:tx>
                <c:rich>
                  <a:bodyPr/>
                  <a:lstStyle/>
                  <a:p>
                    <a:fld id="{0286B6A3-0475-4606-BF82-B04D471F9DC3}"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5-9EBF-4B19-938D-7CCA0B9FFEE8}"/>
                </c:ext>
              </c:extLst>
            </c:dLbl>
            <c:dLbl>
              <c:idx val="11"/>
              <c:tx>
                <c:rich>
                  <a:bodyPr/>
                  <a:lstStyle/>
                  <a:p>
                    <a:fld id="{024F2952-1ED0-4E13-A8F2-CC652EA5EC97}"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7-9EBF-4B19-938D-7CCA0B9FFEE8}"/>
                </c:ext>
              </c:extLst>
            </c:dLbl>
            <c:numFmt formatCode="0&quot;%&quot;" sourceLinked="0"/>
            <c:spPr>
              <a:noFill/>
              <a:ln>
                <a:noFill/>
              </a:ln>
              <a:effectLst/>
            </c:spPr>
            <c:txPr>
              <a:bodyPr/>
              <a:lstStyle/>
              <a:p>
                <a:pPr>
                  <a:defRPr sz="900" b="1">
                    <a:solidFill>
                      <a:srgbClr val="0B0B0C"/>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Further info on original enquiry</c:v>
                </c:pt>
                <c:pt idx="1">
                  <c:v>Callback within 9 business hours</c:v>
                </c:pt>
                <c:pt idx="2">
                  <c:v>Details received as requested</c:v>
                </c:pt>
                <c:pt idx="3">
                  <c:v>Brochure or material offered</c:v>
                </c:pt>
                <c:pt idx="4">
                  <c:v>Site-visit appointment offered</c:v>
                </c:pt>
                <c:pt idx="5">
                  <c:v>Starting price shared</c:v>
                </c:pt>
                <c:pt idx="6">
                  <c:v>Language clear</c:v>
                </c:pt>
                <c:pt idx="7">
                  <c:v>Project and location info given</c:v>
                </c:pt>
                <c:pt idx="8">
                  <c:v>Callback aware of the enquiry</c:v>
                </c:pt>
                <c:pt idx="9">
                  <c:v>No third-party referral</c:v>
                </c:pt>
                <c:pt idx="10">
                  <c:v>Courteous and welcoming</c:v>
                </c:pt>
                <c:pt idx="11">
                  <c:v>Answered on first attempt</c:v>
                </c:pt>
              </c:strCache>
            </c:strRef>
          </c:cat>
          <c:val>
            <c:numRef>
              <c:f>Sheet1!$B$2:$B$13</c:f>
              <c:numCache>
                <c:formatCode>General</c:formatCode>
                <c:ptCount val="12"/>
                <c:pt idx="0">
                  <c:v>33</c:v>
                </c:pt>
                <c:pt idx="1">
                  <c:v>66.7</c:v>
                </c:pt>
                <c:pt idx="2">
                  <c:v>66.7</c:v>
                </c:pt>
                <c:pt idx="3">
                  <c:v>66.7</c:v>
                </c:pt>
                <c:pt idx="4">
                  <c:v>77.8</c:v>
                </c:pt>
                <c:pt idx="5">
                  <c:v>87.5</c:v>
                </c:pt>
                <c:pt idx="6">
                  <c:v>88.9</c:v>
                </c:pt>
                <c:pt idx="7">
                  <c:v>88.9</c:v>
                </c:pt>
                <c:pt idx="8">
                  <c:v>100</c:v>
                </c:pt>
                <c:pt idx="9">
                  <c:v>100</c:v>
                </c:pt>
                <c:pt idx="10">
                  <c:v>100</c:v>
                </c:pt>
                <c:pt idx="11">
                  <c:v>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8-9EBF-4B19-938D-7CCA0B9FFEE8}"/>
            </c:ext>
          </c:extLst>
        </c:ser>
        <c:dLbls>
          <c:dLblPos val="outEnd"/>
          <c:showLegendKey val="0"/>
          <c:showVal val="1"/>
          <c:showCatName val="0"/>
          <c:showSerName val="0"/>
          <c:showPercent val="0"/>
          <c:showBubbleSize val="0"/>
        </c:dLbls>
        <c:gapWidth val="20"/>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BFC3C7"/>
            </a:solidFill>
          </a:ln>
        </c:spPr>
        <c:txPr>
          <a:bodyPr/>
          <a:lstStyle/>
          <a:p>
            <a:pP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rgbClr val="0B0B0C"/>
      </a:solidFill>
    </a:ln>
  </c:spPr>
  <c:txPr>
    <a:bodyPr/>
    <a:lstStyle/>
    <a:p>
      <a:pPr>
        <a:defRPr sz="800">
          <a:solidFill>
            <a:srgbClr val="1A1A1A"/>
          </a:solidFill>
          <a:latin typeface="Open Sans Medium"/>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D52A-484E-8F2B-C1F775D1FBF2}"/>
              </c:ext>
            </c:extLst>
          </c:dPt>
          <c:dPt>
            <c:idx val="1"/>
            <c:invertIfNegative val="1"/>
            <c:bubble3D val="0"/>
            <c:spPr>
              <a:solidFill>
                <a:schemeClr val="tx1"/>
              </a:solidFill>
            </c:spPr>
            <c:extLst>
              <c:ext xmlns:c16="http://schemas.microsoft.com/office/drawing/2014/chart" uri="{C3380CC4-5D6E-409C-BE32-E72D297353CC}">
                <c16:uniqueId val="{00000003-D52A-484E-8F2B-C1F775D1FBF2}"/>
              </c:ext>
            </c:extLst>
          </c:dPt>
          <c:dPt>
            <c:idx val="2"/>
            <c:invertIfNegative val="1"/>
            <c:bubble3D val="0"/>
            <c:spPr>
              <a:solidFill>
                <a:schemeClr val="tx1"/>
              </a:solidFill>
            </c:spPr>
            <c:extLst>
              <c:ext xmlns:c16="http://schemas.microsoft.com/office/drawing/2014/chart" uri="{C3380CC4-5D6E-409C-BE32-E72D297353CC}">
                <c16:uniqueId val="{00000005-D52A-484E-8F2B-C1F775D1FBF2}"/>
              </c:ext>
            </c:extLst>
          </c:dPt>
          <c:dPt>
            <c:idx val="3"/>
            <c:invertIfNegative val="1"/>
            <c:bubble3D val="0"/>
            <c:spPr>
              <a:solidFill>
                <a:schemeClr val="tx1"/>
              </a:solidFill>
            </c:spPr>
            <c:extLst>
              <c:ext xmlns:c16="http://schemas.microsoft.com/office/drawing/2014/chart" uri="{C3380CC4-5D6E-409C-BE32-E72D297353CC}">
                <c16:uniqueId val="{00000007-D52A-484E-8F2B-C1F775D1FBF2}"/>
              </c:ext>
            </c:extLst>
          </c:dPt>
          <c:dPt>
            <c:idx val="4"/>
            <c:invertIfNegative val="1"/>
            <c:bubble3D val="0"/>
            <c:spPr>
              <a:solidFill>
                <a:schemeClr val="tx1"/>
              </a:solidFill>
            </c:spPr>
            <c:extLst>
              <c:ext xmlns:c16="http://schemas.microsoft.com/office/drawing/2014/chart" uri="{C3380CC4-5D6E-409C-BE32-E72D297353CC}">
                <c16:uniqueId val="{00000009-D52A-484E-8F2B-C1F775D1FBF2}"/>
              </c:ext>
            </c:extLst>
          </c:dPt>
          <c:dPt>
            <c:idx val="5"/>
            <c:invertIfNegative val="1"/>
            <c:bubble3D val="0"/>
            <c:spPr>
              <a:solidFill>
                <a:schemeClr val="tx1"/>
              </a:solidFill>
            </c:spPr>
            <c:extLst>
              <c:ext xmlns:c16="http://schemas.microsoft.com/office/drawing/2014/chart" uri="{C3380CC4-5D6E-409C-BE32-E72D297353CC}">
                <c16:uniqueId val="{0000000B-D52A-484E-8F2B-C1F775D1FBF2}"/>
              </c:ext>
            </c:extLst>
          </c:dPt>
          <c:dPt>
            <c:idx val="6"/>
            <c:invertIfNegative val="1"/>
            <c:bubble3D val="0"/>
            <c:spPr>
              <a:solidFill>
                <a:schemeClr val="tx1"/>
              </a:solidFill>
            </c:spPr>
            <c:extLst>
              <c:ext xmlns:c16="http://schemas.microsoft.com/office/drawing/2014/chart" uri="{C3380CC4-5D6E-409C-BE32-E72D297353CC}">
                <c16:uniqueId val="{0000000D-D52A-484E-8F2B-C1F775D1FBF2}"/>
              </c:ext>
            </c:extLst>
          </c:dPt>
          <c:dPt>
            <c:idx val="7"/>
            <c:invertIfNegative val="1"/>
            <c:bubble3D val="0"/>
            <c:spPr>
              <a:solidFill>
                <a:schemeClr val="tx1"/>
              </a:solidFill>
            </c:spPr>
            <c:extLst>
              <c:ext xmlns:c16="http://schemas.microsoft.com/office/drawing/2014/chart" uri="{C3380CC4-5D6E-409C-BE32-E72D297353CC}">
                <c16:uniqueId val="{0000000F-D52A-484E-8F2B-C1F775D1FBF2}"/>
              </c:ext>
            </c:extLst>
          </c:dPt>
          <c:dPt>
            <c:idx val="8"/>
            <c:invertIfNegative val="1"/>
            <c:bubble3D val="0"/>
            <c:spPr>
              <a:solidFill>
                <a:schemeClr val="tx1"/>
              </a:solidFill>
            </c:spPr>
            <c:extLst>
              <c:ext xmlns:c16="http://schemas.microsoft.com/office/drawing/2014/chart" uri="{C3380CC4-5D6E-409C-BE32-E72D297353CC}">
                <c16:uniqueId val="{00000011-D52A-484E-8F2B-C1F775D1FBF2}"/>
              </c:ext>
            </c:extLst>
          </c:dPt>
          <c:dPt>
            <c:idx val="9"/>
            <c:invertIfNegative val="1"/>
            <c:bubble3D val="0"/>
            <c:spPr>
              <a:solidFill>
                <a:schemeClr val="tx1"/>
              </a:solidFill>
            </c:spPr>
            <c:extLst>
              <c:ext xmlns:c16="http://schemas.microsoft.com/office/drawing/2014/chart" uri="{C3380CC4-5D6E-409C-BE32-E72D297353CC}">
                <c16:uniqueId val="{00000013-D52A-484E-8F2B-C1F775D1FBF2}"/>
              </c:ext>
            </c:extLst>
          </c:dPt>
          <c:dLbls>
            <c:dLbl>
              <c:idx val="0"/>
              <c:tx>
                <c:rich>
                  <a:bodyPr/>
                  <a:lstStyle/>
                  <a:p>
                    <a:fld id="{379841D9-D7E0-49D7-933E-59A3F56A4C55}" type="VALUE">
                      <a:rPr lang="en-US" smtClean="0"/>
                      <a:pPr/>
                      <a:t>[VALUE]</a:t>
                    </a:fld>
                    <a:r>
                      <a:rPr lang="en-US"/>
                      <a:t> (16)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52A-484E-8F2B-C1F775D1FBF2}"/>
                </c:ext>
              </c:extLst>
            </c:dLbl>
            <c:dLbl>
              <c:idx val="1"/>
              <c:tx>
                <c:rich>
                  <a:bodyPr/>
                  <a:lstStyle/>
                  <a:p>
                    <a:fld id="{A83D6040-0340-4DC3-AAA4-86B5A82742F9}" type="VALUE">
                      <a:rPr lang="en-US" smtClean="0"/>
                      <a:pPr/>
                      <a:t>[VALUE]</a:t>
                    </a:fld>
                    <a:r>
                      <a:rPr lang="en-US"/>
                      <a:t> (16)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52A-484E-8F2B-C1F775D1FBF2}"/>
                </c:ext>
              </c:extLst>
            </c:dLbl>
            <c:dLbl>
              <c:idx val="2"/>
              <c:tx>
                <c:rich>
                  <a:bodyPr/>
                  <a:lstStyle/>
                  <a:p>
                    <a:fld id="{DC4576A2-9230-4F9A-AB0E-AD5D6F76DE2F}" type="VALUE">
                      <a:rPr lang="en-US" smtClean="0"/>
                      <a:pPr/>
                      <a:t>[VALUE]</a:t>
                    </a:fld>
                    <a:r>
                      <a:rPr lang="en-US"/>
                      <a:t> (15)</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52A-484E-8F2B-C1F775D1FBF2}"/>
                </c:ext>
              </c:extLst>
            </c:dLbl>
            <c:dLbl>
              <c:idx val="3"/>
              <c:tx>
                <c:rich>
                  <a:bodyPr/>
                  <a:lstStyle/>
                  <a:p>
                    <a:fld id="{97C0FBD4-8D38-43A1-B109-94673007E40B}" type="VALUE">
                      <a:rPr lang="en-US" smtClean="0"/>
                      <a:pPr/>
                      <a:t>[VALUE]</a:t>
                    </a:fld>
                    <a:r>
                      <a:rPr lang="en-US"/>
                      <a:t> (15)</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D52A-484E-8F2B-C1F775D1FBF2}"/>
                </c:ext>
              </c:extLst>
            </c:dLbl>
            <c:dLbl>
              <c:idx val="4"/>
              <c:tx>
                <c:rich>
                  <a:bodyPr/>
                  <a:lstStyle/>
                  <a:p>
                    <a:fld id="{B6E68021-F3BF-4A1C-A7C5-8CCC0BC1E5AB}" type="VALUE">
                      <a:rPr lang="en-US" smtClean="0"/>
                      <a:pPr/>
                      <a:t>[VALUE]</a:t>
                    </a:fld>
                    <a:r>
                      <a:rPr lang="en-US"/>
                      <a:t> (15)</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D52A-484E-8F2B-C1F775D1FBF2}"/>
                </c:ext>
              </c:extLst>
            </c:dLbl>
            <c:dLbl>
              <c:idx val="5"/>
              <c:tx>
                <c:rich>
                  <a:bodyPr/>
                  <a:lstStyle/>
                  <a:p>
                    <a:fld id="{F5F46742-5696-4F61-99AE-F43B750802F2}" type="VALUE">
                      <a:rPr lang="en-US" smtClean="0"/>
                      <a:pPr/>
                      <a:t>[VALUE]</a:t>
                    </a:fld>
                    <a:r>
                      <a:rPr lang="en-US"/>
                      <a:t> (15)</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D52A-484E-8F2B-C1F775D1FBF2}"/>
                </c:ext>
              </c:extLst>
            </c:dLbl>
            <c:dLbl>
              <c:idx val="6"/>
              <c:tx>
                <c:rich>
                  <a:bodyPr/>
                  <a:lstStyle/>
                  <a:p>
                    <a:fld id="{A14C44B2-C5EA-4186-947D-B437EACB5A7F}" type="VALUE">
                      <a:rPr lang="en-US" smtClean="0"/>
                      <a:pPr/>
                      <a:t>[VALUE]</a:t>
                    </a:fld>
                    <a:r>
                      <a:rPr lang="en-US"/>
                      <a:t> (14)</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D52A-484E-8F2B-C1F775D1FBF2}"/>
                </c:ext>
              </c:extLst>
            </c:dLbl>
            <c:dLbl>
              <c:idx val="7"/>
              <c:tx>
                <c:rich>
                  <a:bodyPr/>
                  <a:lstStyle/>
                  <a:p>
                    <a:fld id="{40638F1B-D4AB-4A2E-83E5-5C9A8C0D0BB1}" type="VALUE">
                      <a:rPr lang="en-US" smtClean="0"/>
                      <a:pPr/>
                      <a:t>[VALUE]</a:t>
                    </a:fld>
                    <a:r>
                      <a:rPr lang="en-US"/>
                      <a:t> (13)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D52A-484E-8F2B-C1F775D1FBF2}"/>
                </c:ext>
              </c:extLst>
            </c:dLbl>
            <c:dLbl>
              <c:idx val="8"/>
              <c:tx>
                <c:rich>
                  <a:bodyPr/>
                  <a:lstStyle/>
                  <a:p>
                    <a:fld id="{8061D3F7-4034-4D47-9A38-98940DDDDEAB}" type="VALUE">
                      <a:rPr lang="en-US" smtClean="0"/>
                      <a:pPr/>
                      <a:t>[VALUE]</a:t>
                    </a:fld>
                    <a:r>
                      <a:rPr lang="en-US"/>
                      <a:t> (12)</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1-D52A-484E-8F2B-C1F775D1FBF2}"/>
                </c:ext>
              </c:extLst>
            </c:dLbl>
            <c:dLbl>
              <c:idx val="9"/>
              <c:tx>
                <c:rich>
                  <a:bodyPr/>
                  <a:lstStyle/>
                  <a:p>
                    <a:fld id="{1F78934D-7EB6-4298-AA56-9FFFE202E459}"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3-D52A-484E-8F2B-C1F775D1FBF2}"/>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Professional greeting</c:v>
                </c:pt>
                <c:pt idx="1">
                  <c:v>Polite and well mannered</c:v>
                </c:pt>
                <c:pt idx="2">
                  <c:v>Project status shared</c:v>
                </c:pt>
                <c:pt idx="3">
                  <c:v>Materials shown</c:v>
                </c:pt>
                <c:pt idx="4">
                  <c:v>Possession date shared</c:v>
                </c:pt>
                <c:pt idx="5">
                  <c:v>Answered all queries</c:v>
                </c:pt>
                <c:pt idx="6">
                  <c:v>Not asked to keep offer confidential</c:v>
                </c:pt>
                <c:pt idx="7">
                  <c:v>No broker passback affirmed</c:v>
                </c:pt>
                <c:pt idx="8">
                  <c:v>Closed without being pushy</c:v>
                </c:pt>
                <c:pt idx="9">
                  <c:v>External amenities discussed</c:v>
                </c:pt>
              </c:strCache>
            </c:strRef>
          </c:cat>
          <c:val>
            <c:numRef>
              <c:f>Sheet1!$B$2:$B$11</c:f>
              <c:numCache>
                <c:formatCode>General</c:formatCode>
                <c:ptCount val="10"/>
                <c:pt idx="0">
                  <c:v>100</c:v>
                </c:pt>
                <c:pt idx="1">
                  <c:v>100</c:v>
                </c:pt>
                <c:pt idx="2">
                  <c:v>100</c:v>
                </c:pt>
                <c:pt idx="3">
                  <c:v>93.8</c:v>
                </c:pt>
                <c:pt idx="4">
                  <c:v>93.8</c:v>
                </c:pt>
                <c:pt idx="5">
                  <c:v>93.8</c:v>
                </c:pt>
                <c:pt idx="6">
                  <c:v>93.3</c:v>
                </c:pt>
                <c:pt idx="7">
                  <c:v>92.9</c:v>
                </c:pt>
                <c:pt idx="8">
                  <c:v>75</c:v>
                </c:pt>
                <c:pt idx="9">
                  <c:v>56.2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4-D52A-484E-8F2B-C1F775D1FBF2}"/>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800" b="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00">
          <a:solidFill>
            <a:srgbClr val="1A1A1A"/>
          </a:solidFill>
          <a:latin typeface="Open Sans Medium"/>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5B7A-4DAF-B509-D4B01FB4CEB9}"/>
              </c:ext>
            </c:extLst>
          </c:dPt>
          <c:dPt>
            <c:idx val="1"/>
            <c:invertIfNegative val="1"/>
            <c:bubble3D val="0"/>
            <c:spPr>
              <a:solidFill>
                <a:schemeClr val="tx1"/>
              </a:solidFill>
            </c:spPr>
            <c:extLst>
              <c:ext xmlns:c16="http://schemas.microsoft.com/office/drawing/2014/chart" uri="{C3380CC4-5D6E-409C-BE32-E72D297353CC}">
                <c16:uniqueId val="{00000003-5B7A-4DAF-B509-D4B01FB4CEB9}"/>
              </c:ext>
            </c:extLst>
          </c:dPt>
          <c:dPt>
            <c:idx val="2"/>
            <c:invertIfNegative val="1"/>
            <c:bubble3D val="0"/>
            <c:spPr>
              <a:solidFill>
                <a:schemeClr val="tx1"/>
              </a:solidFill>
            </c:spPr>
            <c:extLst>
              <c:ext xmlns:c16="http://schemas.microsoft.com/office/drawing/2014/chart" uri="{C3380CC4-5D6E-409C-BE32-E72D297353CC}">
                <c16:uniqueId val="{00000005-5B7A-4DAF-B509-D4B01FB4CEB9}"/>
              </c:ext>
            </c:extLst>
          </c:dPt>
          <c:dLbls>
            <c:dLbl>
              <c:idx val="0"/>
              <c:tx>
                <c:rich>
                  <a:bodyPr/>
                  <a:lstStyle/>
                  <a:p>
                    <a:fld id="{80653F8E-364F-4C1A-82F4-9008D7FC7BAE}" type="VALUE">
                      <a:rPr lang="en-US" smtClean="0"/>
                      <a:pPr/>
                      <a:t>[VALUE]</a:t>
                    </a:fld>
                    <a:r>
                      <a:rPr lang="en-US"/>
                      <a:t> (11)</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B7A-4DAF-B509-D4B01FB4CEB9}"/>
                </c:ext>
              </c:extLst>
            </c:dLbl>
            <c:dLbl>
              <c:idx val="1"/>
              <c:tx>
                <c:rich>
                  <a:bodyPr/>
                  <a:lstStyle/>
                  <a:p>
                    <a:fld id="{0C2D3E44-C6A8-4E5E-B39A-910C3335759B}" type="VALUE">
                      <a:rPr lang="en-US" smtClean="0"/>
                      <a:pPr/>
                      <a:t>[VALUE]</a:t>
                    </a:fld>
                    <a:r>
                      <a:rPr lang="en-US"/>
                      <a:t> (13)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B7A-4DAF-B509-D4B01FB4CEB9}"/>
                </c:ext>
              </c:extLst>
            </c:dLbl>
            <c:dLbl>
              <c:idx val="2"/>
              <c:tx>
                <c:rich>
                  <a:bodyPr/>
                  <a:lstStyle/>
                  <a:p>
                    <a:fld id="{8FDA4688-B140-4F08-BAB4-CF4EE6622DA4}"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5B7A-4DAF-B509-D4B01FB4CEB9}"/>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Same executive followed up</c:v>
                </c:pt>
                <c:pt idx="1">
                  <c:v>Follow-up within 48 hours</c:v>
                </c:pt>
                <c:pt idx="2">
                  <c:v>Number matched visiting card</c:v>
                </c:pt>
              </c:strCache>
            </c:strRef>
          </c:cat>
          <c:val>
            <c:numRef>
              <c:f>Sheet1!$B$2:$B$4</c:f>
              <c:numCache>
                <c:formatCode>General</c:formatCode>
                <c:ptCount val="3"/>
                <c:pt idx="0">
                  <c:v>84.6</c:v>
                </c:pt>
                <c:pt idx="1">
                  <c:v>81.2</c:v>
                </c:pt>
                <c:pt idx="2">
                  <c:v>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B7A-4DAF-B509-D4B01FB4CEB9}"/>
            </c:ext>
          </c:extLst>
        </c:ser>
        <c:dLbls>
          <c:dLblPos val="outEnd"/>
          <c:showLegendKey val="0"/>
          <c:showVal val="1"/>
          <c:showCatName val="0"/>
          <c:showSerName val="0"/>
          <c:showPercent val="0"/>
          <c:showBubbleSize val="0"/>
        </c:dLbls>
        <c:gapWidth val="155"/>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50">
          <a:solidFill>
            <a:srgbClr val="1A1A1A"/>
          </a:solidFill>
          <a:latin typeface="Open Sans Medium"/>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extLst>
              <c:ext xmlns:c16="http://schemas.microsoft.com/office/drawing/2014/chart" uri="{C3380CC4-5D6E-409C-BE32-E72D297353CC}">
                <c16:uniqueId val="{00000000-35AB-4C16-AAF7-A7CD7F3873D7}"/>
              </c:ext>
            </c:extLst>
          </c:dPt>
          <c:dPt>
            <c:idx val="1"/>
            <c:invertIfNegative val="1"/>
            <c:bubble3D val="0"/>
            <c:spPr>
              <a:solidFill>
                <a:schemeClr val="tx1"/>
              </a:solidFill>
            </c:spPr>
            <c:extLst>
              <c:ext xmlns:c16="http://schemas.microsoft.com/office/drawing/2014/chart" uri="{C3380CC4-5D6E-409C-BE32-E72D297353CC}">
                <c16:uniqueId val="{00000002-35AB-4C16-AAF7-A7CD7F3873D7}"/>
              </c:ext>
            </c:extLst>
          </c:dPt>
          <c:dPt>
            <c:idx val="2"/>
            <c:invertIfNegative val="1"/>
            <c:bubble3D val="0"/>
            <c:spPr>
              <a:solidFill>
                <a:schemeClr val="tx1"/>
              </a:solidFill>
            </c:spPr>
            <c:extLst>
              <c:ext xmlns:c16="http://schemas.microsoft.com/office/drawing/2014/chart" uri="{C3380CC4-5D6E-409C-BE32-E72D297353CC}">
                <c16:uniqueId val="{00000004-35AB-4C16-AAF7-A7CD7F3873D7}"/>
              </c:ext>
            </c:extLst>
          </c:dPt>
          <c:dPt>
            <c:idx val="3"/>
            <c:invertIfNegative val="1"/>
            <c:bubble3D val="0"/>
            <c:spPr>
              <a:solidFill>
                <a:schemeClr val="tx1"/>
              </a:solidFill>
            </c:spPr>
            <c:extLst>
              <c:ext xmlns:c16="http://schemas.microsoft.com/office/drawing/2014/chart" uri="{C3380CC4-5D6E-409C-BE32-E72D297353CC}">
                <c16:uniqueId val="{00000006-35AB-4C16-AAF7-A7CD7F3873D7}"/>
              </c:ext>
            </c:extLst>
          </c:dPt>
          <c:dLbls>
            <c:dLbl>
              <c:idx val="0"/>
              <c:tx>
                <c:rich>
                  <a:bodyPr/>
                  <a:lstStyle/>
                  <a:p>
                    <a:fld id="{FA77DA3E-847A-49EA-B3DA-5CF31380292D}"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35AB-4C16-AAF7-A7CD7F3873D7}"/>
                </c:ext>
              </c:extLst>
            </c:dLbl>
            <c:dLbl>
              <c:idx val="1"/>
              <c:tx>
                <c:rich>
                  <a:bodyPr/>
                  <a:lstStyle/>
                  <a:p>
                    <a:fld id="{B6BE9E02-2B0E-4893-867D-6416AB61D244}"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5AB-4C16-AAF7-A7CD7F3873D7}"/>
                </c:ext>
              </c:extLst>
            </c:dLbl>
            <c:dLbl>
              <c:idx val="2"/>
              <c:tx>
                <c:rich>
                  <a:bodyPr/>
                  <a:lstStyle/>
                  <a:p>
                    <a:fld id="{5DD3849C-9647-46A4-A502-A12BA05C19E2}"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35AB-4C16-AAF7-A7CD7F3873D7}"/>
                </c:ext>
              </c:extLst>
            </c:dLbl>
            <c:dLbl>
              <c:idx val="3"/>
              <c:tx>
                <c:rich>
                  <a:bodyPr/>
                  <a:lstStyle/>
                  <a:p>
                    <a:fld id="{0348DAEE-6670-4E4D-9CD0-92E4DCE2E6FC}" type="VALUE">
                      <a:rPr lang="en-US" smtClean="0"/>
                      <a:pPr/>
                      <a:t>[VALUE]</a:t>
                    </a:fld>
                    <a:r>
                      <a:rPr lang="en-US"/>
                      <a:t> (8)</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35AB-4C16-AAF7-A7CD7F3873D7}"/>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Comfortable ambience and safety</c:v>
                </c:pt>
                <c:pt idx="1">
                  <c:v>Interior clean and well kept</c:v>
                </c:pt>
                <c:pt idx="2">
                  <c:v>Security approached outside</c:v>
                </c:pt>
                <c:pt idx="3">
                  <c:v>Location easy to locate</c:v>
                </c:pt>
              </c:strCache>
            </c:strRef>
          </c:cat>
          <c:val>
            <c:numRef>
              <c:f>Sheet1!$B$2:$B$5</c:f>
              <c:numCache>
                <c:formatCode>General</c:formatCode>
                <c:ptCount val="4"/>
                <c:pt idx="0">
                  <c:v>100</c:v>
                </c:pt>
                <c:pt idx="1">
                  <c:v>100</c:v>
                </c:pt>
                <c:pt idx="2">
                  <c:v>100</c:v>
                </c:pt>
                <c:pt idx="3">
                  <c:v>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35AB-4C16-AAF7-A7CD7F3873D7}"/>
            </c:ext>
          </c:extLst>
        </c:ser>
        <c:dLbls>
          <c:dLblPos val="outEnd"/>
          <c:showLegendKey val="0"/>
          <c:showVal val="1"/>
          <c:showCatName val="0"/>
          <c:showSerName val="0"/>
          <c:showPercent val="0"/>
          <c:showBubbleSize val="0"/>
        </c:dLbls>
        <c:gapWidth val="228"/>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50">
          <a:solidFill>
            <a:srgbClr val="1A1A1A"/>
          </a:solidFill>
          <a:latin typeface="Open Sans Medium"/>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E399-4BF3-A268-94DCFACF0569}"/>
              </c:ext>
            </c:extLst>
          </c:dPt>
          <c:dPt>
            <c:idx val="1"/>
            <c:invertIfNegative val="1"/>
            <c:bubble3D val="0"/>
            <c:spPr>
              <a:solidFill>
                <a:schemeClr val="tx1"/>
              </a:solidFill>
            </c:spPr>
            <c:extLst>
              <c:ext xmlns:c16="http://schemas.microsoft.com/office/drawing/2014/chart" uri="{C3380CC4-5D6E-409C-BE32-E72D297353CC}">
                <c16:uniqueId val="{00000003-E399-4BF3-A268-94DCFACF0569}"/>
              </c:ext>
            </c:extLst>
          </c:dPt>
          <c:dPt>
            <c:idx val="2"/>
            <c:invertIfNegative val="1"/>
            <c:bubble3D val="0"/>
            <c:spPr>
              <a:solidFill>
                <a:schemeClr val="tx1"/>
              </a:solidFill>
            </c:spPr>
            <c:extLst>
              <c:ext xmlns:c16="http://schemas.microsoft.com/office/drawing/2014/chart" uri="{C3380CC4-5D6E-409C-BE32-E72D297353CC}">
                <c16:uniqueId val="{00000005-E399-4BF3-A268-94DCFACF0569}"/>
              </c:ext>
            </c:extLst>
          </c:dPt>
          <c:dPt>
            <c:idx val="3"/>
            <c:invertIfNegative val="1"/>
            <c:bubble3D val="0"/>
            <c:spPr>
              <a:solidFill>
                <a:schemeClr val="tx1"/>
              </a:solidFill>
            </c:spPr>
            <c:extLst>
              <c:ext xmlns:c16="http://schemas.microsoft.com/office/drawing/2014/chart" uri="{C3380CC4-5D6E-409C-BE32-E72D297353CC}">
                <c16:uniqueId val="{00000007-E399-4BF3-A268-94DCFACF0569}"/>
              </c:ext>
            </c:extLst>
          </c:dPt>
          <c:dPt>
            <c:idx val="4"/>
            <c:invertIfNegative val="1"/>
            <c:bubble3D val="0"/>
            <c:spPr>
              <a:solidFill>
                <a:schemeClr val="tx1"/>
              </a:solidFill>
            </c:spPr>
            <c:extLst>
              <c:ext xmlns:c16="http://schemas.microsoft.com/office/drawing/2014/chart" uri="{C3380CC4-5D6E-409C-BE32-E72D297353CC}">
                <c16:uniqueId val="{00000009-E399-4BF3-A268-94DCFACF0569}"/>
              </c:ext>
            </c:extLst>
          </c:dPt>
          <c:dPt>
            <c:idx val="5"/>
            <c:invertIfNegative val="1"/>
            <c:bubble3D val="0"/>
            <c:spPr>
              <a:solidFill>
                <a:schemeClr val="tx1"/>
              </a:solidFill>
            </c:spPr>
            <c:extLst>
              <c:ext xmlns:c16="http://schemas.microsoft.com/office/drawing/2014/chart" uri="{C3380CC4-5D6E-409C-BE32-E72D297353CC}">
                <c16:uniqueId val="{0000000B-E399-4BF3-A268-94DCFACF0569}"/>
              </c:ext>
            </c:extLst>
          </c:dPt>
          <c:dPt>
            <c:idx val="6"/>
            <c:invertIfNegative val="1"/>
            <c:bubble3D val="0"/>
            <c:spPr>
              <a:solidFill>
                <a:schemeClr val="tx1"/>
              </a:solidFill>
            </c:spPr>
            <c:extLst>
              <c:ext xmlns:c16="http://schemas.microsoft.com/office/drawing/2014/chart" uri="{C3380CC4-5D6E-409C-BE32-E72D297353CC}">
                <c16:uniqueId val="{0000000D-E399-4BF3-A268-94DCFACF0569}"/>
              </c:ext>
            </c:extLst>
          </c:dPt>
          <c:dPt>
            <c:idx val="7"/>
            <c:invertIfNegative val="1"/>
            <c:bubble3D val="0"/>
            <c:spPr>
              <a:solidFill>
                <a:schemeClr val="tx1"/>
              </a:solidFill>
            </c:spPr>
            <c:extLst>
              <c:ext xmlns:c16="http://schemas.microsoft.com/office/drawing/2014/chart" uri="{C3380CC4-5D6E-409C-BE32-E72D297353CC}">
                <c16:uniqueId val="{0000000F-E399-4BF3-A268-94DCFACF0569}"/>
              </c:ext>
            </c:extLst>
          </c:dPt>
          <c:dLbls>
            <c:dLbl>
              <c:idx val="0"/>
              <c:tx>
                <c:rich>
                  <a:bodyPr/>
                  <a:lstStyle/>
                  <a:p>
                    <a:fld id="{56D34B95-DED3-462F-9A60-BF6E08D275E0}"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399-4BF3-A268-94DCFACF0569}"/>
                </c:ext>
              </c:extLst>
            </c:dLbl>
            <c:dLbl>
              <c:idx val="1"/>
              <c:tx>
                <c:rich>
                  <a:bodyPr/>
                  <a:lstStyle/>
                  <a:p>
                    <a:fld id="{AD38AD88-A3C1-43DF-9921-DFA65F70C7BD}"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399-4BF3-A268-94DCFACF0569}"/>
                </c:ext>
              </c:extLst>
            </c:dLbl>
            <c:dLbl>
              <c:idx val="2"/>
              <c:tx>
                <c:rich>
                  <a:bodyPr/>
                  <a:lstStyle/>
                  <a:p>
                    <a:fld id="{24F5F524-2C8E-4CC4-B132-1A4A1AD778E8}"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399-4BF3-A268-94DCFACF0569}"/>
                </c:ext>
              </c:extLst>
            </c:dLbl>
            <c:dLbl>
              <c:idx val="3"/>
              <c:tx>
                <c:rich>
                  <a:bodyPr/>
                  <a:lstStyle/>
                  <a:p>
                    <a:fld id="{7DBA7EE7-FE2A-4BC0-8CC5-20A4FF5A15D2}" type="VALUE">
                      <a:rPr lang="en-US" smtClean="0"/>
                      <a:pPr/>
                      <a:t>[VALUE]</a:t>
                    </a:fld>
                    <a:r>
                      <a:rPr lang="en-US"/>
                      <a:t> (8)</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E399-4BF3-A268-94DCFACF0569}"/>
                </c:ext>
              </c:extLst>
            </c:dLbl>
            <c:dLbl>
              <c:idx val="4"/>
              <c:tx>
                <c:rich>
                  <a:bodyPr/>
                  <a:lstStyle/>
                  <a:p>
                    <a:fld id="{24B86A70-E6C3-460C-B7B4-5A9772F53632}" type="VALUE">
                      <a:rPr lang="en-US" smtClean="0"/>
                      <a:pPr/>
                      <a:t>[VALUE]</a:t>
                    </a:fld>
                    <a:r>
                      <a:rPr lang="en-US"/>
                      <a:t> (8)</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E399-4BF3-A268-94DCFACF0569}"/>
                </c:ext>
              </c:extLst>
            </c:dLbl>
            <c:dLbl>
              <c:idx val="5"/>
              <c:tx>
                <c:rich>
                  <a:bodyPr/>
                  <a:lstStyle/>
                  <a:p>
                    <a:fld id="{7B7E45EE-2358-4107-941F-B2CE5923A911}" type="VALUE">
                      <a:rPr lang="en-US" smtClean="0"/>
                      <a:pPr/>
                      <a:t>[VALUE]</a:t>
                    </a:fld>
                    <a:r>
                      <a:rPr lang="en-US"/>
                      <a:t> (7)</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E399-4BF3-A268-94DCFACF0569}"/>
                </c:ext>
              </c:extLst>
            </c:dLbl>
            <c:dLbl>
              <c:idx val="6"/>
              <c:tx>
                <c:rich>
                  <a:bodyPr/>
                  <a:lstStyle/>
                  <a:p>
                    <a:fld id="{8F3523BE-0E3F-4EF7-AA17-F41E981AA47D}" type="VALUE">
                      <a:rPr lang="en-US" smtClean="0"/>
                      <a:pPr/>
                      <a:t>[VALUE]</a:t>
                    </a:fld>
                    <a:r>
                      <a:rPr lang="en-US"/>
                      <a:t> (2)</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E399-4BF3-A268-94DCFACF0569}"/>
                </c:ext>
              </c:extLst>
            </c:dLbl>
            <c:dLbl>
              <c:idx val="7"/>
              <c:tx>
                <c:rich>
                  <a:bodyPr/>
                  <a:lstStyle/>
                  <a:p>
                    <a:fld id="{E5263906-A06B-402C-81D6-60BF517E84FE}"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E399-4BF3-A268-94DCFACF0569}"/>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Staff well groomed</c:v>
                </c:pt>
                <c:pt idx="1">
                  <c:v>Reception clean and uncluttered</c:v>
                </c:pt>
                <c:pt idx="2">
                  <c:v>Warm, friendly welcome</c:v>
                </c:pt>
                <c:pt idx="3">
                  <c:v>Greeted with a smile</c:v>
                </c:pt>
                <c:pt idx="4">
                  <c:v>Attended to promptly</c:v>
                </c:pt>
                <c:pt idx="5">
                  <c:v>Tea or coffee offered</c:v>
                </c:pt>
                <c:pt idx="6">
                  <c:v>Valet parking offered</c:v>
                </c:pt>
                <c:pt idx="7">
                  <c:v>Enquiry form completed</c:v>
                </c:pt>
              </c:strCache>
            </c:strRef>
          </c:cat>
          <c:val>
            <c:numRef>
              <c:f>Sheet1!$B$2:$B$9</c:f>
              <c:numCache>
                <c:formatCode>General</c:formatCode>
                <c:ptCount val="8"/>
                <c:pt idx="0">
                  <c:v>100</c:v>
                </c:pt>
                <c:pt idx="1">
                  <c:v>100</c:v>
                </c:pt>
                <c:pt idx="2">
                  <c:v>90</c:v>
                </c:pt>
                <c:pt idx="3">
                  <c:v>80</c:v>
                </c:pt>
                <c:pt idx="4">
                  <c:v>80</c:v>
                </c:pt>
                <c:pt idx="5">
                  <c:v>70</c:v>
                </c:pt>
                <c:pt idx="6">
                  <c:v>67</c:v>
                </c:pt>
                <c:pt idx="7">
                  <c:v>30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0-E399-4BF3-A268-94DCFACF0569}"/>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00">
          <a:solidFill>
            <a:srgbClr val="1A1A1A"/>
          </a:solidFill>
          <a:latin typeface="Open Sans Medium"/>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42976856009709663"/>
          <c:y val="3.7629994526546251E-2"/>
          <c:w val="0.46707788847348997"/>
          <c:h val="0.9247400109469075"/>
        </c:manualLayout>
      </c:layout>
      <c:barChart>
        <c:barDir val="bar"/>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35E9-4A74-8284-DD6B889C16EC}"/>
              </c:ext>
            </c:extLst>
          </c:dPt>
          <c:dPt>
            <c:idx val="1"/>
            <c:invertIfNegative val="1"/>
            <c:bubble3D val="0"/>
            <c:spPr>
              <a:solidFill>
                <a:schemeClr val="tx1"/>
              </a:solidFill>
            </c:spPr>
            <c:extLst>
              <c:ext xmlns:c16="http://schemas.microsoft.com/office/drawing/2014/chart" uri="{C3380CC4-5D6E-409C-BE32-E72D297353CC}">
                <c16:uniqueId val="{00000003-35E9-4A74-8284-DD6B889C16EC}"/>
              </c:ext>
            </c:extLst>
          </c:dPt>
          <c:dPt>
            <c:idx val="2"/>
            <c:invertIfNegative val="1"/>
            <c:bubble3D val="0"/>
            <c:spPr>
              <a:solidFill>
                <a:schemeClr val="tx1"/>
              </a:solidFill>
            </c:spPr>
            <c:extLst>
              <c:ext xmlns:c16="http://schemas.microsoft.com/office/drawing/2014/chart" uri="{C3380CC4-5D6E-409C-BE32-E72D297353CC}">
                <c16:uniqueId val="{00000005-35E9-4A74-8284-DD6B889C16EC}"/>
              </c:ext>
            </c:extLst>
          </c:dPt>
          <c:dPt>
            <c:idx val="3"/>
            <c:invertIfNegative val="1"/>
            <c:bubble3D val="0"/>
            <c:spPr>
              <a:solidFill>
                <a:schemeClr val="tx1"/>
              </a:solidFill>
            </c:spPr>
            <c:extLst>
              <c:ext xmlns:c16="http://schemas.microsoft.com/office/drawing/2014/chart" uri="{C3380CC4-5D6E-409C-BE32-E72D297353CC}">
                <c16:uniqueId val="{00000007-35E9-4A74-8284-DD6B889C16EC}"/>
              </c:ext>
            </c:extLst>
          </c:dPt>
          <c:dPt>
            <c:idx val="4"/>
            <c:invertIfNegative val="1"/>
            <c:bubble3D val="0"/>
            <c:spPr>
              <a:solidFill>
                <a:schemeClr val="tx1"/>
              </a:solidFill>
            </c:spPr>
            <c:extLst>
              <c:ext xmlns:c16="http://schemas.microsoft.com/office/drawing/2014/chart" uri="{C3380CC4-5D6E-409C-BE32-E72D297353CC}">
                <c16:uniqueId val="{00000009-35E9-4A74-8284-DD6B889C16EC}"/>
              </c:ext>
            </c:extLst>
          </c:dPt>
          <c:dPt>
            <c:idx val="5"/>
            <c:invertIfNegative val="1"/>
            <c:bubble3D val="0"/>
            <c:spPr>
              <a:solidFill>
                <a:schemeClr val="tx1"/>
              </a:solidFill>
            </c:spPr>
            <c:extLst>
              <c:ext xmlns:c16="http://schemas.microsoft.com/office/drawing/2014/chart" uri="{C3380CC4-5D6E-409C-BE32-E72D297353CC}">
                <c16:uniqueId val="{0000000B-35E9-4A74-8284-DD6B889C16EC}"/>
              </c:ext>
            </c:extLst>
          </c:dPt>
          <c:dPt>
            <c:idx val="6"/>
            <c:invertIfNegative val="1"/>
            <c:bubble3D val="0"/>
            <c:spPr>
              <a:solidFill>
                <a:schemeClr val="tx1"/>
              </a:solidFill>
            </c:spPr>
            <c:extLst>
              <c:ext xmlns:c16="http://schemas.microsoft.com/office/drawing/2014/chart" uri="{C3380CC4-5D6E-409C-BE32-E72D297353CC}">
                <c16:uniqueId val="{0000000D-35E9-4A74-8284-DD6B889C16EC}"/>
              </c:ext>
            </c:extLst>
          </c:dPt>
          <c:dPt>
            <c:idx val="7"/>
            <c:invertIfNegative val="1"/>
            <c:bubble3D val="0"/>
            <c:spPr>
              <a:solidFill>
                <a:schemeClr val="tx1"/>
              </a:solidFill>
            </c:spPr>
            <c:extLst>
              <c:ext xmlns:c16="http://schemas.microsoft.com/office/drawing/2014/chart" uri="{C3380CC4-5D6E-409C-BE32-E72D297353CC}">
                <c16:uniqueId val="{0000000F-35E9-4A74-8284-DD6B889C16EC}"/>
              </c:ext>
            </c:extLst>
          </c:dPt>
          <c:dPt>
            <c:idx val="8"/>
            <c:invertIfNegative val="1"/>
            <c:bubble3D val="0"/>
            <c:spPr>
              <a:solidFill>
                <a:schemeClr val="tx1"/>
              </a:solidFill>
            </c:spPr>
            <c:extLst>
              <c:ext xmlns:c16="http://schemas.microsoft.com/office/drawing/2014/chart" uri="{C3380CC4-5D6E-409C-BE32-E72D297353CC}">
                <c16:uniqueId val="{00000011-35E9-4A74-8284-DD6B889C16EC}"/>
              </c:ext>
            </c:extLst>
          </c:dPt>
          <c:dLbls>
            <c:dLbl>
              <c:idx val="0"/>
              <c:tx>
                <c:rich>
                  <a:bodyPr/>
                  <a:lstStyle/>
                  <a:p>
                    <a:fld id="{CA014C17-A745-405D-8E2B-99AFAD0B226A}"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5E9-4A74-8284-DD6B889C16EC}"/>
                </c:ext>
              </c:extLst>
            </c:dLbl>
            <c:dLbl>
              <c:idx val="1"/>
              <c:tx>
                <c:rich>
                  <a:bodyPr/>
                  <a:lstStyle/>
                  <a:p>
                    <a:fld id="{2111BEB7-3750-468C-84FF-A9DB6C09EC27}" type="VALUE">
                      <a:rPr lang="en-US" smtClean="0"/>
                      <a:pPr/>
                      <a:t>[VALUE]</a:t>
                    </a:fld>
                    <a:r>
                      <a:rPr lang="en-US"/>
                      <a:t> (6)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5E9-4A74-8284-DD6B889C16EC}"/>
                </c:ext>
              </c:extLst>
            </c:dLbl>
            <c:dLbl>
              <c:idx val="2"/>
              <c:tx>
                <c:rich>
                  <a:bodyPr/>
                  <a:lstStyle/>
                  <a:p>
                    <a:fld id="{7826EC46-D0DD-4032-95E5-DBBA07A636F2}" type="VALUE">
                      <a:rPr lang="en-US" smtClean="0"/>
                      <a:pPr/>
                      <a:t>[VALUE]</a:t>
                    </a:fld>
                    <a:r>
                      <a:rPr lang="en-US"/>
                      <a:t> (8)</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5E9-4A74-8284-DD6B889C16EC}"/>
                </c:ext>
              </c:extLst>
            </c:dLbl>
            <c:dLbl>
              <c:idx val="3"/>
              <c:tx>
                <c:rich>
                  <a:bodyPr/>
                  <a:lstStyle/>
                  <a:p>
                    <a:fld id="{2F56009B-BC8F-4B90-82D3-B8E825BBF8D1}"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35E9-4A74-8284-DD6B889C16EC}"/>
                </c:ext>
              </c:extLst>
            </c:dLbl>
            <c:dLbl>
              <c:idx val="4"/>
              <c:tx>
                <c:rich>
                  <a:bodyPr/>
                  <a:lstStyle/>
                  <a:p>
                    <a:fld id="{A6FFB2DB-5333-42EA-91BF-45D2D7DA725B}"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35E9-4A74-8284-DD6B889C16EC}"/>
                </c:ext>
              </c:extLst>
            </c:dLbl>
            <c:dLbl>
              <c:idx val="5"/>
              <c:tx>
                <c:rich>
                  <a:bodyPr/>
                  <a:lstStyle/>
                  <a:p>
                    <a:fld id="{8DB991EC-FC19-4EDA-ABC1-88ED38F95072}"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35E9-4A74-8284-DD6B889C16EC}"/>
                </c:ext>
              </c:extLst>
            </c:dLbl>
            <c:dLbl>
              <c:idx val="6"/>
              <c:tx>
                <c:rich>
                  <a:bodyPr/>
                  <a:lstStyle/>
                  <a:p>
                    <a:fld id="{0C6B5EC2-19C4-434E-994E-B793AC58CF1B}"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35E9-4A74-8284-DD6B889C16EC}"/>
                </c:ext>
              </c:extLst>
            </c:dLbl>
            <c:dLbl>
              <c:idx val="7"/>
              <c:tx>
                <c:rich>
                  <a:bodyPr/>
                  <a:lstStyle/>
                  <a:p>
                    <a:fld id="{9CC54D32-27DB-4832-BF1D-4D06CDD130FC}" type="VALUE">
                      <a:rPr lang="en-US" smtClean="0"/>
                      <a:pPr/>
                      <a:t>[VALUE]</a:t>
                    </a:fld>
                    <a:r>
                      <a:rPr lang="en-US"/>
                      <a:t> (9)</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35E9-4A74-8284-DD6B889C16EC}"/>
                </c:ext>
              </c:extLst>
            </c:dLbl>
            <c:dLbl>
              <c:idx val="8"/>
              <c:tx>
                <c:rich>
                  <a:bodyPr/>
                  <a:lstStyle/>
                  <a:p>
                    <a:fld id="{0770A867-2203-4478-BC71-C455A31DE011}" type="VALUE">
                      <a:rPr lang="en-US" smtClean="0"/>
                      <a:pPr/>
                      <a:t>[VALUE]</a:t>
                    </a:fld>
                    <a:r>
                      <a:rPr lang="en-US"/>
                      <a:t> (10)</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1-35E9-4A74-8284-DD6B889C16EC}"/>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Mock-up unit shown</c:v>
                </c:pt>
                <c:pt idx="1">
                  <c:v>No broker passback affirmed</c:v>
                </c:pt>
                <c:pt idx="2">
                  <c:v>Closed without being pushy</c:v>
                </c:pt>
                <c:pt idx="3">
                  <c:v>Answered all queries</c:v>
                </c:pt>
                <c:pt idx="4">
                  <c:v>External amenities discussed</c:v>
                </c:pt>
                <c:pt idx="5">
                  <c:v>Possession date shared</c:v>
                </c:pt>
                <c:pt idx="6">
                  <c:v>Polite and well mannered</c:v>
                </c:pt>
                <c:pt idx="7">
                  <c:v>Professional greeting</c:v>
                </c:pt>
                <c:pt idx="8">
                  <c:v>Project status shared</c:v>
                </c:pt>
              </c:strCache>
            </c:strRef>
          </c:cat>
          <c:val>
            <c:numRef>
              <c:f>Sheet1!$B$2:$B$10</c:f>
              <c:numCache>
                <c:formatCode>General</c:formatCode>
                <c:ptCount val="9"/>
                <c:pt idx="0">
                  <c:v>30</c:v>
                </c:pt>
                <c:pt idx="1">
                  <c:v>66.7</c:v>
                </c:pt>
                <c:pt idx="2">
                  <c:v>80</c:v>
                </c:pt>
                <c:pt idx="3">
                  <c:v>90</c:v>
                </c:pt>
                <c:pt idx="4">
                  <c:v>90</c:v>
                </c:pt>
                <c:pt idx="5">
                  <c:v>90</c:v>
                </c:pt>
                <c:pt idx="6">
                  <c:v>90</c:v>
                </c:pt>
                <c:pt idx="7">
                  <c:v>90</c:v>
                </c:pt>
                <c:pt idx="8">
                  <c:v>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2-35E9-4A74-8284-DD6B889C16E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BFC3C7"/>
            </a:solidFill>
          </a:ln>
        </c:spPr>
        <c:txPr>
          <a:bodyPr/>
          <a:lstStyle/>
          <a:p>
            <a:pPr algn="r">
              <a:defRPr sz="1000">
                <a:latin typeface="Open Sans Medium"/>
              </a:defRPr>
            </a:pPr>
            <a:endParaRPr lang="en-US"/>
          </a:p>
        </c:txPr>
        <c:crossAx val="2113994440"/>
        <c:crosses val="autoZero"/>
        <c:auto val="1"/>
        <c:lblAlgn val="r"/>
        <c:lblOffset val="100"/>
        <c:noMultiLvlLbl val="0"/>
      </c:catAx>
      <c:valAx>
        <c:axId val="2113994440"/>
        <c:scaling>
          <c:orientation val="minMax"/>
          <c:max val="11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00">
          <a:solidFill>
            <a:srgbClr val="1A1A1A"/>
          </a:solidFill>
          <a:latin typeface="Open Sans Medium"/>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50649140328522935"/>
          <c:y val="0.13170498084291188"/>
          <c:w val="0.42101166899157622"/>
          <c:h val="0.73659003831417624"/>
        </c:manualLayout>
      </c:layout>
      <c:barChart>
        <c:barDir val="bar"/>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31D1-4E32-91BF-43EFFE26AD3A}"/>
              </c:ext>
            </c:extLst>
          </c:dPt>
          <c:dPt>
            <c:idx val="1"/>
            <c:invertIfNegative val="1"/>
            <c:bubble3D val="0"/>
            <c:spPr>
              <a:solidFill>
                <a:schemeClr val="tx1"/>
              </a:solidFill>
            </c:spPr>
            <c:extLst>
              <c:ext xmlns:c16="http://schemas.microsoft.com/office/drawing/2014/chart" uri="{C3380CC4-5D6E-409C-BE32-E72D297353CC}">
                <c16:uniqueId val="{00000003-31D1-4E32-91BF-43EFFE26AD3A}"/>
              </c:ext>
            </c:extLst>
          </c:dPt>
          <c:dPt>
            <c:idx val="2"/>
            <c:invertIfNegative val="1"/>
            <c:bubble3D val="0"/>
            <c:spPr>
              <a:solidFill>
                <a:schemeClr val="tx1"/>
              </a:solidFill>
            </c:spPr>
            <c:extLst>
              <c:ext xmlns:c16="http://schemas.microsoft.com/office/drawing/2014/chart" uri="{C3380CC4-5D6E-409C-BE32-E72D297353CC}">
                <c16:uniqueId val="{00000005-31D1-4E32-91BF-43EFFE26AD3A}"/>
              </c:ext>
            </c:extLst>
          </c:dPt>
          <c:dLbls>
            <c:dLbl>
              <c:idx val="0"/>
              <c:tx>
                <c:rich>
                  <a:bodyPr/>
                  <a:lstStyle/>
                  <a:p>
                    <a:fld id="{62D06C89-43DF-4267-B3AD-E293BEDB902E}" type="VALUE">
                      <a:rPr lang="en-US" smtClean="0"/>
                      <a:pPr/>
                      <a:t>[VALUE]</a:t>
                    </a:fld>
                    <a:r>
                      <a:rPr lang="en-US"/>
                      <a:t> (6)</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1D1-4E32-91BF-43EFFE26AD3A}"/>
                </c:ext>
              </c:extLst>
            </c:dLbl>
            <c:dLbl>
              <c:idx val="1"/>
              <c:tx>
                <c:rich>
                  <a:bodyPr/>
                  <a:lstStyle/>
                  <a:p>
                    <a:fld id="{A5108C61-F4FB-423E-8D8A-FA931332FE8E}" type="VALUE">
                      <a:rPr lang="en-US" smtClean="0"/>
                      <a:pPr/>
                      <a:t>[VALUE]</a:t>
                    </a:fld>
                    <a:r>
                      <a:rPr lang="en-US"/>
                      <a:t> (5)</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1D1-4E32-91BF-43EFFE26AD3A}"/>
                </c:ext>
              </c:extLst>
            </c:dLbl>
            <c:dLbl>
              <c:idx val="2"/>
              <c:tx>
                <c:rich>
                  <a:bodyPr/>
                  <a:lstStyle/>
                  <a:p>
                    <a:fld id="{5F33399C-4FF8-4C73-8DFB-C8F79FF4898F}" type="VALUE">
                      <a:rPr lang="en-US" smtClean="0"/>
                      <a:pPr/>
                      <a:t>[VALUE]</a:t>
                    </a:fld>
                    <a:r>
                      <a:rPr lang="en-US"/>
                      <a:t> (5)</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1D1-4E32-91BF-43EFFE26AD3A}"/>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Follow-up within 48 hours</c:v>
                </c:pt>
                <c:pt idx="1">
                  <c:v>Number matched visiting card</c:v>
                </c:pt>
                <c:pt idx="2">
                  <c:v>Same executive followed up</c:v>
                </c:pt>
              </c:strCache>
            </c:strRef>
          </c:cat>
          <c:val>
            <c:numRef>
              <c:f>Sheet1!$B$2:$B$4</c:f>
              <c:numCache>
                <c:formatCode>General</c:formatCode>
                <c:ptCount val="3"/>
                <c:pt idx="0">
                  <c:v>60</c:v>
                </c:pt>
                <c:pt idx="1">
                  <c:v>83.3</c:v>
                </c:pt>
                <c:pt idx="2">
                  <c:v>83.3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31D1-4E32-91BF-43EFFE26AD3A}"/>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BFC3C7"/>
            </a:solidFill>
          </a:ln>
        </c:spPr>
        <c:txPr>
          <a:bodyPr/>
          <a:lstStyle/>
          <a:p>
            <a:pPr algn="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spPr>
    <a:solidFill>
      <a:schemeClr val="bg1"/>
    </a:solidFill>
    <a:ln>
      <a:solidFill>
        <a:srgbClr val="1E4164"/>
      </a:solidFill>
    </a:ln>
  </c:spPr>
  <c:txPr>
    <a:bodyPr/>
    <a:lstStyle/>
    <a:p>
      <a:pPr>
        <a:defRPr sz="850">
          <a:solidFill>
            <a:srgbClr val="1A1A1A"/>
          </a:solidFill>
          <a:latin typeface="Open Sans Medium"/>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2DF6-43DC-BAD6-B6F330601587}"/>
              </c:ext>
            </c:extLst>
          </c:dPt>
          <c:dPt>
            <c:idx val="1"/>
            <c:invertIfNegative val="1"/>
            <c:bubble3D val="0"/>
            <c:spPr>
              <a:solidFill>
                <a:schemeClr val="tx1"/>
              </a:solidFill>
            </c:spPr>
            <c:extLst>
              <c:ext xmlns:c16="http://schemas.microsoft.com/office/drawing/2014/chart" uri="{C3380CC4-5D6E-409C-BE32-E72D297353CC}">
                <c16:uniqueId val="{00000003-2DF6-43DC-BAD6-B6F330601587}"/>
              </c:ext>
            </c:extLst>
          </c:dPt>
          <c:dPt>
            <c:idx val="2"/>
            <c:invertIfNegative val="1"/>
            <c:bubble3D val="0"/>
            <c:spPr>
              <a:solidFill>
                <a:schemeClr val="tx1"/>
              </a:solidFill>
            </c:spPr>
            <c:extLst>
              <c:ext xmlns:c16="http://schemas.microsoft.com/office/drawing/2014/chart" uri="{C3380CC4-5D6E-409C-BE32-E72D297353CC}">
                <c16:uniqueId val="{00000005-2DF6-43DC-BAD6-B6F330601587}"/>
              </c:ext>
            </c:extLst>
          </c:dPt>
          <c:dPt>
            <c:idx val="3"/>
            <c:invertIfNegative val="1"/>
            <c:bubble3D val="0"/>
            <c:spPr>
              <a:solidFill>
                <a:schemeClr val="tx1"/>
              </a:solidFill>
            </c:spPr>
            <c:extLst>
              <c:ext xmlns:c16="http://schemas.microsoft.com/office/drawing/2014/chart" uri="{C3380CC4-5D6E-409C-BE32-E72D297353CC}">
                <c16:uniqueId val="{00000007-2DF6-43DC-BAD6-B6F330601587}"/>
              </c:ext>
            </c:extLst>
          </c:dPt>
          <c:dPt>
            <c:idx val="4"/>
            <c:invertIfNegative val="1"/>
            <c:bubble3D val="0"/>
            <c:spPr>
              <a:solidFill>
                <a:schemeClr val="tx1"/>
              </a:solidFill>
            </c:spPr>
            <c:extLst>
              <c:ext xmlns:c16="http://schemas.microsoft.com/office/drawing/2014/chart" uri="{C3380CC4-5D6E-409C-BE32-E72D297353CC}">
                <c16:uniqueId val="{00000009-2DF6-43DC-BAD6-B6F330601587}"/>
              </c:ext>
            </c:extLst>
          </c:dPt>
          <c:dPt>
            <c:idx val="5"/>
            <c:invertIfNegative val="1"/>
            <c:bubble3D val="0"/>
            <c:spPr>
              <a:solidFill>
                <a:schemeClr val="tx1"/>
              </a:solidFill>
            </c:spPr>
            <c:extLst>
              <c:ext xmlns:c16="http://schemas.microsoft.com/office/drawing/2014/chart" uri="{C3380CC4-5D6E-409C-BE32-E72D297353CC}">
                <c16:uniqueId val="{0000000B-2DF6-43DC-BAD6-B6F330601587}"/>
              </c:ext>
            </c:extLst>
          </c:dPt>
          <c:dLbls>
            <c:dLbl>
              <c:idx val="1"/>
              <c:tx>
                <c:rich>
                  <a:bodyPr/>
                  <a:lstStyle/>
                  <a:p>
                    <a:fld id="{8BB7200D-B4EA-4965-B584-B90D8AF54B52}"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DF6-43DC-BAD6-B6F330601587}"/>
                </c:ext>
              </c:extLst>
            </c:dLbl>
            <c:dLbl>
              <c:idx val="2"/>
              <c:tx>
                <c:rich>
                  <a:bodyPr/>
                  <a:lstStyle/>
                  <a:p>
                    <a:fld id="{FBE8AA12-26B0-4BF7-883B-1416B652B78A}"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DF6-43DC-BAD6-B6F330601587}"/>
                </c:ext>
              </c:extLst>
            </c:dLbl>
            <c:dLbl>
              <c:idx val="3"/>
              <c:tx>
                <c:rich>
                  <a:bodyPr/>
                  <a:lstStyle/>
                  <a:p>
                    <a:fld id="{4E23952B-B42F-4790-A942-E3D7DCB31B89}"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2DF6-43DC-BAD6-B6F330601587}"/>
                </c:ext>
              </c:extLst>
            </c:dLbl>
            <c:dLbl>
              <c:idx val="4"/>
              <c:tx>
                <c:rich>
                  <a:bodyPr/>
                  <a:lstStyle/>
                  <a:p>
                    <a:fld id="{74235865-EEAF-4F08-91FC-C2A82CCB4B48}"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2DF6-43DC-BAD6-B6F330601587}"/>
                </c:ext>
              </c:extLst>
            </c:dLbl>
            <c:dLbl>
              <c:idx val="5"/>
              <c:tx>
                <c:rich>
                  <a:bodyPr/>
                  <a:lstStyle/>
                  <a:p>
                    <a:fld id="{13E4C74E-CF27-48DE-8DDF-D182C8C571F0}" type="VALUE">
                      <a:rPr lang="en-US" smtClean="0"/>
                      <a:pPr/>
                      <a:t>[VALUE]</a:t>
                    </a:fld>
                    <a:r>
                      <a:rPr lang="en-US"/>
                      <a:t> (2)</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2DF6-43DC-BAD6-B6F330601587}"/>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Offered to meet in person</c:v>
                </c:pt>
                <c:pt idx="1">
                  <c:v>Starting price shared</c:v>
                </c:pt>
                <c:pt idx="2">
                  <c:v>Knowledgeable about the property</c:v>
                </c:pt>
                <c:pt idx="3">
                  <c:v>Binghatti brand explained</c:v>
                </c:pt>
                <c:pt idx="4">
                  <c:v>Brochure shared after the call</c:v>
                </c:pt>
                <c:pt idx="5">
                  <c:v>Answered on first attempt</c:v>
                </c:pt>
              </c:strCache>
            </c:strRef>
          </c:cat>
          <c:val>
            <c:numRef>
              <c:f>Sheet1!$B$2:$B$7</c:f>
              <c:numCache>
                <c:formatCode>General</c:formatCode>
                <c:ptCount val="6"/>
                <c:pt idx="0">
                  <c:v>100</c:v>
                </c:pt>
                <c:pt idx="1">
                  <c:v>100</c:v>
                </c:pt>
                <c:pt idx="2">
                  <c:v>75</c:v>
                </c:pt>
                <c:pt idx="3">
                  <c:v>75</c:v>
                </c:pt>
                <c:pt idx="4">
                  <c:v>50</c:v>
                </c:pt>
                <c:pt idx="5">
                  <c:v>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2DF6-43DC-BAD6-B6F330601587}"/>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50">
          <a:solidFill>
            <a:srgbClr val="1A1A1A"/>
          </a:solidFill>
          <a:latin typeface="Open Sans Medium"/>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9B5A-4CEA-8DB3-DCBDABF4F528}"/>
              </c:ext>
            </c:extLst>
          </c:dPt>
          <c:dPt>
            <c:idx val="1"/>
            <c:invertIfNegative val="1"/>
            <c:bubble3D val="0"/>
            <c:spPr>
              <a:solidFill>
                <a:schemeClr val="tx1"/>
              </a:solidFill>
            </c:spPr>
            <c:extLst>
              <c:ext xmlns:c16="http://schemas.microsoft.com/office/drawing/2014/chart" uri="{C3380CC4-5D6E-409C-BE32-E72D297353CC}">
                <c16:uniqueId val="{00000003-9B5A-4CEA-8DB3-DCBDABF4F528}"/>
              </c:ext>
            </c:extLst>
          </c:dPt>
          <c:dPt>
            <c:idx val="2"/>
            <c:invertIfNegative val="1"/>
            <c:bubble3D val="0"/>
            <c:spPr>
              <a:solidFill>
                <a:schemeClr val="tx1"/>
              </a:solidFill>
            </c:spPr>
            <c:extLst>
              <c:ext xmlns:c16="http://schemas.microsoft.com/office/drawing/2014/chart" uri="{C3380CC4-5D6E-409C-BE32-E72D297353CC}">
                <c16:uniqueId val="{00000005-9B5A-4CEA-8DB3-DCBDABF4F528}"/>
              </c:ext>
            </c:extLst>
          </c:dPt>
          <c:dPt>
            <c:idx val="3"/>
            <c:invertIfNegative val="1"/>
            <c:bubble3D val="0"/>
            <c:spPr>
              <a:solidFill>
                <a:schemeClr val="tx1"/>
              </a:solidFill>
            </c:spPr>
            <c:extLst>
              <c:ext xmlns:c16="http://schemas.microsoft.com/office/drawing/2014/chart" uri="{C3380CC4-5D6E-409C-BE32-E72D297353CC}">
                <c16:uniqueId val="{00000007-9B5A-4CEA-8DB3-DCBDABF4F528}"/>
              </c:ext>
            </c:extLst>
          </c:dPt>
          <c:dPt>
            <c:idx val="4"/>
            <c:invertIfNegative val="1"/>
            <c:bubble3D val="0"/>
            <c:spPr>
              <a:solidFill>
                <a:schemeClr val="tx1"/>
              </a:solidFill>
            </c:spPr>
            <c:extLst>
              <c:ext xmlns:c16="http://schemas.microsoft.com/office/drawing/2014/chart" uri="{C3380CC4-5D6E-409C-BE32-E72D297353CC}">
                <c16:uniqueId val="{00000009-9B5A-4CEA-8DB3-DCBDABF4F528}"/>
              </c:ext>
            </c:extLst>
          </c:dPt>
          <c:dLbls>
            <c:dLbl>
              <c:idx val="0"/>
              <c:tx>
                <c:rich>
                  <a:bodyPr/>
                  <a:lstStyle/>
                  <a:p>
                    <a:fld id="{50D47A5B-4F54-4795-A73D-C1077D958EF4}"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B5A-4CEA-8DB3-DCBDABF4F528}"/>
                </c:ext>
              </c:extLst>
            </c:dLbl>
            <c:dLbl>
              <c:idx val="1"/>
              <c:tx>
                <c:rich>
                  <a:bodyPr/>
                  <a:lstStyle/>
                  <a:p>
                    <a:fld id="{ED11EE1D-A6B3-436C-9207-140185390205}"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B5A-4CEA-8DB3-DCBDABF4F528}"/>
                </c:ext>
              </c:extLst>
            </c:dLbl>
            <c:dLbl>
              <c:idx val="2"/>
              <c:tx>
                <c:rich>
                  <a:bodyPr/>
                  <a:lstStyle/>
                  <a:p>
                    <a:fld id="{68152F52-2C9F-4E94-BAE3-67DC90F9FF59}"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9B5A-4CEA-8DB3-DCBDABF4F528}"/>
                </c:ext>
              </c:extLst>
            </c:dLbl>
            <c:dLbl>
              <c:idx val="3"/>
              <c:tx>
                <c:rich>
                  <a:bodyPr/>
                  <a:lstStyle/>
                  <a:p>
                    <a:fld id="{7AED38EF-2223-438B-83FC-E1EFBE02B87E}"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9B5A-4CEA-8DB3-DCBDABF4F528}"/>
                </c:ext>
              </c:extLst>
            </c:dLbl>
            <c:dLbl>
              <c:idx val="4"/>
              <c:tx>
                <c:rich>
                  <a:bodyPr/>
                  <a:lstStyle/>
                  <a:p>
                    <a:fld id="{27736FA5-923C-4FC2-995D-A8E55C9C381F}"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9B5A-4CEA-8DB3-DCBDABF4F528}"/>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Requirements reconfirmed</c:v>
                </c:pt>
                <c:pt idx="1">
                  <c:v>Enthusiastic about Binghatti</c:v>
                </c:pt>
                <c:pt idx="2">
                  <c:v>No competitor projects offered</c:v>
                </c:pt>
                <c:pt idx="3">
                  <c:v>Did not steer to other developers</c:v>
                </c:pt>
                <c:pt idx="4">
                  <c:v>Did not ask to avoid Binghatti</c:v>
                </c:pt>
              </c:strCache>
            </c:strRef>
          </c:cat>
          <c:val>
            <c:numRef>
              <c:f>Sheet1!$B$2:$B$6</c:f>
              <c:numCache>
                <c:formatCode>General</c:formatCode>
                <c:ptCount val="5"/>
                <c:pt idx="0">
                  <c:v>100</c:v>
                </c:pt>
                <c:pt idx="1">
                  <c:v>100</c:v>
                </c:pt>
                <c:pt idx="2">
                  <c:v>100</c:v>
                </c:pt>
                <c:pt idx="3">
                  <c:v>100</c:v>
                </c:pt>
                <c:pt idx="4">
                  <c:v>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9B5A-4CEA-8DB3-DCBDABF4F528}"/>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8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50">
          <a:solidFill>
            <a:srgbClr val="1A1A1A"/>
          </a:solidFill>
          <a:latin typeface="Open Sans Medium"/>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5.6584362139917695E-2"/>
          <c:y val="8.9343729694606883E-2"/>
          <c:w val="0.88683127572016462"/>
          <c:h val="0.52485468904152943"/>
        </c:manualLayout>
      </c:layout>
      <c:barChart>
        <c:barDir val="col"/>
        <c:grouping val="clustered"/>
        <c:varyColors val="0"/>
        <c:ser>
          <c:idx val="0"/>
          <c:order val="0"/>
          <c:tx>
            <c:strRef>
              <c:f>Sheet1!$B$1</c:f>
              <c:strCache>
                <c:ptCount val="1"/>
                <c:pt idx="0">
                  <c:v>Score</c:v>
                </c:pt>
              </c:strCache>
            </c:strRef>
          </c:tx>
          <c:spPr>
            <a:solidFill>
              <a:srgbClr val="1E4164"/>
            </a:solidFill>
          </c:spPr>
          <c:invertIfNegative val="1"/>
          <c:dPt>
            <c:idx val="0"/>
            <c:invertIfNegative val="1"/>
            <c:bubble3D val="0"/>
            <c:spPr>
              <a:solidFill>
                <a:schemeClr val="tx1"/>
              </a:solidFill>
            </c:spPr>
            <c:extLst>
              <c:ext xmlns:c16="http://schemas.microsoft.com/office/drawing/2014/chart" uri="{C3380CC4-5D6E-409C-BE32-E72D297353CC}">
                <c16:uniqueId val="{00000001-3F1A-4A1F-A523-9F7CB2D55FFF}"/>
              </c:ext>
            </c:extLst>
          </c:dPt>
          <c:dPt>
            <c:idx val="1"/>
            <c:invertIfNegative val="1"/>
            <c:bubble3D val="0"/>
            <c:spPr>
              <a:solidFill>
                <a:schemeClr val="tx1"/>
              </a:solidFill>
            </c:spPr>
            <c:extLst>
              <c:ext xmlns:c16="http://schemas.microsoft.com/office/drawing/2014/chart" uri="{C3380CC4-5D6E-409C-BE32-E72D297353CC}">
                <c16:uniqueId val="{00000003-3F1A-4A1F-A523-9F7CB2D55FFF}"/>
              </c:ext>
            </c:extLst>
          </c:dPt>
          <c:dLbls>
            <c:dLbl>
              <c:idx val="0"/>
              <c:layout>
                <c:manualLayout>
                  <c:x val="-2.5718139399241763E-3"/>
                  <c:y val="0"/>
                </c:manualLayout>
              </c:layout>
              <c:tx>
                <c:rich>
                  <a:bodyPr/>
                  <a:lstStyle/>
                  <a:p>
                    <a:fld id="{AB164EE2-8BB2-4123-A07F-3F30C5287973}" type="VALUE">
                      <a:rPr lang="en-US" smtClean="0"/>
                      <a:pPr/>
                      <a:t>[VALUE]</a:t>
                    </a:fld>
                    <a:r>
                      <a:rPr lang="en-US"/>
                      <a:t> (3)</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F1A-4A1F-A523-9F7CB2D55FFF}"/>
                </c:ext>
              </c:extLst>
            </c:dLbl>
            <c:dLbl>
              <c:idx val="1"/>
              <c:tx>
                <c:rich>
                  <a:bodyPr/>
                  <a:lstStyle/>
                  <a:p>
                    <a:fld id="{A812ACF5-0731-42C7-A1B1-361668650ECF}" type="VALUE">
                      <a:rPr lang="en-US" smtClean="0"/>
                      <a:pPr/>
                      <a:t>[VALUE]</a:t>
                    </a:fld>
                    <a:r>
                      <a:rPr lang="en-US"/>
                      <a:t> (2)</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F1A-4A1F-A523-9F7CB2D55FFF}"/>
                </c:ext>
              </c:extLst>
            </c:dLbl>
            <c:numFmt formatCode="0&quot;%&quot;" sourceLinked="0"/>
            <c:spPr>
              <a:noFill/>
              <a:ln>
                <a:noFill/>
              </a:ln>
              <a:effectLst/>
            </c:spPr>
            <c:txPr>
              <a:bodyPr/>
              <a:lstStyle/>
              <a:p>
                <a:pPr>
                  <a:defRPr sz="900" b="1">
                    <a:solidFill>
                      <a:srgbClr val="0A0A0A"/>
                    </a:solidFill>
                    <a:latin typeface="Open Sans Medium"/>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Same person followed up</c:v>
                </c:pt>
                <c:pt idx="1">
                  <c:v>Follow-up within 48 hours</c:v>
                </c:pt>
              </c:strCache>
            </c:strRef>
          </c:cat>
          <c:val>
            <c:numRef>
              <c:f>Sheet1!$B$2:$B$3</c:f>
              <c:numCache>
                <c:formatCode>General</c:formatCode>
                <c:ptCount val="2"/>
                <c:pt idx="0">
                  <c:v>100</c:v>
                </c:pt>
                <c:pt idx="1">
                  <c:v>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3F1A-4A1F-A523-9F7CB2D55FFF}"/>
            </c:ext>
          </c:extLst>
        </c:ser>
        <c:dLbls>
          <c:dLblPos val="outEnd"/>
          <c:showLegendKey val="0"/>
          <c:showVal val="1"/>
          <c:showCatName val="0"/>
          <c:showSerName val="0"/>
          <c:showPercent val="0"/>
          <c:showBubbleSize val="0"/>
        </c:dLbls>
        <c:gapWidth val="156"/>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FC3C7"/>
            </a:solidFill>
          </a:ln>
        </c:spPr>
        <c:txPr>
          <a:bodyPr/>
          <a:lstStyle/>
          <a:p>
            <a:pPr>
              <a:defRPr sz="1000">
                <a:latin typeface="Open Sans Medium"/>
              </a:defRPr>
            </a:pPr>
            <a:endParaRPr lang="en-US"/>
          </a:p>
        </c:txPr>
        <c:crossAx val="2113994440"/>
        <c:crosses val="autoZero"/>
        <c:auto val="1"/>
        <c:lblAlgn val="ctr"/>
        <c:lblOffset val="100"/>
        <c:noMultiLvlLbl val="0"/>
      </c:catAx>
      <c:valAx>
        <c:axId val="2113994440"/>
        <c:scaling>
          <c:orientation val="minMax"/>
          <c:max val="11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ln>
      <a:solidFill>
        <a:schemeClr val="accent1"/>
      </a:solidFill>
    </a:ln>
  </c:spPr>
  <c:txPr>
    <a:bodyPr/>
    <a:lstStyle/>
    <a:p>
      <a:pPr>
        <a:defRPr sz="850">
          <a:solidFill>
            <a:srgbClr val="1A1A1A"/>
          </a:solidFill>
          <a:latin typeface="Open Sans Medium"/>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D1CB32-4209-7B45-81AB-BC3986E280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3931598-28EA-20A6-8A2A-1254492319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95998C-2355-4152-8EBA-C7D61BD4D60D}" type="datetimeFigureOut">
              <a:rPr lang="en-US" smtClean="0"/>
              <a:t>10/13/2026</a:t>
            </a:fld>
            <a:endParaRPr lang="en-US"/>
          </a:p>
        </p:txBody>
      </p:sp>
      <p:sp>
        <p:nvSpPr>
          <p:cNvPr id="4" name="Footer Placeholder 3">
            <a:extLst>
              <a:ext uri="{FF2B5EF4-FFF2-40B4-BE49-F238E27FC236}">
                <a16:creationId xmlns:a16="http://schemas.microsoft.com/office/drawing/2014/main" id="{660C1109-81DC-7AE3-C157-B5ACC5247B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9AAD1A7-A7C1-B3E2-92DF-C50A99C1C8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8D058E-C345-4B08-BC36-F759DC02673E}" type="slidenum">
              <a:rPr lang="en-US" smtClean="0"/>
              <a:t>‹#›</a:t>
            </a:fld>
            <a:endParaRPr lang="en-US"/>
          </a:p>
        </p:txBody>
      </p:sp>
    </p:spTree>
    <p:extLst>
      <p:ext uri="{BB962C8B-B14F-4D97-AF65-F5344CB8AC3E}">
        <p14:creationId xmlns:p14="http://schemas.microsoft.com/office/powerpoint/2010/main" val="26091514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08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xfrm>
            <a:off x="4064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Calibri Light" panose="020F0302020204030204" pitchFamily="34" charset="0"/>
            </a:endParaRP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3700">
                <a:solidFill>
                  <a:schemeClr val="tx1"/>
                </a:solidFill>
                <a:latin typeface="Lato Light"/>
              </a:defRPr>
            </a:lvl1pPr>
            <a:lvl2pPr marL="757066" indent="-291179">
              <a:defRPr sz="3700">
                <a:solidFill>
                  <a:schemeClr val="tx1"/>
                </a:solidFill>
                <a:latin typeface="Lato Light"/>
              </a:defRPr>
            </a:lvl2pPr>
            <a:lvl3pPr marL="1164717" indent="-232943">
              <a:defRPr sz="3700">
                <a:solidFill>
                  <a:schemeClr val="tx1"/>
                </a:solidFill>
                <a:latin typeface="Lato Light"/>
              </a:defRPr>
            </a:lvl3pPr>
            <a:lvl4pPr marL="1630604" indent="-232943">
              <a:defRPr sz="3700">
                <a:solidFill>
                  <a:schemeClr val="tx1"/>
                </a:solidFill>
                <a:latin typeface="Lato Light"/>
              </a:defRPr>
            </a:lvl4pPr>
            <a:lvl5pPr marL="2096491" indent="-232943">
              <a:defRPr sz="3700">
                <a:solidFill>
                  <a:schemeClr val="tx1"/>
                </a:solidFill>
                <a:latin typeface="Lato Light"/>
              </a:defRPr>
            </a:lvl5pPr>
            <a:lvl6pPr marL="2562377" indent="-232943" defTabSz="1861930" eaLnBrk="0" fontAlgn="base" hangingPunct="0">
              <a:spcBef>
                <a:spcPct val="0"/>
              </a:spcBef>
              <a:spcAft>
                <a:spcPct val="0"/>
              </a:spcAft>
              <a:defRPr sz="3700">
                <a:solidFill>
                  <a:schemeClr val="tx1"/>
                </a:solidFill>
                <a:latin typeface="Lato Light"/>
              </a:defRPr>
            </a:lvl6pPr>
            <a:lvl7pPr marL="3028264" indent="-232943" defTabSz="1861930" eaLnBrk="0" fontAlgn="base" hangingPunct="0">
              <a:spcBef>
                <a:spcPct val="0"/>
              </a:spcBef>
              <a:spcAft>
                <a:spcPct val="0"/>
              </a:spcAft>
              <a:defRPr sz="3700">
                <a:solidFill>
                  <a:schemeClr val="tx1"/>
                </a:solidFill>
                <a:latin typeface="Lato Light"/>
              </a:defRPr>
            </a:lvl7pPr>
            <a:lvl8pPr marL="3494151" indent="-232943" defTabSz="1861930" eaLnBrk="0" fontAlgn="base" hangingPunct="0">
              <a:spcBef>
                <a:spcPct val="0"/>
              </a:spcBef>
              <a:spcAft>
                <a:spcPct val="0"/>
              </a:spcAft>
              <a:defRPr sz="3700">
                <a:solidFill>
                  <a:schemeClr val="tx1"/>
                </a:solidFill>
                <a:latin typeface="Lato Light"/>
              </a:defRPr>
            </a:lvl8pPr>
            <a:lvl9pPr marL="3960038" indent="-232943" defTabSz="1861930" eaLnBrk="0" fontAlgn="base" hangingPunct="0">
              <a:spcBef>
                <a:spcPct val="0"/>
              </a:spcBef>
              <a:spcAft>
                <a:spcPct val="0"/>
              </a:spcAft>
              <a:defRPr sz="3700">
                <a:solidFill>
                  <a:schemeClr val="tx1"/>
                </a:solidFill>
                <a:latin typeface="Lato Light"/>
              </a:defRPr>
            </a:lvl9pPr>
          </a:lstStyle>
          <a:p>
            <a:pPr marL="0" marR="0" lvl="0" indent="0" algn="r" defTabSz="1861930" rtl="0" eaLnBrk="1" fontAlgn="base" latinLnBrk="0" hangingPunct="1">
              <a:lnSpc>
                <a:spcPct val="100000"/>
              </a:lnSpc>
              <a:spcBef>
                <a:spcPct val="0"/>
              </a:spcBef>
              <a:spcAft>
                <a:spcPct val="0"/>
              </a:spcAft>
              <a:buClrTx/>
              <a:buSzTx/>
              <a:buFontTx/>
              <a:buNone/>
              <a:tabLst/>
              <a:defRPr/>
            </a:pPr>
            <a:fld id="{0BD54211-0F80-4A1F-823F-67EE0BD50A2D}" type="slidenum">
              <a:rPr kumimoji="0" lang="en-US" altLang="en-US" sz="1200" b="0" i="0" u="none" strike="noStrike" kern="1200" cap="none" spc="0" normalizeH="0" baseline="0" noProof="0">
                <a:ln>
                  <a:noFill/>
                </a:ln>
                <a:solidFill>
                  <a:prstClr val="black"/>
                </a:solidFill>
                <a:effectLst/>
                <a:uLnTx/>
                <a:uFillTx/>
                <a:latin typeface="Calibri Light" panose="020F0302020204030204" pitchFamily="34" charset="0"/>
                <a:ea typeface="+mn-ea"/>
                <a:cs typeface="+mn-cs"/>
              </a:rPr>
              <a:pPr marL="0" marR="0" lvl="0" indent="0" algn="r" defTabSz="186193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prstClr val="black"/>
              </a:solidFill>
              <a:effectLst/>
              <a:uLnTx/>
              <a:uFillTx/>
              <a:latin typeface="Calibri Light" panose="020F0302020204030204" pitchFamily="34" charset="0"/>
              <a:ea typeface="+mn-ea"/>
              <a:cs typeface="+mn-cs"/>
            </a:endParaRPr>
          </a:p>
        </p:txBody>
      </p:sp>
    </p:spTree>
    <p:extLst>
      <p:ext uri="{BB962C8B-B14F-4D97-AF65-F5344CB8AC3E}">
        <p14:creationId xmlns:p14="http://schemas.microsoft.com/office/powerpoint/2010/main" val="3726394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E708-4457-1508-0E7B-C75AF9000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770E6-4A4C-4F32-0988-9AE8CEBB3C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9CC7D42-A175-E989-C298-3CE17F218AA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2DD6F7-D8FA-3709-A809-7A533D75EEE1}"/>
              </a:ext>
            </a:extLst>
          </p:cNvPr>
          <p:cNvSpPr>
            <a:spLocks noGrp="1"/>
          </p:cNvSpPr>
          <p:nvPr>
            <p:ph type="sldNum" sz="quarter" idx="5"/>
          </p:nvPr>
        </p:nvSpPr>
        <p:spPr/>
        <p:txBody>
          <a:bodyPr/>
          <a:lstStyle/>
          <a:p>
            <a:fld id="{B0B68349-044B-4558-BBA7-D9094765825E}" type="slidenum">
              <a:rPr lang="en-US" smtClean="0"/>
              <a:t>2</a:t>
            </a:fld>
            <a:endParaRPr lang="en-US"/>
          </a:p>
        </p:txBody>
      </p:sp>
    </p:spTree>
    <p:extLst>
      <p:ext uri="{BB962C8B-B14F-4D97-AF65-F5344CB8AC3E}">
        <p14:creationId xmlns:p14="http://schemas.microsoft.com/office/powerpoint/2010/main" val="482181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IN"/>
          </a:p>
        </p:txBody>
      </p:sp>
    </p:spTree>
    <p:extLst>
      <p:ext uri="{BB962C8B-B14F-4D97-AF65-F5344CB8AC3E}">
        <p14:creationId xmlns:p14="http://schemas.microsoft.com/office/powerpoint/2010/main" val="3384045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IN"/>
          </a:p>
        </p:txBody>
      </p:sp>
    </p:spTree>
    <p:extLst>
      <p:ext uri="{BB962C8B-B14F-4D97-AF65-F5344CB8AC3E}">
        <p14:creationId xmlns:p14="http://schemas.microsoft.com/office/powerpoint/2010/main" val="1606952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Text"/>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IN"/>
          </a:p>
        </p:txBody>
      </p:sp>
    </p:spTree>
    <p:extLst>
      <p:ext uri="{BB962C8B-B14F-4D97-AF65-F5344CB8AC3E}">
        <p14:creationId xmlns:p14="http://schemas.microsoft.com/office/powerpoint/2010/main" val="2070545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B0DC169-16FC-0C5D-90AD-31A3E581CF97}"/>
              </a:ext>
            </a:extLst>
          </p:cNvPr>
          <p:cNvPicPr>
            <a:picLocks/>
          </p:cNvPicPr>
          <p:nvPr userDrawn="1"/>
        </p:nvPicPr>
        <p:blipFill>
          <a:blip r:embed="rId2" cstate="email">
            <a:extLst>
              <a:ext uri="{28A0092B-C50C-407E-A947-70E740481C1C}">
                <a14:useLocalDpi xmlns:a14="http://schemas.microsoft.com/office/drawing/2010/main"/>
              </a:ext>
            </a:extLst>
          </a:blip>
          <a:srcRect/>
          <a:stretch/>
        </p:blipFill>
        <p:spPr>
          <a:xfrm>
            <a:off x="-1" y="0"/>
            <a:ext cx="12192000" cy="6858000"/>
          </a:xfrm>
          <a:prstGeom prst="rect">
            <a:avLst/>
          </a:prstGeom>
          <a:noFill/>
        </p:spPr>
      </p:pic>
      <p:sp>
        <p:nvSpPr>
          <p:cNvPr id="6" name="Rectangle 5">
            <a:extLst>
              <a:ext uri="{FF2B5EF4-FFF2-40B4-BE49-F238E27FC236}">
                <a16:creationId xmlns:a16="http://schemas.microsoft.com/office/drawing/2014/main" id="{7D58C893-535C-7EDD-646F-C473EB0EFF89}"/>
              </a:ext>
            </a:extLst>
          </p:cNvPr>
          <p:cNvSpPr/>
          <p:nvPr userDrawn="1"/>
        </p:nvSpPr>
        <p:spPr>
          <a:xfrm>
            <a:off x="0" y="0"/>
            <a:ext cx="9759819" cy="6858000"/>
          </a:xfrm>
          <a:prstGeom prst="rect">
            <a:avLst/>
          </a:prstGeom>
          <a:solidFill>
            <a:srgbClr val="FFFFFF">
              <a:alpha val="8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24" eaLnBrk="1" fontAlgn="auto" hangingPunct="1">
              <a:spcBef>
                <a:spcPts val="0"/>
              </a:spcBef>
              <a:spcAft>
                <a:spcPts val="0"/>
              </a:spcAft>
              <a:defRPr/>
            </a:pPr>
            <a:endParaRPr lang="en-US">
              <a:solidFill>
                <a:srgbClr val="FFFFFF"/>
              </a:solidFill>
              <a:latin typeface="Arial"/>
            </a:endParaRPr>
          </a:p>
        </p:txBody>
      </p:sp>
      <p:sp>
        <p:nvSpPr>
          <p:cNvPr id="2" name="Title 1">
            <a:extLst>
              <a:ext uri="{FF2B5EF4-FFF2-40B4-BE49-F238E27FC236}">
                <a16:creationId xmlns:a16="http://schemas.microsoft.com/office/drawing/2014/main" id="{27F73458-28F9-6897-4C04-03A0C7B038F8}"/>
              </a:ext>
            </a:extLst>
          </p:cNvPr>
          <p:cNvSpPr>
            <a:spLocks noGrp="1"/>
          </p:cNvSpPr>
          <p:nvPr>
            <p:ph type="ctrTitle" hasCustomPrompt="1"/>
          </p:nvPr>
        </p:nvSpPr>
        <p:spPr>
          <a:xfrm>
            <a:off x="601508" y="2491273"/>
            <a:ext cx="8866173" cy="2127380"/>
          </a:xfrm>
        </p:spPr>
        <p:txBody>
          <a:bodyPr anchor="b"/>
          <a:lstStyle>
            <a:lvl1pPr algn="l">
              <a:defRPr sz="4000"/>
            </a:lvl1pPr>
          </a:lstStyle>
          <a:p>
            <a:r>
              <a:rPr lang="en-US"/>
              <a:t>TITLE IN ALL CAPS (OSWALD REGULAR)</a:t>
            </a:r>
          </a:p>
        </p:txBody>
      </p:sp>
      <p:sp>
        <p:nvSpPr>
          <p:cNvPr id="3" name="Subtitle 2">
            <a:extLst>
              <a:ext uri="{FF2B5EF4-FFF2-40B4-BE49-F238E27FC236}">
                <a16:creationId xmlns:a16="http://schemas.microsoft.com/office/drawing/2014/main" id="{70C9F563-E35C-DBBD-4B0F-D886BD74A874}"/>
              </a:ext>
            </a:extLst>
          </p:cNvPr>
          <p:cNvSpPr>
            <a:spLocks noGrp="1"/>
          </p:cNvSpPr>
          <p:nvPr>
            <p:ph type="subTitle" idx="1" hasCustomPrompt="1"/>
          </p:nvPr>
        </p:nvSpPr>
        <p:spPr>
          <a:xfrm>
            <a:off x="601508" y="4618653"/>
            <a:ext cx="8866173" cy="1545455"/>
          </a:xfrm>
        </p:spPr>
        <p:txBody>
          <a:bodyPr>
            <a:normAutofit/>
          </a:bodyPr>
          <a:lstStyle>
            <a:lvl1pPr marL="0" indent="0" algn="l">
              <a:buNone/>
              <a:defRPr sz="40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TITLE CASE (OSWALD REGULAR)</a:t>
            </a:r>
          </a:p>
        </p:txBody>
      </p:sp>
      <p:sp>
        <p:nvSpPr>
          <p:cNvPr id="4" name="Slide Number Placeholder 3">
            <a:extLst>
              <a:ext uri="{FF2B5EF4-FFF2-40B4-BE49-F238E27FC236}">
                <a16:creationId xmlns:a16="http://schemas.microsoft.com/office/drawing/2014/main" id="{7DC1B8EC-92B9-6594-C500-0821E1BF1418}"/>
              </a:ext>
            </a:extLst>
          </p:cNvPr>
          <p:cNvSpPr>
            <a:spLocks noGrp="1"/>
          </p:cNvSpPr>
          <p:nvPr>
            <p:ph type="sldNum" sz="quarter" idx="14"/>
          </p:nvPr>
        </p:nvSpPr>
        <p:spPr/>
        <p:txBody>
          <a:bodyPr/>
          <a:lstStyle/>
          <a:p>
            <a:fld id="{F8BB656D-3341-4A93-B3BC-EAE08B587C2F}" type="slidenum">
              <a:rPr lang="en-US" smtClean="0"/>
              <a:pPr/>
              <a:t>‹#›</a:t>
            </a:fld>
            <a:endParaRPr lang="en-US"/>
          </a:p>
        </p:txBody>
      </p:sp>
      <p:pic>
        <p:nvPicPr>
          <p:cNvPr id="10" name="Picture 9" descr="A blue and orange text on a black background&#10;&#10;Description automatically generated with low confidence">
            <a:extLst>
              <a:ext uri="{FF2B5EF4-FFF2-40B4-BE49-F238E27FC236}">
                <a16:creationId xmlns:a16="http://schemas.microsoft.com/office/drawing/2014/main" id="{1806F4E7-7957-1920-EA5D-17FC489BB9B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1508" y="861444"/>
            <a:ext cx="3841930" cy="768386"/>
          </a:xfrm>
          <a:prstGeom prst="rect">
            <a:avLst/>
          </a:prstGeom>
        </p:spPr>
      </p:pic>
    </p:spTree>
    <p:extLst>
      <p:ext uri="{BB962C8B-B14F-4D97-AF65-F5344CB8AC3E}">
        <p14:creationId xmlns:p14="http://schemas.microsoft.com/office/powerpoint/2010/main" val="776634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C11-13D2-236E-4AF9-60762ED9EAED}"/>
              </a:ext>
            </a:extLst>
          </p:cNvPr>
          <p:cNvSpPr>
            <a:spLocks noGrp="1"/>
          </p:cNvSpPr>
          <p:nvPr>
            <p:ph type="title" hasCustomPrompt="1"/>
          </p:nvPr>
        </p:nvSpPr>
        <p:spPr>
          <a:xfrm>
            <a:off x="275128" y="455002"/>
            <a:ext cx="11388594" cy="388451"/>
          </a:xfrm>
        </p:spPr>
        <p:txBody>
          <a:bodyPr/>
          <a:lstStyle>
            <a:lvl1pPr>
              <a:defRPr/>
            </a:lvl1pPr>
          </a:lstStyle>
          <a:p>
            <a:r>
              <a:rPr lang="en-US"/>
              <a:t>TOP HEADER IN ALL CAPS (OSWALD REGULAR)</a:t>
            </a:r>
          </a:p>
        </p:txBody>
      </p:sp>
      <p:sp>
        <p:nvSpPr>
          <p:cNvPr id="3" name="Content Placeholder 2">
            <a:extLst>
              <a:ext uri="{FF2B5EF4-FFF2-40B4-BE49-F238E27FC236}">
                <a16:creationId xmlns:a16="http://schemas.microsoft.com/office/drawing/2014/main" id="{855B4E70-F23D-CD47-1C36-5EC6D6E6A94A}"/>
              </a:ext>
            </a:extLst>
          </p:cNvPr>
          <p:cNvSpPr>
            <a:spLocks noGrp="1"/>
          </p:cNvSpPr>
          <p:nvPr>
            <p:ph idx="1" hasCustomPrompt="1"/>
          </p:nvPr>
        </p:nvSpPr>
        <p:spPr>
          <a:xfrm>
            <a:off x="275127" y="1335186"/>
            <a:ext cx="11388595" cy="4655068"/>
          </a:xfrm>
        </p:spPr>
        <p:txBody>
          <a:bodyPr/>
          <a:lstStyle>
            <a:lvl1pPr marL="0" indent="0">
              <a:buFont typeface="Arial" panose="020B0604020202020204" pitchFamily="34" charset="0"/>
              <a:buNone/>
              <a:defRPr sz="2000">
                <a:solidFill>
                  <a:schemeClr val="tx1"/>
                </a:solidFill>
                <a:latin typeface="+mj-lt"/>
                <a:ea typeface="Open Sans" pitchFamily="2" charset="0"/>
                <a:cs typeface="Open Sans" pitchFamily="2" charset="0"/>
              </a:defRPr>
            </a:lvl1pPr>
            <a:lvl2pPr marL="0" defTabSz="228600">
              <a:lnSpc>
                <a:spcPct val="100000"/>
              </a:lnSpc>
              <a:tabLst>
                <a:tab pos="228600" algn="l"/>
              </a:tabLst>
              <a:defRPr sz="1600">
                <a:latin typeface="+mn-lt"/>
                <a:ea typeface="Open Sans" pitchFamily="2" charset="0"/>
                <a:cs typeface="Open Sans" pitchFamily="2" charset="0"/>
              </a:defRPr>
            </a:lvl2pPr>
            <a:lvl3pPr marL="457200">
              <a:defRPr sz="1400">
                <a:latin typeface="+mn-lt"/>
                <a:ea typeface="Open Sans" pitchFamily="2" charset="0"/>
                <a:cs typeface="Open Sans" pitchFamily="2" charset="0"/>
              </a:defRPr>
            </a:lvl3pPr>
            <a:lvl4pPr>
              <a:defRPr sz="1200">
                <a:latin typeface="Open Sans" pitchFamily="2" charset="0"/>
                <a:ea typeface="Open Sans" pitchFamily="2" charset="0"/>
                <a:cs typeface="Open Sans" pitchFamily="2" charset="0"/>
              </a:defRPr>
            </a:lvl4pPr>
            <a:lvl5pPr>
              <a:defRPr sz="1200">
                <a:latin typeface="Open Sans" pitchFamily="2" charset="0"/>
                <a:ea typeface="Open Sans" pitchFamily="2" charset="0"/>
                <a:cs typeface="Open Sans" pitchFamily="2" charset="0"/>
              </a:defRPr>
            </a:lvl5pPr>
          </a:lstStyle>
          <a:p>
            <a:pPr lvl="0"/>
            <a:r>
              <a:rPr lang="en-US"/>
              <a:t>SUBHEADER IN ALL CAPS (OSWALD REGULAR)</a:t>
            </a:r>
          </a:p>
          <a:p>
            <a:pPr lvl="1"/>
            <a:r>
              <a:rPr lang="en-US"/>
              <a:t>Text in sentence case (Open Sans Medium)</a:t>
            </a:r>
          </a:p>
          <a:p>
            <a:pPr lvl="2"/>
            <a:r>
              <a:rPr lang="en-US"/>
              <a:t>Third level</a:t>
            </a:r>
          </a:p>
        </p:txBody>
      </p:sp>
      <p:sp>
        <p:nvSpPr>
          <p:cNvPr id="8" name="Text Placeholder 7">
            <a:extLst>
              <a:ext uri="{FF2B5EF4-FFF2-40B4-BE49-F238E27FC236}">
                <a16:creationId xmlns:a16="http://schemas.microsoft.com/office/drawing/2014/main" id="{84F0BB99-EE99-51AC-323F-0AD0AC9EA621}"/>
              </a:ext>
            </a:extLst>
          </p:cNvPr>
          <p:cNvSpPr>
            <a:spLocks noGrp="1"/>
          </p:cNvSpPr>
          <p:nvPr>
            <p:ph type="body" sz="quarter" idx="13" hasCustomPrompt="1"/>
          </p:nvPr>
        </p:nvSpPr>
        <p:spPr>
          <a:xfrm>
            <a:off x="275128" y="869627"/>
            <a:ext cx="6369968" cy="388451"/>
          </a:xfrm>
        </p:spPr>
        <p:txBody>
          <a:bodyPr/>
          <a:lstStyle>
            <a:lvl1pPr marL="0" indent="0">
              <a:buNone/>
              <a:defRPr>
                <a:solidFill>
                  <a:schemeClr val="tx1"/>
                </a:solidFill>
                <a:latin typeface="+mj-lt"/>
              </a:defRPr>
            </a:lvl1pPr>
            <a:lvl2pPr marL="457200" indent="0">
              <a:buNone/>
              <a:defRPr/>
            </a:lvl2pPr>
          </a:lstStyle>
          <a:p>
            <a:pPr lvl="0"/>
            <a:r>
              <a:rPr lang="en-US"/>
              <a:t>SUBHEADER IN ALL CAPS (OSWALD REGULAR)</a:t>
            </a:r>
          </a:p>
        </p:txBody>
      </p:sp>
      <p:sp>
        <p:nvSpPr>
          <p:cNvPr id="4" name="Slide Number Placeholder 3">
            <a:extLst>
              <a:ext uri="{FF2B5EF4-FFF2-40B4-BE49-F238E27FC236}">
                <a16:creationId xmlns:a16="http://schemas.microsoft.com/office/drawing/2014/main" id="{3BA96DB1-C253-1463-1BCE-DF0CE1FC67F5}"/>
              </a:ext>
            </a:extLst>
          </p:cNvPr>
          <p:cNvSpPr>
            <a:spLocks noGrp="1"/>
          </p:cNvSpPr>
          <p:nvPr>
            <p:ph type="sldNum" sz="quarter" idx="15"/>
          </p:nvPr>
        </p:nvSpPr>
        <p:spPr>
          <a:xfrm>
            <a:off x="11514965" y="265273"/>
            <a:ext cx="464345" cy="263094"/>
          </a:xfrm>
        </p:spPr>
        <p:txBody>
          <a:bodyPr/>
          <a:lstStyle/>
          <a:p>
            <a:fld id="{F8BB656D-3341-4A93-B3BC-EAE08B587C2F}" type="slidenum">
              <a:rPr lang="en-US" smtClean="0"/>
              <a:pPr/>
              <a:t>‹#›</a:t>
            </a:fld>
            <a:endParaRPr lang="en-US"/>
          </a:p>
        </p:txBody>
      </p:sp>
      <p:pic>
        <p:nvPicPr>
          <p:cNvPr id="11" name="Picture 10">
            <a:extLst>
              <a:ext uri="{FF2B5EF4-FFF2-40B4-BE49-F238E27FC236}">
                <a16:creationId xmlns:a16="http://schemas.microsoft.com/office/drawing/2014/main" id="{2C1E3098-E3E6-CB35-D7AB-8440D4A948A8}"/>
              </a:ext>
            </a:extLst>
          </p:cNvPr>
          <p:cNvPicPr>
            <a:picLocks noChangeAspect="1"/>
          </p:cNvPicPr>
          <p:nvPr userDrawn="1"/>
        </p:nvPicPr>
        <p:blipFill>
          <a:blip r:embed="rId2"/>
          <a:srcRect l="5500" t="24978" r="5500" b="24978"/>
          <a:stretch>
            <a:fillRect/>
          </a:stretch>
        </p:blipFill>
        <p:spPr>
          <a:xfrm>
            <a:off x="9579006" y="186105"/>
            <a:ext cx="1805126" cy="466206"/>
          </a:xfrm>
          <a:prstGeom prst="rect">
            <a:avLst/>
          </a:prstGeom>
        </p:spPr>
      </p:pic>
    </p:spTree>
    <p:extLst>
      <p:ext uri="{BB962C8B-B14F-4D97-AF65-F5344CB8AC3E}">
        <p14:creationId xmlns:p14="http://schemas.microsoft.com/office/powerpoint/2010/main" val="3504043283"/>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27ED5-2246-88BD-82A2-F158FD439DDC}"/>
              </a:ext>
            </a:extLst>
          </p:cNvPr>
          <p:cNvSpPr>
            <a:spLocks noGrp="1"/>
          </p:cNvSpPr>
          <p:nvPr>
            <p:ph type="title" hasCustomPrompt="1"/>
          </p:nvPr>
        </p:nvSpPr>
        <p:spPr/>
        <p:txBody>
          <a:bodyPr/>
          <a:lstStyle>
            <a:lvl1pPr>
              <a:defRPr/>
            </a:lvl1pPr>
          </a:lstStyle>
          <a:p>
            <a:r>
              <a:rPr lang="en-US"/>
              <a:t>TOP HEADER IN ALL CAPS (OSWALD REGULAR)</a:t>
            </a:r>
          </a:p>
        </p:txBody>
      </p:sp>
      <p:sp>
        <p:nvSpPr>
          <p:cNvPr id="4" name="Slide Number Placeholder 3">
            <a:extLst>
              <a:ext uri="{FF2B5EF4-FFF2-40B4-BE49-F238E27FC236}">
                <a16:creationId xmlns:a16="http://schemas.microsoft.com/office/drawing/2014/main" id="{867555A6-23C2-EA2E-5062-203A844C1CAD}"/>
              </a:ext>
            </a:extLst>
          </p:cNvPr>
          <p:cNvSpPr>
            <a:spLocks noGrp="1"/>
          </p:cNvSpPr>
          <p:nvPr>
            <p:ph type="sldNum" sz="quarter" idx="11"/>
          </p:nvPr>
        </p:nvSpPr>
        <p:spPr>
          <a:xfrm>
            <a:off x="9238468" y="277670"/>
            <a:ext cx="2743200" cy="263094"/>
          </a:xfrm>
        </p:spPr>
        <p:txBody>
          <a:bodyPr/>
          <a:lstStyle/>
          <a:p>
            <a:fld id="{F8BB656D-3341-4A93-B3BC-EAE08B587C2F}" type="slidenum">
              <a:rPr lang="en-US" smtClean="0"/>
              <a:pPr/>
              <a:t>‹#›</a:t>
            </a:fld>
            <a:endParaRPr lang="en-US"/>
          </a:p>
        </p:txBody>
      </p:sp>
      <p:sp>
        <p:nvSpPr>
          <p:cNvPr id="6" name="Content Placeholder 5">
            <a:extLst>
              <a:ext uri="{FF2B5EF4-FFF2-40B4-BE49-F238E27FC236}">
                <a16:creationId xmlns:a16="http://schemas.microsoft.com/office/drawing/2014/main" id="{C153C793-94DB-0CC9-61C8-B82A844F6184}"/>
              </a:ext>
            </a:extLst>
          </p:cNvPr>
          <p:cNvSpPr>
            <a:spLocks noGrp="1"/>
          </p:cNvSpPr>
          <p:nvPr>
            <p:ph sz="quarter" idx="12" hasCustomPrompt="1"/>
          </p:nvPr>
        </p:nvSpPr>
        <p:spPr>
          <a:xfrm>
            <a:off x="503238" y="1366981"/>
            <a:ext cx="11160125" cy="4613033"/>
          </a:xfrm>
        </p:spPr>
        <p:txBody>
          <a:bodyPr/>
          <a:lstStyle>
            <a:lvl1pPr marL="0" indent="0">
              <a:buNone/>
              <a:defRPr>
                <a:solidFill>
                  <a:srgbClr val="EF4123"/>
                </a:solidFill>
                <a:latin typeface="+mj-lt"/>
              </a:defRPr>
            </a:lvl1pPr>
            <a:lvl2pPr marL="228600">
              <a:defRPr sz="1600"/>
            </a:lvl2pPr>
            <a:lvl3pPr marL="685800">
              <a:defRPr sz="1400"/>
            </a:lvl3pPr>
            <a:lvl4pPr>
              <a:defRPr sz="1200"/>
            </a:lvl4pPr>
            <a:lvl5pPr>
              <a:defRPr sz="1200"/>
            </a:lvl5pPr>
          </a:lstStyle>
          <a:p>
            <a:pPr lvl="0"/>
            <a:r>
              <a:rPr lang="en-US"/>
              <a:t>CLICK TO EDIT MASTER TEXT STYLES (OSWALD REGULAR)</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8BACBCBF-66E6-324B-CAB2-B19706458527}"/>
              </a:ext>
            </a:extLst>
          </p:cNvPr>
          <p:cNvSpPr>
            <a:spLocks noGrp="1"/>
          </p:cNvSpPr>
          <p:nvPr>
            <p:ph type="body" sz="quarter" idx="13" hasCustomPrompt="1"/>
          </p:nvPr>
        </p:nvSpPr>
        <p:spPr>
          <a:xfrm>
            <a:off x="503238" y="769938"/>
            <a:ext cx="11159721" cy="387350"/>
          </a:xfrm>
        </p:spPr>
        <p:txBody>
          <a:bodyPr/>
          <a:lstStyle>
            <a:lvl1pPr marL="0" indent="0">
              <a:buNone/>
              <a:defRPr>
                <a:solidFill>
                  <a:srgbClr val="EF4123"/>
                </a:solidFill>
                <a:latin typeface="+mj-lt"/>
              </a:defRPr>
            </a:lvl1pPr>
            <a:lvl2pPr marL="457200" indent="0">
              <a:buNone/>
              <a:defRPr/>
            </a:lvl2pPr>
          </a:lstStyle>
          <a:p>
            <a:pPr lvl="0"/>
            <a:r>
              <a:rPr lang="en-US"/>
              <a:t>SUBHEADER IN ALL CAPS (OSWALD REGULAR)</a:t>
            </a:r>
          </a:p>
        </p:txBody>
      </p:sp>
      <p:pic>
        <p:nvPicPr>
          <p:cNvPr id="5" name="Picture 4">
            <a:extLst>
              <a:ext uri="{FF2B5EF4-FFF2-40B4-BE49-F238E27FC236}">
                <a16:creationId xmlns:a16="http://schemas.microsoft.com/office/drawing/2014/main" id="{C1F2972C-80C4-D444-C427-F497F8FB72CB}"/>
              </a:ext>
            </a:extLst>
          </p:cNvPr>
          <p:cNvPicPr>
            <a:picLocks noChangeAspect="1"/>
          </p:cNvPicPr>
          <p:nvPr userDrawn="1"/>
        </p:nvPicPr>
        <p:blipFill>
          <a:blip r:embed="rId2"/>
          <a:srcRect l="5500" t="24978" r="5500" b="24978"/>
          <a:stretch>
            <a:fillRect/>
          </a:stretch>
        </p:blipFill>
        <p:spPr>
          <a:xfrm>
            <a:off x="9579006" y="186105"/>
            <a:ext cx="1805126" cy="466206"/>
          </a:xfrm>
          <a:prstGeom prst="rect">
            <a:avLst/>
          </a:prstGeom>
        </p:spPr>
      </p:pic>
    </p:spTree>
    <p:extLst>
      <p:ext uri="{BB962C8B-B14F-4D97-AF65-F5344CB8AC3E}">
        <p14:creationId xmlns:p14="http://schemas.microsoft.com/office/powerpoint/2010/main" val="521503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5FF8-D672-A724-C6E4-A4F5B118FCD9}"/>
              </a:ext>
            </a:extLst>
          </p:cNvPr>
          <p:cNvSpPr>
            <a:spLocks noGrp="1"/>
          </p:cNvSpPr>
          <p:nvPr>
            <p:ph type="title" hasCustomPrompt="1"/>
          </p:nvPr>
        </p:nvSpPr>
        <p:spPr/>
        <p:txBody>
          <a:bodyPr/>
          <a:lstStyle/>
          <a:p>
            <a:r>
              <a:rPr lang="en-US"/>
              <a:t>CLICK TO EDIT MASTER TITLE STYLE</a:t>
            </a:r>
          </a:p>
        </p:txBody>
      </p:sp>
      <p:sp>
        <p:nvSpPr>
          <p:cNvPr id="4" name="Slide Number Placeholder 3">
            <a:extLst>
              <a:ext uri="{FF2B5EF4-FFF2-40B4-BE49-F238E27FC236}">
                <a16:creationId xmlns:a16="http://schemas.microsoft.com/office/drawing/2014/main" id="{25B33A6A-FE67-8BF3-C06E-68A29F06D1CA}"/>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3810369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alpha val="7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666737-850A-A20B-58EE-CD5F5CE453C5}"/>
              </a:ext>
            </a:extLst>
          </p:cNvPr>
          <p:cNvSpPr/>
          <p:nvPr userDrawn="1"/>
        </p:nvSpPr>
        <p:spPr>
          <a:xfrm>
            <a:off x="0" y="0"/>
            <a:ext cx="9759819" cy="6856213"/>
          </a:xfrm>
          <a:prstGeom prst="rect">
            <a:avLst/>
          </a:prstGeom>
          <a:solidFill>
            <a:srgbClr val="FFFFFF">
              <a:alpha val="8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24" eaLnBrk="1" fontAlgn="auto" hangingPunct="1">
              <a:spcBef>
                <a:spcPts val="0"/>
              </a:spcBef>
              <a:spcAft>
                <a:spcPts val="0"/>
              </a:spcAft>
              <a:defRPr/>
            </a:pPr>
            <a:endParaRPr lang="en-US">
              <a:solidFill>
                <a:srgbClr val="FFFFFF"/>
              </a:solidFill>
              <a:latin typeface="Arial"/>
            </a:endParaRPr>
          </a:p>
        </p:txBody>
      </p:sp>
      <p:sp>
        <p:nvSpPr>
          <p:cNvPr id="2" name="Title 1">
            <a:extLst>
              <a:ext uri="{FF2B5EF4-FFF2-40B4-BE49-F238E27FC236}">
                <a16:creationId xmlns:a16="http://schemas.microsoft.com/office/drawing/2014/main" id="{D7F89AF6-1BCA-E7B3-7B92-17B0B9529947}"/>
              </a:ext>
            </a:extLst>
          </p:cNvPr>
          <p:cNvSpPr>
            <a:spLocks noGrp="1"/>
          </p:cNvSpPr>
          <p:nvPr userDrawn="1">
            <p:ph type="title" hasCustomPrompt="1"/>
          </p:nvPr>
        </p:nvSpPr>
        <p:spPr>
          <a:xfrm>
            <a:off x="606490" y="1666147"/>
            <a:ext cx="8873412" cy="2071202"/>
          </a:xfrm>
        </p:spPr>
        <p:txBody>
          <a:bodyPr anchor="b"/>
          <a:lstStyle>
            <a:lvl1pPr>
              <a:defRPr sz="4000"/>
            </a:lvl1pPr>
          </a:lstStyle>
          <a:p>
            <a:r>
              <a:rPr lang="en-US"/>
              <a:t>HEADER IN ALL CAPS (OSWALD REGULAR)</a:t>
            </a:r>
          </a:p>
        </p:txBody>
      </p:sp>
      <p:sp>
        <p:nvSpPr>
          <p:cNvPr id="3" name="Text Placeholder 2">
            <a:extLst>
              <a:ext uri="{FF2B5EF4-FFF2-40B4-BE49-F238E27FC236}">
                <a16:creationId xmlns:a16="http://schemas.microsoft.com/office/drawing/2014/main" id="{795C587D-A29B-1D31-E42B-34115CB7D46D}"/>
              </a:ext>
            </a:extLst>
          </p:cNvPr>
          <p:cNvSpPr>
            <a:spLocks noGrp="1"/>
          </p:cNvSpPr>
          <p:nvPr userDrawn="1">
            <p:ph type="body" idx="1" hasCustomPrompt="1"/>
          </p:nvPr>
        </p:nvSpPr>
        <p:spPr>
          <a:xfrm>
            <a:off x="606490" y="3791129"/>
            <a:ext cx="8873412" cy="1500187"/>
          </a:xfrm>
        </p:spPr>
        <p:txBody>
          <a:bodyPr/>
          <a:lstStyle>
            <a:lvl1pPr marL="0" indent="0">
              <a:buNone/>
              <a:defRPr sz="24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SUBHEADER IN ALL CAPS (OSWALD REGULAR)</a:t>
            </a:r>
          </a:p>
        </p:txBody>
      </p:sp>
      <p:sp>
        <p:nvSpPr>
          <p:cNvPr id="11" name="Slide Number Placeholder 10">
            <a:extLst>
              <a:ext uri="{FF2B5EF4-FFF2-40B4-BE49-F238E27FC236}">
                <a16:creationId xmlns:a16="http://schemas.microsoft.com/office/drawing/2014/main" id="{712656B4-56FB-28E8-735C-08FFDDECEC31}"/>
              </a:ext>
            </a:extLst>
          </p:cNvPr>
          <p:cNvSpPr>
            <a:spLocks noGrp="1"/>
          </p:cNvSpPr>
          <p:nvPr userDrawn="1">
            <p:ph type="sldNum" sz="quarter" idx="11"/>
          </p:nvPr>
        </p:nvSpPr>
        <p:spPr/>
        <p:txBody>
          <a:bodyPr/>
          <a:lstStyle/>
          <a:p>
            <a:fld id="{F8BB656D-3341-4A93-B3BC-EAE08B587C2F}" type="slidenum">
              <a:rPr lang="en-US" smtClean="0"/>
              <a:pPr/>
              <a:t>‹#›</a:t>
            </a:fld>
            <a:endParaRPr lang="en-US"/>
          </a:p>
        </p:txBody>
      </p:sp>
      <p:sp>
        <p:nvSpPr>
          <p:cNvPr id="5" name="Rectangle 6">
            <a:extLst>
              <a:ext uri="{FF2B5EF4-FFF2-40B4-BE49-F238E27FC236}">
                <a16:creationId xmlns:a16="http://schemas.microsoft.com/office/drawing/2014/main" id="{6705FA2C-BE6C-757C-5913-EE9EF2E2204B}"/>
              </a:ext>
            </a:extLst>
          </p:cNvPr>
          <p:cNvSpPr/>
          <p:nvPr/>
        </p:nvSpPr>
        <p:spPr>
          <a:xfrm>
            <a:off x="4755857" y="6733540"/>
            <a:ext cx="7443763" cy="137160"/>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rgbClr val="6699C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 name="Rectangle 6">
            <a:extLst>
              <a:ext uri="{FF2B5EF4-FFF2-40B4-BE49-F238E27FC236}">
                <a16:creationId xmlns:a16="http://schemas.microsoft.com/office/drawing/2014/main" id="{60DC7C0F-76BC-4F82-9362-2B417D3CD00C}"/>
              </a:ext>
            </a:extLst>
          </p:cNvPr>
          <p:cNvSpPr/>
          <p:nvPr/>
        </p:nvSpPr>
        <p:spPr>
          <a:xfrm flipH="1" flipV="1">
            <a:off x="-7620" y="6733540"/>
            <a:ext cx="5042121" cy="137160"/>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rgbClr val="1E416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9" name="Picture 8" descr="A blue and orange text on a black background&#10;&#10;Description automatically generated with low confidence">
            <a:extLst>
              <a:ext uri="{FF2B5EF4-FFF2-40B4-BE49-F238E27FC236}">
                <a16:creationId xmlns:a16="http://schemas.microsoft.com/office/drawing/2014/main" id="{F64C6BB7-FAF7-BD6E-FFF5-35CEFF7C44E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940873" y="6184246"/>
            <a:ext cx="2014162" cy="402832"/>
          </a:xfrm>
          <a:prstGeom prst="rect">
            <a:avLst/>
          </a:prstGeom>
        </p:spPr>
      </p:pic>
      <p:sp>
        <p:nvSpPr>
          <p:cNvPr id="4" name="Text Placeholder 3">
            <a:extLst>
              <a:ext uri="{FF2B5EF4-FFF2-40B4-BE49-F238E27FC236}">
                <a16:creationId xmlns:a16="http://schemas.microsoft.com/office/drawing/2014/main" id="{2C224587-C695-85CE-2E05-1498EEEF637C}"/>
              </a:ext>
            </a:extLst>
          </p:cNvPr>
          <p:cNvSpPr>
            <a:spLocks noGrp="1"/>
          </p:cNvSpPr>
          <p:nvPr>
            <p:ph type="body" sz="quarter" idx="12"/>
          </p:nvPr>
        </p:nvSpPr>
        <p:spPr>
          <a:xfrm>
            <a:off x="5638800" y="6214850"/>
            <a:ext cx="4302073" cy="341623"/>
          </a:xfrm>
        </p:spPr>
        <p:txBody>
          <a:bodyPr>
            <a:noAutofit/>
          </a:bodyPr>
          <a:lstStyle>
            <a:lvl1pPr algn="r">
              <a:buNone/>
              <a:defRPr sz="1600">
                <a:solidFill>
                  <a:srgbClr val="0B0B0C"/>
                </a:solidFill>
                <a:latin typeface="+mn-lt"/>
              </a:defRPr>
            </a:lvl1pPr>
            <a:lvl2pPr>
              <a:buNone/>
              <a:defRPr/>
            </a:lvl2pPr>
          </a:lstStyle>
          <a:p>
            <a:pPr lvl="0"/>
            <a:r>
              <a:rPr lang="en-US"/>
              <a:t>Click to edit Master text styles</a:t>
            </a:r>
          </a:p>
        </p:txBody>
      </p:sp>
    </p:spTree>
    <p:extLst>
      <p:ext uri="{BB962C8B-B14F-4D97-AF65-F5344CB8AC3E}">
        <p14:creationId xmlns:p14="http://schemas.microsoft.com/office/powerpoint/2010/main" val="2481988717"/>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bg>
      <p:bgPr>
        <a:solidFill>
          <a:schemeClr val="bg1">
            <a:alpha val="7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666737-850A-A20B-58EE-CD5F5CE453C5}"/>
              </a:ext>
            </a:extLst>
          </p:cNvPr>
          <p:cNvSpPr/>
          <p:nvPr userDrawn="1"/>
        </p:nvSpPr>
        <p:spPr>
          <a:xfrm>
            <a:off x="0" y="0"/>
            <a:ext cx="9759819" cy="6856213"/>
          </a:xfrm>
          <a:prstGeom prst="rect">
            <a:avLst/>
          </a:prstGeom>
          <a:solidFill>
            <a:srgbClr val="FFFFFF">
              <a:alpha val="8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24" eaLnBrk="1" fontAlgn="auto" hangingPunct="1">
              <a:spcBef>
                <a:spcPts val="0"/>
              </a:spcBef>
              <a:spcAft>
                <a:spcPts val="0"/>
              </a:spcAft>
              <a:defRPr/>
            </a:pPr>
            <a:endParaRPr lang="en-US">
              <a:solidFill>
                <a:srgbClr val="FFFFFF"/>
              </a:solidFill>
              <a:latin typeface="Arial"/>
            </a:endParaRPr>
          </a:p>
        </p:txBody>
      </p:sp>
      <p:sp>
        <p:nvSpPr>
          <p:cNvPr id="2" name="Title 1">
            <a:extLst>
              <a:ext uri="{FF2B5EF4-FFF2-40B4-BE49-F238E27FC236}">
                <a16:creationId xmlns:a16="http://schemas.microsoft.com/office/drawing/2014/main" id="{D7F89AF6-1BCA-E7B3-7B92-17B0B9529947}"/>
              </a:ext>
            </a:extLst>
          </p:cNvPr>
          <p:cNvSpPr>
            <a:spLocks noGrp="1"/>
          </p:cNvSpPr>
          <p:nvPr userDrawn="1">
            <p:ph type="title" hasCustomPrompt="1"/>
          </p:nvPr>
        </p:nvSpPr>
        <p:spPr>
          <a:xfrm>
            <a:off x="606490" y="2491273"/>
            <a:ext cx="8873412" cy="2071202"/>
          </a:xfrm>
        </p:spPr>
        <p:txBody>
          <a:bodyPr anchor="b"/>
          <a:lstStyle>
            <a:lvl1pPr>
              <a:defRPr sz="4000"/>
            </a:lvl1pPr>
          </a:lstStyle>
          <a:p>
            <a:r>
              <a:rPr lang="en-US"/>
              <a:t>HEADER IN ALL CAPS (OSWALD REGULAR)</a:t>
            </a:r>
          </a:p>
        </p:txBody>
      </p:sp>
      <p:sp>
        <p:nvSpPr>
          <p:cNvPr id="3" name="Text Placeholder 2">
            <a:extLst>
              <a:ext uri="{FF2B5EF4-FFF2-40B4-BE49-F238E27FC236}">
                <a16:creationId xmlns:a16="http://schemas.microsoft.com/office/drawing/2014/main" id="{795C587D-A29B-1D31-E42B-34115CB7D46D}"/>
              </a:ext>
            </a:extLst>
          </p:cNvPr>
          <p:cNvSpPr>
            <a:spLocks noGrp="1"/>
          </p:cNvSpPr>
          <p:nvPr userDrawn="1">
            <p:ph type="body" idx="1" hasCustomPrompt="1"/>
          </p:nvPr>
        </p:nvSpPr>
        <p:spPr>
          <a:xfrm>
            <a:off x="606490" y="4589463"/>
            <a:ext cx="8873412" cy="1500187"/>
          </a:xfrm>
        </p:spPr>
        <p:txBody>
          <a:bodyPr/>
          <a:lstStyle>
            <a:lvl1pPr marL="0" indent="0">
              <a:buNone/>
              <a:defRPr sz="24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SUBHEADER IN ALL CAPS (OSWALD REGULAR)</a:t>
            </a:r>
          </a:p>
        </p:txBody>
      </p:sp>
      <p:sp>
        <p:nvSpPr>
          <p:cNvPr id="11" name="Slide Number Placeholder 10">
            <a:extLst>
              <a:ext uri="{FF2B5EF4-FFF2-40B4-BE49-F238E27FC236}">
                <a16:creationId xmlns:a16="http://schemas.microsoft.com/office/drawing/2014/main" id="{712656B4-56FB-28E8-735C-08FFDDECEC31}"/>
              </a:ext>
            </a:extLst>
          </p:cNvPr>
          <p:cNvSpPr>
            <a:spLocks noGrp="1"/>
          </p:cNvSpPr>
          <p:nvPr userDrawn="1">
            <p:ph type="sldNum" sz="quarter" idx="11"/>
          </p:nvPr>
        </p:nvSpPr>
        <p:spPr/>
        <p:txBody>
          <a:bodyPr/>
          <a:lstStyle/>
          <a:p>
            <a:fld id="{F8BB656D-3341-4A93-B3BC-EAE08B587C2F}" type="slidenum">
              <a:rPr lang="en-US" smtClean="0"/>
              <a:pPr/>
              <a:t>‹#›</a:t>
            </a:fld>
            <a:endParaRPr lang="en-US"/>
          </a:p>
        </p:txBody>
      </p:sp>
      <p:sp>
        <p:nvSpPr>
          <p:cNvPr id="5" name="Rectangle 6">
            <a:extLst>
              <a:ext uri="{FF2B5EF4-FFF2-40B4-BE49-F238E27FC236}">
                <a16:creationId xmlns:a16="http://schemas.microsoft.com/office/drawing/2014/main" id="{6705FA2C-BE6C-757C-5913-EE9EF2E2204B}"/>
              </a:ext>
            </a:extLst>
          </p:cNvPr>
          <p:cNvSpPr/>
          <p:nvPr/>
        </p:nvSpPr>
        <p:spPr>
          <a:xfrm>
            <a:off x="4755857" y="6733540"/>
            <a:ext cx="7443763" cy="137160"/>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rgbClr val="6699C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 name="Rectangle 6">
            <a:extLst>
              <a:ext uri="{FF2B5EF4-FFF2-40B4-BE49-F238E27FC236}">
                <a16:creationId xmlns:a16="http://schemas.microsoft.com/office/drawing/2014/main" id="{60DC7C0F-76BC-4F82-9362-2B417D3CD00C}"/>
              </a:ext>
            </a:extLst>
          </p:cNvPr>
          <p:cNvSpPr/>
          <p:nvPr/>
        </p:nvSpPr>
        <p:spPr>
          <a:xfrm flipH="1" flipV="1">
            <a:off x="-7620" y="6733540"/>
            <a:ext cx="5042121" cy="137160"/>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rgbClr val="1E416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9" name="Picture 8" descr="A blue and orange text on a black background&#10;&#10;Description automatically generated with low confidence">
            <a:extLst>
              <a:ext uri="{FF2B5EF4-FFF2-40B4-BE49-F238E27FC236}">
                <a16:creationId xmlns:a16="http://schemas.microsoft.com/office/drawing/2014/main" id="{F64C6BB7-FAF7-BD6E-FFF5-35CEFF7C44E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01508" y="861444"/>
            <a:ext cx="3841930" cy="768386"/>
          </a:xfrm>
          <a:prstGeom prst="rect">
            <a:avLst/>
          </a:prstGeom>
        </p:spPr>
      </p:pic>
    </p:spTree>
    <p:extLst>
      <p:ext uri="{BB962C8B-B14F-4D97-AF65-F5344CB8AC3E}">
        <p14:creationId xmlns:p14="http://schemas.microsoft.com/office/powerpoint/2010/main" val="2387861040"/>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9D750-1C23-B8EE-D1B3-2BB19AB32DFB}"/>
              </a:ext>
            </a:extLst>
          </p:cNvPr>
          <p:cNvSpPr>
            <a:spLocks noGrp="1"/>
          </p:cNvSpPr>
          <p:nvPr>
            <p:ph type="title" hasCustomPrompt="1"/>
          </p:nvPr>
        </p:nvSpPr>
        <p:spPr>
          <a:xfrm>
            <a:off x="520185" y="381089"/>
            <a:ext cx="11127352" cy="388451"/>
          </a:xfrm>
        </p:spPr>
        <p:txBody>
          <a:bodyPr/>
          <a:lstStyle>
            <a:lvl1pPr>
              <a:defRPr/>
            </a:lvl1pPr>
          </a:lstStyle>
          <a:p>
            <a:r>
              <a:rPr lang="en-US"/>
              <a:t>TOP HEADER IN ALL CAPS (OSWALD REGULAR)</a:t>
            </a:r>
          </a:p>
        </p:txBody>
      </p:sp>
      <p:sp>
        <p:nvSpPr>
          <p:cNvPr id="3" name="Content Placeholder 2">
            <a:extLst>
              <a:ext uri="{FF2B5EF4-FFF2-40B4-BE49-F238E27FC236}">
                <a16:creationId xmlns:a16="http://schemas.microsoft.com/office/drawing/2014/main" id="{339945F3-F182-6AFC-1FFC-9DEA448C192A}"/>
              </a:ext>
            </a:extLst>
          </p:cNvPr>
          <p:cNvSpPr>
            <a:spLocks noGrp="1"/>
          </p:cNvSpPr>
          <p:nvPr>
            <p:ph sz="half" idx="1" hasCustomPrompt="1"/>
          </p:nvPr>
        </p:nvSpPr>
        <p:spPr>
          <a:xfrm>
            <a:off x="520184" y="1262359"/>
            <a:ext cx="5515800" cy="4733840"/>
          </a:xfrm>
        </p:spPr>
        <p:txBody>
          <a:bodyPr>
            <a:normAutofit/>
          </a:bodyPr>
          <a:lstStyle>
            <a:lvl1pPr>
              <a:defRPr sz="1800">
                <a:latin typeface="Open Sans" pitchFamily="2" charset="0"/>
                <a:ea typeface="Open Sans" pitchFamily="2" charset="0"/>
                <a:cs typeface="Open Sans" pitchFamily="2" charset="0"/>
              </a:defRPr>
            </a:lvl1pPr>
            <a:lvl2pPr>
              <a:defRPr sz="1600"/>
            </a:lvl2pPr>
            <a:lvl3pPr>
              <a:defRPr sz="1400"/>
            </a:lvl3pPr>
            <a:lvl4pPr>
              <a:defRPr sz="1200"/>
            </a:lvl4pPr>
            <a:lvl5pPr>
              <a:defRPr sz="1200"/>
            </a:lvl5pPr>
          </a:lstStyle>
          <a:p>
            <a:pPr lvl="0"/>
            <a:r>
              <a:rPr lang="en-US"/>
              <a:t>Text in sentence case (Open Sans)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23A7A6-F4E3-2DDA-3599-218120D62FFC}"/>
              </a:ext>
            </a:extLst>
          </p:cNvPr>
          <p:cNvSpPr>
            <a:spLocks noGrp="1"/>
          </p:cNvSpPr>
          <p:nvPr>
            <p:ph sz="half" idx="2" hasCustomPrompt="1"/>
          </p:nvPr>
        </p:nvSpPr>
        <p:spPr>
          <a:xfrm>
            <a:off x="6156015" y="1262359"/>
            <a:ext cx="5491521" cy="4733839"/>
          </a:xfrm>
        </p:spPr>
        <p:txBody>
          <a:bodyPr>
            <a:normAutofit/>
          </a:bodyPr>
          <a:lstStyle>
            <a:lvl1pPr>
              <a:defRPr sz="1800"/>
            </a:lvl1pPr>
            <a:lvl2pPr>
              <a:defRPr sz="1600"/>
            </a:lvl2pPr>
            <a:lvl3pPr>
              <a:defRPr sz="1400"/>
            </a:lvl3pPr>
            <a:lvl4pPr>
              <a:defRPr sz="1200"/>
            </a:lvl4pPr>
            <a:lvl5pPr>
              <a:defRPr sz="1200"/>
            </a:lvl5pPr>
          </a:lstStyle>
          <a:p>
            <a:pPr lvl="0"/>
            <a:r>
              <a:rPr lang="en-US"/>
              <a:t>Text in sentence case (Open Sans)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BA3D0634-EADC-B2A6-3803-B96B6626A7E8}"/>
              </a:ext>
            </a:extLst>
          </p:cNvPr>
          <p:cNvSpPr>
            <a:spLocks noGrp="1"/>
          </p:cNvSpPr>
          <p:nvPr>
            <p:ph type="body" sz="quarter" idx="13" hasCustomPrompt="1"/>
          </p:nvPr>
        </p:nvSpPr>
        <p:spPr>
          <a:xfrm>
            <a:off x="520700" y="769938"/>
            <a:ext cx="11150600" cy="387350"/>
          </a:xfrm>
        </p:spPr>
        <p:txBody>
          <a:bodyPr/>
          <a:lstStyle>
            <a:lvl1pPr marL="0" indent="0">
              <a:buNone/>
              <a:defRPr>
                <a:solidFill>
                  <a:srgbClr val="EF4123"/>
                </a:solidFill>
                <a:latin typeface="+mj-lt"/>
              </a:defRPr>
            </a:lvl1pPr>
          </a:lstStyle>
          <a:p>
            <a:pPr lvl="0"/>
            <a:r>
              <a:rPr lang="en-US"/>
              <a:t>SUBHEADER IN ALL CAPS (OSWALD REGULAR)</a:t>
            </a:r>
          </a:p>
        </p:txBody>
      </p:sp>
      <p:sp>
        <p:nvSpPr>
          <p:cNvPr id="7" name="Slide Number Placeholder 10">
            <a:extLst>
              <a:ext uri="{FF2B5EF4-FFF2-40B4-BE49-F238E27FC236}">
                <a16:creationId xmlns:a16="http://schemas.microsoft.com/office/drawing/2014/main" id="{77B01FDA-59E9-77D7-DDD8-B3EC56BB97A6}"/>
              </a:ext>
            </a:extLst>
          </p:cNvPr>
          <p:cNvSpPr>
            <a:spLocks noGrp="1"/>
          </p:cNvSpPr>
          <p:nvPr>
            <p:ph type="sldNum" sz="quarter" idx="11"/>
          </p:nvPr>
        </p:nvSpPr>
        <p:spPr>
          <a:xfrm>
            <a:off x="9211835" y="110312"/>
            <a:ext cx="2743200" cy="263094"/>
          </a:xfrm>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326881824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32C4B-A482-28F4-901E-C6B6CDF748CF}"/>
              </a:ext>
            </a:extLst>
          </p:cNvPr>
          <p:cNvSpPr>
            <a:spLocks noGrp="1"/>
          </p:cNvSpPr>
          <p:nvPr>
            <p:ph type="title" hasCustomPrompt="1"/>
          </p:nvPr>
        </p:nvSpPr>
        <p:spPr>
          <a:xfrm>
            <a:off x="525982" y="365125"/>
            <a:ext cx="11140036" cy="427894"/>
          </a:xfrm>
        </p:spPr>
        <p:txBody>
          <a:bodyPr/>
          <a:lstStyle>
            <a:lvl1pPr>
              <a:defRPr/>
            </a:lvl1pPr>
          </a:lstStyle>
          <a:p>
            <a:r>
              <a:rPr lang="en-US"/>
              <a:t>TOP HEADER IN ALL CAPS (OSWALD REGULAR)</a:t>
            </a:r>
          </a:p>
        </p:txBody>
      </p:sp>
      <p:sp>
        <p:nvSpPr>
          <p:cNvPr id="3" name="Text Placeholder 2">
            <a:extLst>
              <a:ext uri="{FF2B5EF4-FFF2-40B4-BE49-F238E27FC236}">
                <a16:creationId xmlns:a16="http://schemas.microsoft.com/office/drawing/2014/main" id="{6A6620C4-B208-FE05-F6DD-0439A9C57773}"/>
              </a:ext>
            </a:extLst>
          </p:cNvPr>
          <p:cNvSpPr>
            <a:spLocks noGrp="1"/>
          </p:cNvSpPr>
          <p:nvPr>
            <p:ph type="body" idx="1" hasCustomPrompt="1"/>
          </p:nvPr>
        </p:nvSpPr>
        <p:spPr>
          <a:xfrm>
            <a:off x="525982" y="1124822"/>
            <a:ext cx="5259388" cy="427894"/>
          </a:xfrm>
        </p:spPr>
        <p:txBody>
          <a:bodyPr anchor="b">
            <a:normAutofit/>
          </a:bodyPr>
          <a:lstStyle>
            <a:lvl1pPr marL="0" indent="0">
              <a:buNone/>
              <a:defRPr sz="2000" b="0">
                <a:solidFill>
                  <a:srgbClr val="EF4123"/>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SUBHEADER IN ALL CAPS (OSWALD REGULAR)</a:t>
            </a:r>
          </a:p>
        </p:txBody>
      </p:sp>
      <p:sp>
        <p:nvSpPr>
          <p:cNvPr id="4" name="Content Placeholder 3">
            <a:extLst>
              <a:ext uri="{FF2B5EF4-FFF2-40B4-BE49-F238E27FC236}">
                <a16:creationId xmlns:a16="http://schemas.microsoft.com/office/drawing/2014/main" id="{CFCFC2D8-F2C7-FBEC-08C1-0F808F378E72}"/>
              </a:ext>
            </a:extLst>
          </p:cNvPr>
          <p:cNvSpPr>
            <a:spLocks noGrp="1"/>
          </p:cNvSpPr>
          <p:nvPr>
            <p:ph sz="half" idx="2"/>
          </p:nvPr>
        </p:nvSpPr>
        <p:spPr>
          <a:xfrm>
            <a:off x="525982" y="1552716"/>
            <a:ext cx="5259388" cy="4422337"/>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DF8B2A-557A-7F5E-19E3-AAECA479ED38}"/>
              </a:ext>
            </a:extLst>
          </p:cNvPr>
          <p:cNvSpPr>
            <a:spLocks noGrp="1"/>
          </p:cNvSpPr>
          <p:nvPr>
            <p:ph type="body" sz="quarter" idx="3" hasCustomPrompt="1"/>
          </p:nvPr>
        </p:nvSpPr>
        <p:spPr>
          <a:xfrm>
            <a:off x="6405922" y="1124822"/>
            <a:ext cx="5257800" cy="427894"/>
          </a:xfrm>
        </p:spPr>
        <p:txBody>
          <a:bodyPr anchor="b">
            <a:normAutofit/>
          </a:bodyPr>
          <a:lstStyle>
            <a:lvl1pPr marL="0" indent="0">
              <a:buNone/>
              <a:defRPr sz="2000" b="0">
                <a:solidFill>
                  <a:srgbClr val="EF4123"/>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SUBHEADER IN ALL CAPS (OSWALD REGULAR)</a:t>
            </a:r>
          </a:p>
        </p:txBody>
      </p:sp>
      <p:sp>
        <p:nvSpPr>
          <p:cNvPr id="6" name="Content Placeholder 5">
            <a:extLst>
              <a:ext uri="{FF2B5EF4-FFF2-40B4-BE49-F238E27FC236}">
                <a16:creationId xmlns:a16="http://schemas.microsoft.com/office/drawing/2014/main" id="{4905F002-3445-57D4-A47D-86B9B3CEBF16}"/>
              </a:ext>
            </a:extLst>
          </p:cNvPr>
          <p:cNvSpPr>
            <a:spLocks noGrp="1"/>
          </p:cNvSpPr>
          <p:nvPr>
            <p:ph sz="quarter" idx="4"/>
          </p:nvPr>
        </p:nvSpPr>
        <p:spPr>
          <a:xfrm>
            <a:off x="6405922" y="1552716"/>
            <a:ext cx="5257800" cy="4422337"/>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ACCB174-A824-17EC-1055-051C8CBDCAA0}"/>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419176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1830-4311-F82E-FFA9-2D4F084159F1}"/>
              </a:ext>
            </a:extLst>
          </p:cNvPr>
          <p:cNvSpPr>
            <a:spLocks noGrp="1"/>
          </p:cNvSpPr>
          <p:nvPr>
            <p:ph type="title" hasCustomPrompt="1"/>
          </p:nvPr>
        </p:nvSpPr>
        <p:spPr/>
        <p:txBody>
          <a:bodyPr/>
          <a:lstStyle>
            <a:lvl1pPr>
              <a:defRPr/>
            </a:lvl1pPr>
          </a:lstStyle>
          <a:p>
            <a:r>
              <a:rPr lang="en-US"/>
              <a:t>TOP HEADER IN ALL CAPS (OSWALD REGULAR)</a:t>
            </a:r>
          </a:p>
        </p:txBody>
      </p:sp>
      <p:sp>
        <p:nvSpPr>
          <p:cNvPr id="7" name="Slide Number Placeholder 6">
            <a:extLst>
              <a:ext uri="{FF2B5EF4-FFF2-40B4-BE49-F238E27FC236}">
                <a16:creationId xmlns:a16="http://schemas.microsoft.com/office/drawing/2014/main" id="{266F3B57-1956-D5A9-1E85-5F9D4DDF7CBA}"/>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1216639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78B95E2-34BE-9BD0-F688-086F1A9C05A7}"/>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388049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96B02C-6420-57CF-7B61-FEACD0235B2A}"/>
              </a:ext>
            </a:extLst>
          </p:cNvPr>
          <p:cNvPicPr>
            <a:picLocks/>
          </p:cNvPicPr>
          <p:nvPr userDrawn="1"/>
        </p:nvPicPr>
        <p:blipFill>
          <a:blip r:embed="rId2">
            <a:extLst>
              <a:ext uri="{28A0092B-C50C-407E-A947-70E740481C1C}">
                <a14:useLocalDpi xmlns:a14="http://schemas.microsoft.com/office/drawing/2010/main"/>
              </a:ext>
            </a:extLst>
          </a:blip>
          <a:srcRect/>
          <a:stretch/>
        </p:blipFill>
        <p:spPr>
          <a:xfrm>
            <a:off x="-7619" y="0"/>
            <a:ext cx="12207240" cy="6858000"/>
          </a:xfrm>
          <a:prstGeom prst="rect">
            <a:avLst/>
          </a:prstGeom>
          <a:noFill/>
        </p:spPr>
      </p:pic>
      <p:sp>
        <p:nvSpPr>
          <p:cNvPr id="6" name="Rectangle 5">
            <a:extLst>
              <a:ext uri="{FF2B5EF4-FFF2-40B4-BE49-F238E27FC236}">
                <a16:creationId xmlns:a16="http://schemas.microsoft.com/office/drawing/2014/main" id="{4D05AA46-7F5F-FDDC-9A48-19FF13E5D120}"/>
              </a:ext>
            </a:extLst>
          </p:cNvPr>
          <p:cNvSpPr/>
          <p:nvPr userDrawn="1"/>
        </p:nvSpPr>
        <p:spPr>
          <a:xfrm>
            <a:off x="0" y="0"/>
            <a:ext cx="9759819" cy="6856213"/>
          </a:xfrm>
          <a:prstGeom prst="rect">
            <a:avLst/>
          </a:prstGeom>
          <a:solidFill>
            <a:srgbClr val="FFFFFF">
              <a:alpha val="80000"/>
            </a:srgb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24" eaLnBrk="1" fontAlgn="auto" hangingPunct="1">
              <a:spcBef>
                <a:spcPts val="0"/>
              </a:spcBef>
              <a:spcAft>
                <a:spcPts val="0"/>
              </a:spcAft>
              <a:defRPr/>
            </a:pPr>
            <a:endParaRPr lang="en-US">
              <a:solidFill>
                <a:srgbClr val="FFFFFF"/>
              </a:solidFill>
              <a:latin typeface="Arial"/>
            </a:endParaRPr>
          </a:p>
        </p:txBody>
      </p:sp>
      <p:sp>
        <p:nvSpPr>
          <p:cNvPr id="13" name="Text Placeholder 12">
            <a:extLst>
              <a:ext uri="{FF2B5EF4-FFF2-40B4-BE49-F238E27FC236}">
                <a16:creationId xmlns:a16="http://schemas.microsoft.com/office/drawing/2014/main" id="{76CC0EA2-6129-C8E5-BB56-FA37CB2624C0}"/>
              </a:ext>
            </a:extLst>
          </p:cNvPr>
          <p:cNvSpPr>
            <a:spLocks noGrp="1"/>
          </p:cNvSpPr>
          <p:nvPr>
            <p:ph type="body" sz="quarter" idx="10" hasCustomPrompt="1"/>
          </p:nvPr>
        </p:nvSpPr>
        <p:spPr>
          <a:xfrm>
            <a:off x="530611" y="1641162"/>
            <a:ext cx="4554537" cy="646331"/>
          </a:xfrm>
        </p:spPr>
        <p:txBody>
          <a:bodyPr>
            <a:spAutoFit/>
          </a:bodyPr>
          <a:lstStyle>
            <a:lvl1pPr marL="0" indent="0">
              <a:buNone/>
              <a:defRPr sz="4000">
                <a:latin typeface="+mj-lt"/>
              </a:defRPr>
            </a:lvl1pPr>
            <a:lvl2pPr>
              <a:defRPr sz="4000">
                <a:latin typeface="+mj-lt"/>
              </a:defRPr>
            </a:lvl2pPr>
            <a:lvl3pPr>
              <a:defRPr sz="4000">
                <a:latin typeface="+mj-lt"/>
              </a:defRPr>
            </a:lvl3pPr>
            <a:lvl4pPr>
              <a:defRPr sz="4000">
                <a:latin typeface="+mj-lt"/>
              </a:defRPr>
            </a:lvl4pPr>
            <a:lvl5pPr>
              <a:defRPr sz="4000">
                <a:latin typeface="+mj-lt"/>
              </a:defRPr>
            </a:lvl5pPr>
          </a:lstStyle>
          <a:p>
            <a:pPr lvl="0"/>
            <a:r>
              <a:rPr lang="en-US"/>
              <a:t>THANK YOU!</a:t>
            </a:r>
          </a:p>
        </p:txBody>
      </p:sp>
      <p:pic>
        <p:nvPicPr>
          <p:cNvPr id="4" name="Picture 3" descr="A blue and orange text on a black background&#10;&#10;Description automatically generated with low confidence">
            <a:extLst>
              <a:ext uri="{FF2B5EF4-FFF2-40B4-BE49-F238E27FC236}">
                <a16:creationId xmlns:a16="http://schemas.microsoft.com/office/drawing/2014/main" id="{09A6B411-5E24-A943-4447-C243210B82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15221" y="4311490"/>
            <a:ext cx="4519280" cy="903856"/>
          </a:xfrm>
          <a:prstGeom prst="rect">
            <a:avLst/>
          </a:prstGeom>
        </p:spPr>
      </p:pic>
    </p:spTree>
    <p:extLst>
      <p:ext uri="{BB962C8B-B14F-4D97-AF65-F5344CB8AC3E}">
        <p14:creationId xmlns:p14="http://schemas.microsoft.com/office/powerpoint/2010/main" val="3278079523"/>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EFC74-0B0B-DF60-4440-05BD50ED8F19}"/>
              </a:ext>
            </a:extLst>
          </p:cNvPr>
          <p:cNvSpPr>
            <a:spLocks noGrp="1"/>
          </p:cNvSpPr>
          <p:nvPr>
            <p:ph type="title" hasCustomPrompt="1"/>
          </p:nvPr>
        </p:nvSpPr>
        <p:spPr>
          <a:xfrm>
            <a:off x="839788" y="457200"/>
            <a:ext cx="3932237" cy="1163848"/>
          </a:xfrm>
        </p:spPr>
        <p:txBody>
          <a:bodyPr anchor="b"/>
          <a:lstStyle>
            <a:lvl1pPr>
              <a:defRPr sz="3000"/>
            </a:lvl1pPr>
          </a:lstStyle>
          <a:p>
            <a:r>
              <a:rPr lang="en-US"/>
              <a:t>TITLE IN ALL CAPS (OSWALD REGULAR)</a:t>
            </a:r>
          </a:p>
        </p:txBody>
      </p:sp>
      <p:sp>
        <p:nvSpPr>
          <p:cNvPr id="3" name="Content Placeholder 2">
            <a:extLst>
              <a:ext uri="{FF2B5EF4-FFF2-40B4-BE49-F238E27FC236}">
                <a16:creationId xmlns:a16="http://schemas.microsoft.com/office/drawing/2014/main" id="{CE05E2A5-4EC7-7669-ABDB-6AB408C57C89}"/>
              </a:ext>
            </a:extLst>
          </p:cNvPr>
          <p:cNvSpPr>
            <a:spLocks noGrp="1"/>
          </p:cNvSpPr>
          <p:nvPr>
            <p:ph idx="1" hasCustomPrompt="1"/>
          </p:nvPr>
        </p:nvSpPr>
        <p:spPr>
          <a:xfrm>
            <a:off x="5183188" y="457201"/>
            <a:ext cx="6480534" cy="5403850"/>
          </a:xfrm>
        </p:spPr>
        <p:txBody>
          <a:bodyPr>
            <a:normAutofit/>
          </a:bodyPr>
          <a:lstStyle>
            <a:lvl1pPr>
              <a:defRPr sz="2000">
                <a:latin typeface="Open Sans" pitchFamily="2" charset="0"/>
                <a:ea typeface="Open Sans" pitchFamily="2" charset="0"/>
                <a:cs typeface="Open Sans" pitchFamily="2" charset="0"/>
              </a:defRPr>
            </a:lvl1pPr>
            <a:lvl2pPr>
              <a:defRPr sz="1800">
                <a:latin typeface="Open Sans" pitchFamily="2" charset="0"/>
                <a:ea typeface="Open Sans" pitchFamily="2" charset="0"/>
                <a:cs typeface="Open Sans" pitchFamily="2" charset="0"/>
              </a:defRPr>
            </a:lvl2pPr>
            <a:lvl3pPr>
              <a:defRPr sz="1600">
                <a:latin typeface="Open Sans" pitchFamily="2" charset="0"/>
                <a:ea typeface="Open Sans" pitchFamily="2" charset="0"/>
                <a:cs typeface="Open Sans" pitchFamily="2" charset="0"/>
              </a:defRPr>
            </a:lvl3pPr>
            <a:lvl4pPr>
              <a:defRPr sz="1400">
                <a:latin typeface="Open Sans" pitchFamily="2" charset="0"/>
                <a:ea typeface="Open Sans" pitchFamily="2" charset="0"/>
                <a:cs typeface="Open Sans" pitchFamily="2" charset="0"/>
              </a:defRPr>
            </a:lvl4pPr>
            <a:lvl5pPr>
              <a:defRPr sz="1400">
                <a:latin typeface="Open Sans" pitchFamily="2" charset="0"/>
                <a:ea typeface="Open Sans" pitchFamily="2" charset="0"/>
                <a:cs typeface="Open Sans" pitchFamily="2" charset="0"/>
              </a:defRPr>
            </a:lvl5pPr>
            <a:lvl6pPr>
              <a:defRPr sz="2000"/>
            </a:lvl6pPr>
            <a:lvl7pPr>
              <a:defRPr sz="2000"/>
            </a:lvl7pPr>
            <a:lvl8pPr>
              <a:defRPr sz="2000"/>
            </a:lvl8pPr>
            <a:lvl9pPr>
              <a:defRPr sz="2000"/>
            </a:lvl9pPr>
          </a:lstStyle>
          <a:p>
            <a:pPr lvl="0"/>
            <a:r>
              <a:rPr lang="en-US"/>
              <a:t>Text in sentence case (Open Sans)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158B26-6159-E7B7-E224-F545545AC977}"/>
              </a:ext>
            </a:extLst>
          </p:cNvPr>
          <p:cNvSpPr>
            <a:spLocks noGrp="1"/>
          </p:cNvSpPr>
          <p:nvPr>
            <p:ph type="body" sz="half" idx="2" hasCustomPrompt="1"/>
          </p:nvPr>
        </p:nvSpPr>
        <p:spPr>
          <a:xfrm>
            <a:off x="839788" y="1621048"/>
            <a:ext cx="3932237" cy="4247940"/>
          </a:xfrm>
        </p:spPr>
        <p:txBody>
          <a:bodyPr/>
          <a:lstStyle>
            <a:lvl1pPr marL="0" indent="0">
              <a:buNone/>
              <a:defRPr sz="1600">
                <a:latin typeface="Open Sans" pitchFamily="2" charset="0"/>
                <a:ea typeface="Open Sans" pitchFamily="2" charset="0"/>
                <a:cs typeface="Open Sans"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Text in sentence case (Open Sans)</a:t>
            </a:r>
          </a:p>
        </p:txBody>
      </p:sp>
      <p:sp>
        <p:nvSpPr>
          <p:cNvPr id="9" name="Slide Number Placeholder 8">
            <a:extLst>
              <a:ext uri="{FF2B5EF4-FFF2-40B4-BE49-F238E27FC236}">
                <a16:creationId xmlns:a16="http://schemas.microsoft.com/office/drawing/2014/main" id="{5FF141D5-D412-1E70-A043-DDA6C4A225D2}"/>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1653468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ACAC-029D-A85D-1DD9-7FE799FF18D9}"/>
              </a:ext>
            </a:extLst>
          </p:cNvPr>
          <p:cNvSpPr>
            <a:spLocks noGrp="1"/>
          </p:cNvSpPr>
          <p:nvPr>
            <p:ph type="title" hasCustomPrompt="1"/>
          </p:nvPr>
        </p:nvSpPr>
        <p:spPr>
          <a:xfrm>
            <a:off x="839788" y="457200"/>
            <a:ext cx="3932237" cy="1163848"/>
          </a:xfrm>
        </p:spPr>
        <p:txBody>
          <a:bodyPr anchor="b"/>
          <a:lstStyle>
            <a:lvl1pPr>
              <a:defRPr sz="3000"/>
            </a:lvl1pPr>
          </a:lstStyle>
          <a:p>
            <a:r>
              <a:rPr lang="en-US"/>
              <a:t>TITLE IN ALL CAPS (OSWALD REGULAR)</a:t>
            </a:r>
          </a:p>
        </p:txBody>
      </p:sp>
      <p:sp>
        <p:nvSpPr>
          <p:cNvPr id="3" name="Picture Placeholder 2">
            <a:extLst>
              <a:ext uri="{FF2B5EF4-FFF2-40B4-BE49-F238E27FC236}">
                <a16:creationId xmlns:a16="http://schemas.microsoft.com/office/drawing/2014/main" id="{FB2F6098-DBF1-1487-771D-6DFC123E34D2}"/>
              </a:ext>
            </a:extLst>
          </p:cNvPr>
          <p:cNvSpPr>
            <a:spLocks noGrp="1"/>
          </p:cNvSpPr>
          <p:nvPr>
            <p:ph type="pic" idx="1"/>
          </p:nvPr>
        </p:nvSpPr>
        <p:spPr>
          <a:xfrm>
            <a:off x="5183188" y="457200"/>
            <a:ext cx="6172200" cy="5411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DD3242-7517-E7C2-FE38-767A0EAC2B15}"/>
              </a:ext>
            </a:extLst>
          </p:cNvPr>
          <p:cNvSpPr>
            <a:spLocks noGrp="1"/>
          </p:cNvSpPr>
          <p:nvPr>
            <p:ph type="body" sz="half" idx="2" hasCustomPrompt="1"/>
          </p:nvPr>
        </p:nvSpPr>
        <p:spPr>
          <a:xfrm>
            <a:off x="839788" y="1621048"/>
            <a:ext cx="3932237" cy="42479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Text in sentence case (Open Sans)</a:t>
            </a:r>
          </a:p>
        </p:txBody>
      </p:sp>
      <p:sp>
        <p:nvSpPr>
          <p:cNvPr id="9" name="Slide Number Placeholder 8">
            <a:extLst>
              <a:ext uri="{FF2B5EF4-FFF2-40B4-BE49-F238E27FC236}">
                <a16:creationId xmlns:a16="http://schemas.microsoft.com/office/drawing/2014/main" id="{18DABEE1-7CCA-2CDE-A0D4-F3DD3EA4460F}"/>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1697673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1CFEB-3330-25CD-0245-6BF8E20688AC}"/>
              </a:ext>
            </a:extLst>
          </p:cNvPr>
          <p:cNvSpPr>
            <a:spLocks noGrp="1"/>
          </p:cNvSpPr>
          <p:nvPr>
            <p:ph type="title" hasCustomPrompt="1"/>
          </p:nvPr>
        </p:nvSpPr>
        <p:spPr/>
        <p:txBody>
          <a:bodyPr/>
          <a:lstStyle>
            <a:lvl1pPr>
              <a:defRPr/>
            </a:lvl1pPr>
          </a:lstStyle>
          <a:p>
            <a:r>
              <a:rPr lang="en-US"/>
              <a:t>TOP HEADER IN ALL CAPS (OSWALD REGULAR)</a:t>
            </a:r>
          </a:p>
        </p:txBody>
      </p:sp>
      <p:sp>
        <p:nvSpPr>
          <p:cNvPr id="3" name="Vertical Text Placeholder 2">
            <a:extLst>
              <a:ext uri="{FF2B5EF4-FFF2-40B4-BE49-F238E27FC236}">
                <a16:creationId xmlns:a16="http://schemas.microsoft.com/office/drawing/2014/main" id="{452AF7DC-4347-E715-7FFB-817E0A8FCA10}"/>
              </a:ext>
            </a:extLst>
          </p:cNvPr>
          <p:cNvSpPr>
            <a:spLocks noGrp="1"/>
          </p:cNvSpPr>
          <p:nvPr>
            <p:ph type="body" orient="vert" idx="1" hasCustomPrompt="1"/>
          </p:nvPr>
        </p:nvSpPr>
        <p:spPr>
          <a:xfrm>
            <a:off x="504002" y="1108609"/>
            <a:ext cx="11159720" cy="4938351"/>
          </a:xfrm>
        </p:spPr>
        <p:txBody>
          <a:bodyPr vert="eaVert">
            <a:normAutofit/>
          </a:bodyPr>
          <a:lstStyle>
            <a:lvl1pPr>
              <a:defRPr sz="1800"/>
            </a:lvl1pPr>
            <a:lvl2pPr>
              <a:defRPr sz="1600"/>
            </a:lvl2pPr>
            <a:lvl3pPr>
              <a:defRPr sz="1400"/>
            </a:lvl3pPr>
            <a:lvl4pPr>
              <a:defRPr sz="1200"/>
            </a:lvl4pPr>
            <a:lvl5pPr>
              <a:defRPr sz="1200"/>
            </a:lvl5pPr>
          </a:lstStyle>
          <a:p>
            <a:pPr lvl="0"/>
            <a:r>
              <a:rPr lang="en-US"/>
              <a:t>Text in sentence case (Open Sans)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53415622-E7D8-CAFD-BEFB-D54DB58807DA}"/>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35255453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ED274E-1397-CA66-0E93-D240CEFC90CC}"/>
              </a:ext>
            </a:extLst>
          </p:cNvPr>
          <p:cNvSpPr>
            <a:spLocks noGrp="1"/>
          </p:cNvSpPr>
          <p:nvPr>
            <p:ph type="title" orient="vert" hasCustomPrompt="1"/>
          </p:nvPr>
        </p:nvSpPr>
        <p:spPr>
          <a:xfrm>
            <a:off x="8724900" y="365125"/>
            <a:ext cx="2628900" cy="5811838"/>
          </a:xfrm>
        </p:spPr>
        <p:txBody>
          <a:bodyPr vert="eaVert"/>
          <a:lstStyle>
            <a:lvl1pPr>
              <a:defRPr/>
            </a:lvl1pPr>
          </a:lstStyle>
          <a:p>
            <a:r>
              <a:rPr lang="en-US"/>
              <a:t>TITLE IN ALL CAPS (OSWALD REGULAR)</a:t>
            </a:r>
          </a:p>
        </p:txBody>
      </p:sp>
      <p:sp>
        <p:nvSpPr>
          <p:cNvPr id="3" name="Vertical Text Placeholder 2">
            <a:extLst>
              <a:ext uri="{FF2B5EF4-FFF2-40B4-BE49-F238E27FC236}">
                <a16:creationId xmlns:a16="http://schemas.microsoft.com/office/drawing/2014/main" id="{1EBC331A-5ADD-7B67-7D19-F7F31D9E8662}"/>
              </a:ext>
            </a:extLst>
          </p:cNvPr>
          <p:cNvSpPr>
            <a:spLocks noGrp="1"/>
          </p:cNvSpPr>
          <p:nvPr>
            <p:ph type="body" orient="vert" idx="1" hasCustomPrompt="1"/>
          </p:nvPr>
        </p:nvSpPr>
        <p:spPr>
          <a:xfrm>
            <a:off x="504001" y="365125"/>
            <a:ext cx="8068499" cy="5811838"/>
          </a:xfrm>
        </p:spPr>
        <p:txBody>
          <a:bodyPr vert="eaVert">
            <a:normAutofit/>
          </a:bodyPr>
          <a:lstStyle>
            <a:lvl1pPr>
              <a:defRPr sz="1800"/>
            </a:lvl1pPr>
            <a:lvl2pPr>
              <a:defRPr sz="1600"/>
            </a:lvl2pPr>
            <a:lvl3pPr>
              <a:defRPr sz="1400"/>
            </a:lvl3pPr>
            <a:lvl4pPr>
              <a:defRPr sz="1200"/>
            </a:lvl4pPr>
            <a:lvl5pPr>
              <a:defRPr sz="1200"/>
            </a:lvl5pPr>
          </a:lstStyle>
          <a:p>
            <a:pPr lvl="0"/>
            <a:r>
              <a:rPr lang="en-US"/>
              <a:t>Text in sentence case (Open Sans)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3019CAB8-678A-D33E-EC77-B35ABAC4B498}"/>
              </a:ext>
            </a:extLst>
          </p:cNvPr>
          <p:cNvSpPr>
            <a:spLocks noGrp="1"/>
          </p:cNvSpPr>
          <p:nvPr>
            <p:ph type="sldNum" sz="quarter" idx="11"/>
          </p:nvPr>
        </p:nvSpPr>
        <p:spPr/>
        <p:txBody>
          <a:bodyPr/>
          <a:lstStyle/>
          <a:p>
            <a:fld id="{F8BB656D-3341-4A93-B3BC-EAE08B587C2F}" type="slidenum">
              <a:rPr lang="en-US" smtClean="0"/>
              <a:pPr/>
              <a:t>‹#›</a:t>
            </a:fld>
            <a:endParaRPr lang="en-US"/>
          </a:p>
        </p:txBody>
      </p:sp>
    </p:spTree>
    <p:extLst>
      <p:ext uri="{BB962C8B-B14F-4D97-AF65-F5344CB8AC3E}">
        <p14:creationId xmlns:p14="http://schemas.microsoft.com/office/powerpoint/2010/main" val="2130924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971800" y="2607309"/>
            <a:ext cx="6248400" cy="1033463"/>
          </a:xfrm>
          <a:prstGeom prst="rect">
            <a:avLst/>
          </a:prstGeom>
        </p:spPr>
        <p:txBody>
          <a:bodyPr anchor="b"/>
          <a:lstStyle>
            <a:lvl1pPr algn="ctr">
              <a:defRPr sz="6000">
                <a:solidFill>
                  <a:schemeClr val="bg2"/>
                </a:solidFill>
              </a:defRPr>
            </a:lvl1pPr>
          </a:lstStyle>
          <a:p>
            <a:r>
              <a:rPr lang="ro-RO"/>
              <a:t>E</a:t>
            </a:r>
            <a:r>
              <a:rPr lang="en-US" err="1"/>
              <a:t>dit</a:t>
            </a:r>
            <a:r>
              <a:rPr lang="en-US"/>
              <a:t> </a:t>
            </a:r>
            <a:r>
              <a:rPr lang="ro-RO"/>
              <a:t>Text</a:t>
            </a:r>
            <a:endParaRPr lang="en-US"/>
          </a:p>
        </p:txBody>
      </p:sp>
      <p:sp>
        <p:nvSpPr>
          <p:cNvPr id="3" name="Subtitle 2"/>
          <p:cNvSpPr>
            <a:spLocks noGrp="1"/>
          </p:cNvSpPr>
          <p:nvPr>
            <p:ph type="subTitle" idx="1"/>
          </p:nvPr>
        </p:nvSpPr>
        <p:spPr>
          <a:xfrm>
            <a:off x="2971800" y="3631248"/>
            <a:ext cx="6248400" cy="579437"/>
          </a:xfrm>
          <a:prstGeom prst="rect">
            <a:avLst/>
          </a:prstGeom>
        </p:spPr>
        <p:txBody>
          <a:bodyPr>
            <a:normAutofit/>
          </a:bodyPr>
          <a:lstStyle>
            <a:lvl1pPr marL="0" indent="0" algn="ctr">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1" name="Picture Placeholder 30"/>
          <p:cNvSpPr>
            <a:spLocks noGrp="1"/>
          </p:cNvSpPr>
          <p:nvPr>
            <p:ph type="pic" sz="quarter" idx="10"/>
          </p:nvPr>
        </p:nvSpPr>
        <p:spPr>
          <a:xfrm>
            <a:off x="0" y="0"/>
            <a:ext cx="12192000" cy="6858000"/>
          </a:xfrm>
          <a:prstGeom prst="rect">
            <a:avLst/>
          </a:prstGeom>
        </p:spPr>
        <p:txBody>
          <a:bodyPr/>
          <a:lstStyle>
            <a:lvl1pPr marL="0" indent="0" algn="ctr">
              <a:buNone/>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2481907632"/>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chemeClr val="bg1"/>
        </a:solidFill>
        <a:effectLst/>
      </p:bgPr>
    </p:bg>
    <p:spTree>
      <p:nvGrpSpPr>
        <p:cNvPr id="1" name=""/>
        <p:cNvGrpSpPr/>
        <p:nvPr/>
      </p:nvGrpSpPr>
      <p:grpSpPr>
        <a:xfrm>
          <a:off x="0" y="0"/>
          <a:ext cx="0" cy="0"/>
          <a:chOff x="0" y="0"/>
          <a:chExt cx="0" cy="0"/>
        </a:xfrm>
      </p:grpSpPr>
      <p:sp>
        <p:nvSpPr>
          <p:cNvPr id="10" name="Picture Placeholder 30">
            <a:extLst>
              <a:ext uri="{FF2B5EF4-FFF2-40B4-BE49-F238E27FC236}">
                <a16:creationId xmlns:a16="http://schemas.microsoft.com/office/drawing/2014/main" id="{052DC744-DAF9-49FB-B19E-B09ACE435FFF}"/>
              </a:ext>
            </a:extLst>
          </p:cNvPr>
          <p:cNvSpPr>
            <a:spLocks noGrp="1"/>
          </p:cNvSpPr>
          <p:nvPr>
            <p:ph type="pic" sz="quarter" idx="12"/>
          </p:nvPr>
        </p:nvSpPr>
        <p:spPr>
          <a:xfrm>
            <a:off x="304800" y="304800"/>
            <a:ext cx="11582400" cy="6248400"/>
          </a:xfrm>
          <a:prstGeom prst="rect">
            <a:avLst/>
          </a:prstGeom>
        </p:spPr>
        <p:txBody>
          <a:bodyPr/>
          <a:lstStyle>
            <a:lvl1pPr marL="0" indent="0" algn="ctr">
              <a:buNone/>
              <a:defRPr>
                <a:solidFill>
                  <a:schemeClr val="tx1">
                    <a:lumMod val="50000"/>
                    <a:lumOff val="50000"/>
                  </a:schemeClr>
                </a:solidFill>
              </a:defRPr>
            </a:lvl1pPr>
          </a:lstStyle>
          <a:p>
            <a:endParaRPr lang="en-US"/>
          </a:p>
        </p:txBody>
      </p:sp>
      <p:sp>
        <p:nvSpPr>
          <p:cNvPr id="2" name="Title 1"/>
          <p:cNvSpPr>
            <a:spLocks noGrp="1"/>
          </p:cNvSpPr>
          <p:nvPr>
            <p:ph type="ctrTitle"/>
          </p:nvPr>
        </p:nvSpPr>
        <p:spPr>
          <a:xfrm>
            <a:off x="1524000" y="1989137"/>
            <a:ext cx="9144000" cy="1203325"/>
          </a:xfrm>
          <a:prstGeom prst="rect">
            <a:avLst/>
          </a:prstGeom>
        </p:spPr>
        <p:txBody>
          <a:bodyPr anchor="b">
            <a:normAutofit/>
          </a:bodyPr>
          <a:lstStyle>
            <a:lvl1pPr algn="ctr">
              <a:defRPr sz="48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147219"/>
            <a:ext cx="9144000" cy="563562"/>
          </a:xfrm>
          <a:prstGeom prst="rect">
            <a:avLst/>
          </a:prstGeom>
        </p:spPr>
        <p:txBody>
          <a:bodyPr/>
          <a:lstStyle>
            <a:lvl1pPr marL="0" indent="0" algn="ctr">
              <a:buNone/>
              <a:defRPr sz="2400" b="0" i="0">
                <a:solidFill>
                  <a:schemeClr val="tx1">
                    <a:lumMod val="50000"/>
                    <a:lumOff val="5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p:cNvSpPr>
            <a:spLocks noGrp="1"/>
          </p:cNvSpPr>
          <p:nvPr>
            <p:ph type="body" sz="quarter" idx="10" hasCustomPrompt="1"/>
          </p:nvPr>
        </p:nvSpPr>
        <p:spPr>
          <a:xfrm>
            <a:off x="4476750" y="3998119"/>
            <a:ext cx="3238500" cy="352425"/>
          </a:xfrm>
          <a:prstGeom prst="rect">
            <a:avLst/>
          </a:prstGeom>
        </p:spPr>
        <p:txBody>
          <a:bodyPr anchor="b">
            <a:noAutofit/>
          </a:bodyPr>
          <a:lstStyle>
            <a:lvl1pPr marL="0" indent="0" algn="ctr">
              <a:buNone/>
              <a:defRPr sz="1800" b="0" i="0" cap="none" baseline="0">
                <a:solidFill>
                  <a:schemeClr val="tx1">
                    <a:lumMod val="50000"/>
                    <a:lumOff val="50000"/>
                  </a:schemeClr>
                </a:solidFill>
                <a:latin typeface="+mn-lt"/>
                <a:cs typeface="Segoe UI Semilight" panose="020B0402040204020203" pitchFamily="34" charset="0"/>
              </a:defRPr>
            </a:lvl1pPr>
          </a:lstStyle>
          <a:p>
            <a:pPr lvl="0"/>
            <a:r>
              <a:rPr lang="en-US"/>
              <a:t>Insert Presenter</a:t>
            </a:r>
          </a:p>
        </p:txBody>
      </p:sp>
      <p:sp>
        <p:nvSpPr>
          <p:cNvPr id="13" name="Text Placeholder 7"/>
          <p:cNvSpPr>
            <a:spLocks noGrp="1"/>
          </p:cNvSpPr>
          <p:nvPr>
            <p:ph type="body" sz="quarter" idx="11" hasCustomPrompt="1"/>
          </p:nvPr>
        </p:nvSpPr>
        <p:spPr>
          <a:xfrm>
            <a:off x="4476750" y="4292995"/>
            <a:ext cx="3238500" cy="352425"/>
          </a:xfrm>
          <a:prstGeom prst="rect">
            <a:avLst/>
          </a:prstGeom>
        </p:spPr>
        <p:txBody>
          <a:bodyPr anchor="t">
            <a:noAutofit/>
          </a:bodyPr>
          <a:lstStyle>
            <a:lvl1pPr marL="0" indent="0" algn="ctr">
              <a:buNone/>
              <a:defRPr sz="1800" b="0" i="1" cap="none" baseline="0">
                <a:solidFill>
                  <a:schemeClr val="tx1">
                    <a:lumMod val="50000"/>
                    <a:lumOff val="50000"/>
                  </a:schemeClr>
                </a:solidFill>
                <a:latin typeface="+mn-lt"/>
                <a:cs typeface="Segoe UI Semilight" panose="020B0402040204020203" pitchFamily="34" charset="0"/>
              </a:defRPr>
            </a:lvl1pPr>
          </a:lstStyle>
          <a:p>
            <a:pPr lvl="0"/>
            <a:r>
              <a:rPr lang="en-US"/>
              <a:t>Insert Presenter</a:t>
            </a:r>
          </a:p>
        </p:txBody>
      </p:sp>
    </p:spTree>
    <p:extLst>
      <p:ext uri="{BB962C8B-B14F-4D97-AF65-F5344CB8AC3E}">
        <p14:creationId xmlns:p14="http://schemas.microsoft.com/office/powerpoint/2010/main" val="75875921"/>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9" name="Picture Placeholder 30"/>
          <p:cNvSpPr>
            <a:spLocks noGrp="1"/>
          </p:cNvSpPr>
          <p:nvPr>
            <p:ph type="pic" sz="quarter" idx="12"/>
          </p:nvPr>
        </p:nvSpPr>
        <p:spPr>
          <a:xfrm>
            <a:off x="0" y="0"/>
            <a:ext cx="12192000" cy="6858000"/>
          </a:xfrm>
          <a:prstGeom prst="rect">
            <a:avLst/>
          </a:prstGeom>
          <a:noFill/>
        </p:spPr>
        <p:txBody>
          <a:bodyPr/>
          <a:lstStyle>
            <a:lvl1pPr marL="0" indent="0" algn="ctr">
              <a:buNone/>
              <a:defRPr>
                <a:solidFill>
                  <a:schemeClr val="tx1">
                    <a:lumMod val="50000"/>
                    <a:lumOff val="50000"/>
                  </a:schemeClr>
                </a:solidFill>
              </a:defRPr>
            </a:lvl1pPr>
          </a:lstStyle>
          <a:p>
            <a:endParaRPr lang="en-US"/>
          </a:p>
        </p:txBody>
      </p:sp>
      <p:sp>
        <p:nvSpPr>
          <p:cNvPr id="2" name="Title 1"/>
          <p:cNvSpPr>
            <a:spLocks noGrp="1"/>
          </p:cNvSpPr>
          <p:nvPr>
            <p:ph type="ctrTitle"/>
          </p:nvPr>
        </p:nvSpPr>
        <p:spPr>
          <a:xfrm>
            <a:off x="838200" y="1989137"/>
            <a:ext cx="4775200" cy="1203325"/>
          </a:xfrm>
          <a:prstGeom prst="rect">
            <a:avLst/>
          </a:prstGeom>
        </p:spPr>
        <p:txBody>
          <a:bodyPr anchor="b">
            <a:normAutofit/>
          </a:bodyPr>
          <a:lstStyle>
            <a:lvl1pPr algn="l">
              <a:defRPr sz="4000"/>
            </a:lvl1pPr>
          </a:lstStyle>
          <a:p>
            <a:r>
              <a:rPr lang="en-US"/>
              <a:t>Click to edit Master title style</a:t>
            </a:r>
          </a:p>
        </p:txBody>
      </p:sp>
      <p:sp>
        <p:nvSpPr>
          <p:cNvPr id="3" name="Subtitle 2"/>
          <p:cNvSpPr>
            <a:spLocks noGrp="1"/>
          </p:cNvSpPr>
          <p:nvPr>
            <p:ph type="subTitle" idx="1"/>
          </p:nvPr>
        </p:nvSpPr>
        <p:spPr>
          <a:xfrm>
            <a:off x="838200" y="3147219"/>
            <a:ext cx="4775200" cy="563562"/>
          </a:xfrm>
          <a:prstGeom prst="rect">
            <a:avLst/>
          </a:prstGeom>
        </p:spPr>
        <p:txBody>
          <a:bodyPr>
            <a:normAutofit/>
          </a:bodyPr>
          <a:lstStyle>
            <a:lvl1pPr marL="0" indent="0" algn="l">
              <a:buNone/>
              <a:defRPr sz="18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p:cNvSpPr>
            <a:spLocks noGrp="1"/>
          </p:cNvSpPr>
          <p:nvPr>
            <p:ph type="body" sz="quarter" idx="10" hasCustomPrompt="1"/>
          </p:nvPr>
        </p:nvSpPr>
        <p:spPr>
          <a:xfrm>
            <a:off x="838200" y="3998119"/>
            <a:ext cx="3238500" cy="352425"/>
          </a:xfrm>
          <a:prstGeom prst="rect">
            <a:avLst/>
          </a:prstGeom>
        </p:spPr>
        <p:txBody>
          <a:bodyPr anchor="b">
            <a:noAutofit/>
          </a:bodyPr>
          <a:lstStyle>
            <a:lvl1pPr marL="0" indent="0" algn="l">
              <a:buNone/>
              <a:defRPr sz="1600" b="0" i="0" cap="none" baseline="0">
                <a:solidFill>
                  <a:schemeClr val="tx2"/>
                </a:solidFill>
                <a:latin typeface="+mn-lt"/>
                <a:cs typeface="Segoe UI Semilight" panose="020B0402040204020203" pitchFamily="34" charset="0"/>
              </a:defRPr>
            </a:lvl1pPr>
          </a:lstStyle>
          <a:p>
            <a:pPr lvl="0"/>
            <a:r>
              <a:rPr lang="en-US"/>
              <a:t>Insert Presenter</a:t>
            </a:r>
          </a:p>
        </p:txBody>
      </p:sp>
      <p:sp>
        <p:nvSpPr>
          <p:cNvPr id="13" name="Text Placeholder 7"/>
          <p:cNvSpPr>
            <a:spLocks noGrp="1"/>
          </p:cNvSpPr>
          <p:nvPr>
            <p:ph type="body" sz="quarter" idx="11" hasCustomPrompt="1"/>
          </p:nvPr>
        </p:nvSpPr>
        <p:spPr>
          <a:xfrm>
            <a:off x="838200" y="4292995"/>
            <a:ext cx="3238500" cy="352425"/>
          </a:xfrm>
          <a:prstGeom prst="rect">
            <a:avLst/>
          </a:prstGeom>
        </p:spPr>
        <p:txBody>
          <a:bodyPr anchor="t">
            <a:noAutofit/>
          </a:bodyPr>
          <a:lstStyle>
            <a:lvl1pPr marL="0" indent="0" algn="l">
              <a:buNone/>
              <a:defRPr sz="1600" b="0" i="1" cap="none" baseline="0">
                <a:solidFill>
                  <a:schemeClr val="tx2"/>
                </a:solidFill>
                <a:latin typeface="+mn-lt"/>
                <a:cs typeface="Segoe UI Semilight" panose="020B0402040204020203" pitchFamily="34" charset="0"/>
              </a:defRPr>
            </a:lvl1pPr>
          </a:lstStyle>
          <a:p>
            <a:pPr lvl="0"/>
            <a:r>
              <a:rPr lang="en-US"/>
              <a:t>Insert Presenter</a:t>
            </a:r>
          </a:p>
        </p:txBody>
      </p:sp>
    </p:spTree>
    <p:extLst>
      <p:ext uri="{BB962C8B-B14F-4D97-AF65-F5344CB8AC3E}">
        <p14:creationId xmlns:p14="http://schemas.microsoft.com/office/powerpoint/2010/main" val="3719576115"/>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ub-Title 1">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05062" y="3362325"/>
            <a:ext cx="7381875" cy="1468437"/>
          </a:xfrm>
          <a:prstGeom prst="rect">
            <a:avLst/>
          </a:prstGeom>
          <a:solidFill>
            <a:schemeClr val="bg1"/>
          </a:solidFill>
        </p:spPr>
        <p:txBody>
          <a:bodyPr lIns="457200" tIns="182880" rIns="457200" bIns="182880" anchor="ctr">
            <a:normAutofit/>
          </a:bodyPr>
          <a:lstStyle>
            <a:lvl1pPr marL="0" indent="0" algn="ctr">
              <a:buNone/>
              <a:defRPr sz="1400" b="0" i="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p:cNvSpPr>
            <a:spLocks noGrp="1"/>
          </p:cNvSpPr>
          <p:nvPr>
            <p:ph type="ctrTitle" hasCustomPrompt="1"/>
          </p:nvPr>
        </p:nvSpPr>
        <p:spPr>
          <a:xfrm>
            <a:off x="3743325" y="2019300"/>
            <a:ext cx="4705350" cy="1468437"/>
          </a:xfrm>
          <a:prstGeom prst="rect">
            <a:avLst/>
          </a:prstGeom>
          <a:solidFill>
            <a:schemeClr val="accent3"/>
          </a:solidFill>
        </p:spPr>
        <p:txBody>
          <a:bodyPr anchor="ctr">
            <a:normAutofit/>
          </a:bodyPr>
          <a:lstStyle>
            <a:lvl1pPr algn="ctr">
              <a:defRPr sz="3600">
                <a:solidFill>
                  <a:schemeClr val="bg1"/>
                </a:solidFill>
              </a:defRPr>
            </a:lvl1pPr>
          </a:lstStyle>
          <a:p>
            <a:r>
              <a:rPr lang="en-US"/>
              <a:t>Click to edit text</a:t>
            </a:r>
          </a:p>
        </p:txBody>
      </p:sp>
      <p:sp>
        <p:nvSpPr>
          <p:cNvPr id="9" name="Picture Placeholder 30"/>
          <p:cNvSpPr>
            <a:spLocks noGrp="1"/>
          </p:cNvSpPr>
          <p:nvPr>
            <p:ph type="pic" sz="quarter" idx="10"/>
          </p:nvPr>
        </p:nvSpPr>
        <p:spPr>
          <a:xfrm>
            <a:off x="0" y="0"/>
            <a:ext cx="12192000" cy="6858000"/>
          </a:xfrm>
          <a:prstGeom prst="rect">
            <a:avLst/>
          </a:prstGeom>
        </p:spPr>
        <p:txBody>
          <a:bodyPr/>
          <a:lstStyle>
            <a:lvl1pPr marL="0" indent="0" algn="ctr">
              <a:buNone/>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142560644"/>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Sub-Title 1">
    <p:spTree>
      <p:nvGrpSpPr>
        <p:cNvPr id="1" name=""/>
        <p:cNvGrpSpPr/>
        <p:nvPr/>
      </p:nvGrpSpPr>
      <p:grpSpPr>
        <a:xfrm>
          <a:off x="0" y="0"/>
          <a:ext cx="0" cy="0"/>
          <a:chOff x="0" y="0"/>
          <a:chExt cx="0" cy="0"/>
        </a:xfrm>
      </p:grpSpPr>
      <p:sp>
        <p:nvSpPr>
          <p:cNvPr id="9" name="Picture Placeholder 30"/>
          <p:cNvSpPr>
            <a:spLocks noGrp="1"/>
          </p:cNvSpPr>
          <p:nvPr>
            <p:ph type="pic" sz="quarter" idx="10"/>
          </p:nvPr>
        </p:nvSpPr>
        <p:spPr>
          <a:xfrm>
            <a:off x="0" y="0"/>
            <a:ext cx="12192000" cy="6858000"/>
          </a:xfrm>
          <a:prstGeom prst="rect">
            <a:avLst/>
          </a:prstGeom>
        </p:spPr>
        <p:txBody>
          <a:bodyPr/>
          <a:lstStyle>
            <a:lvl1pPr marL="0" indent="0" algn="ctr">
              <a:buNone/>
              <a:defRPr/>
            </a:lvl1pPr>
          </a:lstStyle>
          <a:p>
            <a:endParaRPr lang="en-US"/>
          </a:p>
        </p:txBody>
      </p:sp>
      <p:sp>
        <p:nvSpPr>
          <p:cNvPr id="2" name="Title 1"/>
          <p:cNvSpPr>
            <a:spLocks noGrp="1"/>
          </p:cNvSpPr>
          <p:nvPr>
            <p:ph type="ctrTitle" hasCustomPrompt="1"/>
          </p:nvPr>
        </p:nvSpPr>
        <p:spPr>
          <a:xfrm>
            <a:off x="3071004" y="4304582"/>
            <a:ext cx="6049992" cy="1046461"/>
          </a:xfrm>
          <a:prstGeom prst="rect">
            <a:avLst/>
          </a:prstGeom>
          <a:noFill/>
        </p:spPr>
        <p:txBody>
          <a:bodyPr anchor="ctr">
            <a:normAutofit/>
          </a:bodyPr>
          <a:lstStyle>
            <a:lvl1pPr algn="ctr">
              <a:defRPr sz="3600" spc="300" baseline="0">
                <a:solidFill>
                  <a:schemeClr val="tx1"/>
                </a:solidFill>
              </a:defRPr>
            </a:lvl1pPr>
          </a:lstStyle>
          <a:p>
            <a:r>
              <a:rPr lang="en-US"/>
              <a:t>Click to edit text</a:t>
            </a:r>
          </a:p>
        </p:txBody>
      </p:sp>
    </p:spTree>
    <p:extLst>
      <p:ext uri="{BB962C8B-B14F-4D97-AF65-F5344CB8AC3E}">
        <p14:creationId xmlns:p14="http://schemas.microsoft.com/office/powerpoint/2010/main" val="1300890767"/>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ub-Title 3">
    <p:spTree>
      <p:nvGrpSpPr>
        <p:cNvPr id="1" name=""/>
        <p:cNvGrpSpPr/>
        <p:nvPr/>
      </p:nvGrpSpPr>
      <p:grpSpPr>
        <a:xfrm>
          <a:off x="0" y="0"/>
          <a:ext cx="0" cy="0"/>
          <a:chOff x="0" y="0"/>
          <a:chExt cx="0" cy="0"/>
        </a:xfrm>
      </p:grpSpPr>
      <p:sp>
        <p:nvSpPr>
          <p:cNvPr id="9" name="Picture Placeholder 30"/>
          <p:cNvSpPr>
            <a:spLocks noGrp="1"/>
          </p:cNvSpPr>
          <p:nvPr>
            <p:ph type="pic" sz="quarter" idx="10"/>
          </p:nvPr>
        </p:nvSpPr>
        <p:spPr>
          <a:xfrm>
            <a:off x="0" y="1257300"/>
            <a:ext cx="11353800" cy="4343400"/>
          </a:xfrm>
          <a:prstGeom prst="rect">
            <a:avLst/>
          </a:prstGeom>
          <a:solidFill>
            <a:schemeClr val="bg1">
              <a:lumMod val="95000"/>
            </a:schemeClr>
          </a:solidFill>
        </p:spPr>
        <p:txBody>
          <a:bodyPr/>
          <a:lstStyle>
            <a:lvl1pPr marL="0" indent="0" algn="ctr">
              <a:buNone/>
              <a:defRPr/>
            </a:lvl1pPr>
          </a:lstStyle>
          <a:p>
            <a:endParaRPr lang="en-US"/>
          </a:p>
        </p:txBody>
      </p:sp>
      <p:sp>
        <p:nvSpPr>
          <p:cNvPr id="2" name="Title 1"/>
          <p:cNvSpPr>
            <a:spLocks noGrp="1"/>
          </p:cNvSpPr>
          <p:nvPr>
            <p:ph type="ctrTitle" hasCustomPrompt="1"/>
          </p:nvPr>
        </p:nvSpPr>
        <p:spPr>
          <a:xfrm>
            <a:off x="6096000" y="1968500"/>
            <a:ext cx="5257800" cy="2921000"/>
          </a:xfrm>
          <a:prstGeom prst="rect">
            <a:avLst/>
          </a:prstGeom>
          <a:solidFill>
            <a:schemeClr val="tx1">
              <a:alpha val="90000"/>
            </a:schemeClr>
          </a:solidFill>
        </p:spPr>
        <p:txBody>
          <a:bodyPr lIns="274320" rIns="274320" anchor="ctr">
            <a:normAutofit/>
          </a:bodyPr>
          <a:lstStyle>
            <a:lvl1pPr algn="ctr">
              <a:defRPr sz="3600">
                <a:solidFill>
                  <a:schemeClr val="bg1"/>
                </a:solidFill>
              </a:defRPr>
            </a:lvl1pPr>
          </a:lstStyle>
          <a:p>
            <a:r>
              <a:rPr lang="en-US"/>
              <a:t>Click to edit text</a:t>
            </a:r>
          </a:p>
        </p:txBody>
      </p:sp>
    </p:spTree>
    <p:extLst>
      <p:ext uri="{BB962C8B-B14F-4D97-AF65-F5344CB8AC3E}">
        <p14:creationId xmlns:p14="http://schemas.microsoft.com/office/powerpoint/2010/main" val="3581651530"/>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ub-Title 5">
    <p:spTree>
      <p:nvGrpSpPr>
        <p:cNvPr id="1" name=""/>
        <p:cNvGrpSpPr/>
        <p:nvPr/>
      </p:nvGrpSpPr>
      <p:grpSpPr>
        <a:xfrm>
          <a:off x="0" y="0"/>
          <a:ext cx="0" cy="0"/>
          <a:chOff x="0" y="0"/>
          <a:chExt cx="0" cy="0"/>
        </a:xfrm>
      </p:grpSpPr>
      <p:sp>
        <p:nvSpPr>
          <p:cNvPr id="11" name="Picture Placeholder 30"/>
          <p:cNvSpPr>
            <a:spLocks noGrp="1"/>
          </p:cNvSpPr>
          <p:nvPr>
            <p:ph type="pic" sz="quarter" idx="10"/>
          </p:nvPr>
        </p:nvSpPr>
        <p:spPr>
          <a:xfrm>
            <a:off x="0" y="0"/>
            <a:ext cx="12192000" cy="5600700"/>
          </a:xfrm>
          <a:prstGeom prst="rect">
            <a:avLst/>
          </a:prstGeom>
        </p:spPr>
        <p:txBody>
          <a:bodyPr/>
          <a:lstStyle>
            <a:lvl1pPr marL="0" indent="0" algn="ctr">
              <a:buNone/>
              <a:defRPr/>
            </a:lvl1pPr>
          </a:lstStyle>
          <a:p>
            <a:endParaRPr lang="en-US"/>
          </a:p>
        </p:txBody>
      </p:sp>
      <p:sp>
        <p:nvSpPr>
          <p:cNvPr id="2" name="Title 1"/>
          <p:cNvSpPr>
            <a:spLocks noGrp="1"/>
          </p:cNvSpPr>
          <p:nvPr>
            <p:ph type="ctrTitle" hasCustomPrompt="1"/>
          </p:nvPr>
        </p:nvSpPr>
        <p:spPr>
          <a:xfrm>
            <a:off x="1155700" y="2892425"/>
            <a:ext cx="4622800" cy="942975"/>
          </a:xfrm>
          <a:prstGeom prst="rect">
            <a:avLst/>
          </a:prstGeom>
          <a:noFill/>
        </p:spPr>
        <p:txBody>
          <a:bodyPr lIns="91440" rIns="91440" anchor="b">
            <a:normAutofit/>
          </a:bodyPr>
          <a:lstStyle>
            <a:lvl1pPr algn="l">
              <a:defRPr sz="3600">
                <a:solidFill>
                  <a:schemeClr val="tx1"/>
                </a:solidFill>
              </a:defRPr>
            </a:lvl1pPr>
          </a:lstStyle>
          <a:p>
            <a:r>
              <a:rPr lang="en-US"/>
              <a:t>Click to edit text</a:t>
            </a:r>
          </a:p>
        </p:txBody>
      </p:sp>
      <p:sp>
        <p:nvSpPr>
          <p:cNvPr id="7" name="Subtitle 2"/>
          <p:cNvSpPr>
            <a:spLocks noGrp="1"/>
          </p:cNvSpPr>
          <p:nvPr>
            <p:ph type="subTitle" idx="1" hasCustomPrompt="1"/>
          </p:nvPr>
        </p:nvSpPr>
        <p:spPr>
          <a:xfrm>
            <a:off x="1155700" y="4013200"/>
            <a:ext cx="4622800" cy="723899"/>
          </a:xfrm>
          <a:prstGeom prst="rect">
            <a:avLst/>
          </a:prstGeom>
        </p:spPr>
        <p:txBody>
          <a:bodyPr>
            <a:normAutofit/>
          </a:bodyPr>
          <a:lstStyle>
            <a:lvl1pPr marL="0" indent="0" algn="l">
              <a:buNone/>
              <a:defRPr sz="1400" b="0" i="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3302759532"/>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text and full image">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75744679-CEC4-4680-B398-12E18921CCE9}"/>
              </a:ext>
            </a:extLst>
          </p:cNvPr>
          <p:cNvSpPr>
            <a:spLocks noGrp="1"/>
          </p:cNvSpPr>
          <p:nvPr>
            <p:ph sz="quarter" idx="24"/>
          </p:nvPr>
        </p:nvSpPr>
        <p:spPr>
          <a:xfrm>
            <a:off x="1472362" y="2052309"/>
            <a:ext cx="9247276" cy="3554861"/>
          </a:xfrm>
          <a:prstGeom prst="rect">
            <a:avLst/>
          </a:prstGeom>
        </p:spPr>
        <p:txBody>
          <a:bodyPr lIns="0" rIns="0"/>
          <a:lstStyle>
            <a:lvl1pPr marL="0" indent="0">
              <a:buNone/>
              <a:defRPr/>
            </a:lvl1pPr>
            <a:lvl2pPr marL="457200" indent="0">
              <a:buNone/>
              <a:defRPr/>
            </a:lvl2pPr>
          </a:lstStyle>
          <a:p>
            <a:pPr lvl="0"/>
            <a:r>
              <a:rPr lang="en-US"/>
              <a:t>Edit Master text styles</a:t>
            </a:r>
          </a:p>
        </p:txBody>
      </p:sp>
      <p:sp>
        <p:nvSpPr>
          <p:cNvPr id="11" name="Picture Placeholder 30"/>
          <p:cNvSpPr>
            <a:spLocks noGrp="1"/>
          </p:cNvSpPr>
          <p:nvPr>
            <p:ph type="pic" sz="quarter" idx="10"/>
          </p:nvPr>
        </p:nvSpPr>
        <p:spPr>
          <a:xfrm>
            <a:off x="0" y="0"/>
            <a:ext cx="12192000" cy="6858000"/>
          </a:xfrm>
          <a:prstGeom prst="rect">
            <a:avLst/>
          </a:prstGeom>
        </p:spPr>
        <p:txBody>
          <a:bodyPr/>
          <a:lstStyle>
            <a:lvl1pPr marL="0" indent="0" algn="ctr">
              <a:buNone/>
              <a:defRPr>
                <a:solidFill>
                  <a:schemeClr val="tx1">
                    <a:lumMod val="50000"/>
                    <a:lumOff val="50000"/>
                  </a:schemeClr>
                </a:solidFill>
              </a:defRPr>
            </a:lvl1pPr>
          </a:lstStyle>
          <a:p>
            <a:endParaRPr lang="en-US"/>
          </a:p>
        </p:txBody>
      </p:sp>
      <p:sp>
        <p:nvSpPr>
          <p:cNvPr id="2" name="Title 1"/>
          <p:cNvSpPr>
            <a:spLocks noGrp="1"/>
          </p:cNvSpPr>
          <p:nvPr>
            <p:ph type="ctrTitle" hasCustomPrompt="1"/>
          </p:nvPr>
        </p:nvSpPr>
        <p:spPr>
          <a:xfrm>
            <a:off x="1472362" y="554667"/>
            <a:ext cx="4065796" cy="942975"/>
          </a:xfrm>
          <a:prstGeom prst="rect">
            <a:avLst/>
          </a:prstGeom>
          <a:noFill/>
        </p:spPr>
        <p:txBody>
          <a:bodyPr lIns="91440" rIns="91440" anchor="t">
            <a:normAutofit/>
          </a:bodyPr>
          <a:lstStyle>
            <a:lvl1pPr algn="l">
              <a:defRPr sz="3600">
                <a:solidFill>
                  <a:schemeClr val="tx1"/>
                </a:solidFill>
              </a:defRPr>
            </a:lvl1pPr>
          </a:lstStyle>
          <a:p>
            <a:r>
              <a:rPr lang="en-US"/>
              <a:t>Click to edit text</a:t>
            </a:r>
          </a:p>
        </p:txBody>
      </p:sp>
      <p:sp>
        <p:nvSpPr>
          <p:cNvPr id="7" name="Subtitle 2"/>
          <p:cNvSpPr>
            <a:spLocks noGrp="1"/>
          </p:cNvSpPr>
          <p:nvPr>
            <p:ph type="subTitle" idx="1" hasCustomPrompt="1"/>
          </p:nvPr>
        </p:nvSpPr>
        <p:spPr>
          <a:xfrm>
            <a:off x="5650301" y="554667"/>
            <a:ext cx="5069337" cy="942975"/>
          </a:xfrm>
          <a:prstGeom prst="rect">
            <a:avLst/>
          </a:prstGeom>
        </p:spPr>
        <p:txBody>
          <a:bodyPr>
            <a:normAutofit/>
          </a:bodyPr>
          <a:lstStyle>
            <a:lvl1pPr marL="0" indent="0" algn="l">
              <a:buNone/>
              <a:defRPr sz="12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1335186089"/>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ull image and colored box">
    <p:spTree>
      <p:nvGrpSpPr>
        <p:cNvPr id="1" name=""/>
        <p:cNvGrpSpPr/>
        <p:nvPr/>
      </p:nvGrpSpPr>
      <p:grpSpPr>
        <a:xfrm>
          <a:off x="0" y="0"/>
          <a:ext cx="0" cy="0"/>
          <a:chOff x="0" y="0"/>
          <a:chExt cx="0" cy="0"/>
        </a:xfrm>
      </p:grpSpPr>
      <p:sp>
        <p:nvSpPr>
          <p:cNvPr id="11" name="Picture Placeholder 30"/>
          <p:cNvSpPr>
            <a:spLocks noGrp="1"/>
          </p:cNvSpPr>
          <p:nvPr>
            <p:ph type="pic" sz="quarter" idx="10"/>
          </p:nvPr>
        </p:nvSpPr>
        <p:spPr>
          <a:xfrm>
            <a:off x="0" y="0"/>
            <a:ext cx="12192000" cy="6858000"/>
          </a:xfrm>
          <a:prstGeom prst="rect">
            <a:avLst/>
          </a:prstGeom>
          <a:noFill/>
        </p:spPr>
        <p:txBody>
          <a:bodyPr/>
          <a:lstStyle>
            <a:lvl1pPr marL="0" indent="0" algn="ctr">
              <a:buNone/>
              <a:defRPr>
                <a:solidFill>
                  <a:schemeClr val="tx1">
                    <a:lumMod val="50000"/>
                    <a:lumOff val="50000"/>
                  </a:schemeClr>
                </a:solidFill>
              </a:defRPr>
            </a:lvl1pPr>
          </a:lstStyle>
          <a:p>
            <a:endParaRPr lang="en-US"/>
          </a:p>
        </p:txBody>
      </p:sp>
      <p:sp>
        <p:nvSpPr>
          <p:cNvPr id="7" name="Subtitle 2"/>
          <p:cNvSpPr>
            <a:spLocks noGrp="1"/>
          </p:cNvSpPr>
          <p:nvPr>
            <p:ph type="subTitle" idx="1" hasCustomPrompt="1"/>
          </p:nvPr>
        </p:nvSpPr>
        <p:spPr>
          <a:xfrm>
            <a:off x="7343236" y="2867025"/>
            <a:ext cx="3781964" cy="3990975"/>
          </a:xfrm>
          <a:prstGeom prst="rect">
            <a:avLst/>
          </a:prstGeom>
          <a:solidFill>
            <a:schemeClr val="accent5">
              <a:alpha val="80000"/>
            </a:schemeClr>
          </a:solidFill>
        </p:spPr>
        <p:txBody>
          <a:bodyPr lIns="274320" tIns="274320" rIns="274320" bIns="274320">
            <a:normAutofit/>
          </a:bodyPr>
          <a:lstStyle>
            <a:lvl1pPr marL="0" indent="0" algn="r">
              <a:buNone/>
              <a:defRPr sz="1800" b="0" i="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Tree>
    <p:extLst>
      <p:ext uri="{BB962C8B-B14F-4D97-AF65-F5344CB8AC3E}">
        <p14:creationId xmlns:p14="http://schemas.microsoft.com/office/powerpoint/2010/main" val="2665670724"/>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ull image only">
    <p:spTree>
      <p:nvGrpSpPr>
        <p:cNvPr id="1" name=""/>
        <p:cNvGrpSpPr/>
        <p:nvPr/>
      </p:nvGrpSpPr>
      <p:grpSpPr>
        <a:xfrm>
          <a:off x="0" y="0"/>
          <a:ext cx="0" cy="0"/>
          <a:chOff x="0" y="0"/>
          <a:chExt cx="0" cy="0"/>
        </a:xfrm>
      </p:grpSpPr>
      <p:sp>
        <p:nvSpPr>
          <p:cNvPr id="11" name="Picture Placeholder 30"/>
          <p:cNvSpPr>
            <a:spLocks noGrp="1"/>
          </p:cNvSpPr>
          <p:nvPr>
            <p:ph type="pic" sz="quarter" idx="10"/>
          </p:nvPr>
        </p:nvSpPr>
        <p:spPr>
          <a:xfrm>
            <a:off x="0" y="0"/>
            <a:ext cx="12192000" cy="6858000"/>
          </a:xfrm>
          <a:prstGeom prst="rect">
            <a:avLst/>
          </a:prstGeom>
          <a:noFill/>
        </p:spPr>
        <p:txBody>
          <a:bodyPr/>
          <a:lstStyle>
            <a:lvl1pPr marL="0" indent="0" algn="ctr">
              <a:buNone/>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1536433637"/>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076917"/>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op image and bottom text lis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8367D03-F98C-461C-A857-53804891253C}"/>
              </a:ext>
            </a:extLst>
          </p:cNvPr>
          <p:cNvSpPr/>
          <p:nvPr userDrawn="1"/>
        </p:nvSpPr>
        <p:spPr>
          <a:xfrm>
            <a:off x="0" y="3590925"/>
            <a:ext cx="12192000"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1988CFB-541C-425F-8A8F-0A69DAB1E0F3}"/>
              </a:ext>
            </a:extLst>
          </p:cNvPr>
          <p:cNvSpPr>
            <a:spLocks noGrp="1"/>
          </p:cNvSpPr>
          <p:nvPr>
            <p:ph type="pic" sz="quarter" idx="10"/>
          </p:nvPr>
        </p:nvSpPr>
        <p:spPr>
          <a:xfrm>
            <a:off x="0" y="0"/>
            <a:ext cx="12192000" cy="3590925"/>
          </a:xfrm>
          <a:prstGeom prst="rect">
            <a:avLst/>
          </a:prstGeom>
          <a:solidFill>
            <a:schemeClr val="bg1"/>
          </a:solidFill>
        </p:spPr>
        <p:txBody>
          <a:bodyPr/>
          <a:lstStyle/>
          <a:p>
            <a:endParaRPr lang="en-US"/>
          </a:p>
        </p:txBody>
      </p:sp>
      <p:sp>
        <p:nvSpPr>
          <p:cNvPr id="8" name="Text Placeholder 7">
            <a:extLst>
              <a:ext uri="{FF2B5EF4-FFF2-40B4-BE49-F238E27FC236}">
                <a16:creationId xmlns:a16="http://schemas.microsoft.com/office/drawing/2014/main" id="{DAA5D36E-06AC-4EBD-9F51-BF372A555A50}"/>
              </a:ext>
            </a:extLst>
          </p:cNvPr>
          <p:cNvSpPr>
            <a:spLocks noGrp="1"/>
          </p:cNvSpPr>
          <p:nvPr>
            <p:ph type="body" sz="quarter" idx="13"/>
          </p:nvPr>
        </p:nvSpPr>
        <p:spPr>
          <a:xfrm>
            <a:off x="8636099" y="4050813"/>
            <a:ext cx="2470638" cy="622904"/>
          </a:xfrm>
          <a:prstGeom prst="rect">
            <a:avLst/>
          </a:prstGeom>
        </p:spPr>
        <p:txBody>
          <a:bodyPr anchor="ctr">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9" name="Text Placeholder 7">
            <a:extLst>
              <a:ext uri="{FF2B5EF4-FFF2-40B4-BE49-F238E27FC236}">
                <a16:creationId xmlns:a16="http://schemas.microsoft.com/office/drawing/2014/main" id="{254F65CE-FD46-495E-9DB4-BD59BEB13D05}"/>
              </a:ext>
            </a:extLst>
          </p:cNvPr>
          <p:cNvSpPr>
            <a:spLocks noGrp="1"/>
          </p:cNvSpPr>
          <p:nvPr>
            <p:ph type="body" sz="quarter" idx="14"/>
          </p:nvPr>
        </p:nvSpPr>
        <p:spPr>
          <a:xfrm>
            <a:off x="7999992" y="4673717"/>
            <a:ext cx="3106084" cy="1355512"/>
          </a:xfrm>
          <a:prstGeom prst="rect">
            <a:avLst/>
          </a:prstGeom>
        </p:spPr>
        <p:txBody>
          <a:bodyPr anchor="t">
            <a:noAutofit/>
          </a:bodyPr>
          <a:lstStyle>
            <a:lvl1pPr marL="0" indent="0" algn="l">
              <a:lnSpc>
                <a:spcPct val="130000"/>
              </a:lnSpc>
              <a:spcBef>
                <a:spcPts val="600"/>
              </a:spcBef>
              <a:buNone/>
              <a:defRPr sz="1200" b="0" i="0" cap="none" baseline="0">
                <a:solidFill>
                  <a:schemeClr val="tx2"/>
                </a:solidFill>
                <a:latin typeface="+mn-lt"/>
                <a:cs typeface="Segoe UI Semilight" panose="020B0402040204020203" pitchFamily="34" charset="0"/>
              </a:defRPr>
            </a:lvl1pPr>
          </a:lstStyle>
          <a:p>
            <a:pPr lvl="0"/>
            <a:r>
              <a:rPr lang="en-US"/>
              <a:t>Edit Master text styles</a:t>
            </a:r>
          </a:p>
        </p:txBody>
      </p:sp>
      <p:sp>
        <p:nvSpPr>
          <p:cNvPr id="10" name="Text Placeholder 7">
            <a:extLst>
              <a:ext uri="{FF2B5EF4-FFF2-40B4-BE49-F238E27FC236}">
                <a16:creationId xmlns:a16="http://schemas.microsoft.com/office/drawing/2014/main" id="{59BC4988-F927-46C6-B79E-29414321A9E6}"/>
              </a:ext>
            </a:extLst>
          </p:cNvPr>
          <p:cNvSpPr>
            <a:spLocks noGrp="1"/>
          </p:cNvSpPr>
          <p:nvPr>
            <p:ph type="body" sz="quarter" idx="15"/>
          </p:nvPr>
        </p:nvSpPr>
        <p:spPr>
          <a:xfrm>
            <a:off x="1466850" y="4050813"/>
            <a:ext cx="2476500" cy="622904"/>
          </a:xfrm>
          <a:prstGeom prst="rect">
            <a:avLst/>
          </a:prstGeom>
        </p:spPr>
        <p:txBody>
          <a:bodyPr anchor="ctr">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11" name="Text Placeholder 7">
            <a:extLst>
              <a:ext uri="{FF2B5EF4-FFF2-40B4-BE49-F238E27FC236}">
                <a16:creationId xmlns:a16="http://schemas.microsoft.com/office/drawing/2014/main" id="{0F981103-7213-4958-BE3B-9F371AB7B2E1}"/>
              </a:ext>
            </a:extLst>
          </p:cNvPr>
          <p:cNvSpPr>
            <a:spLocks noGrp="1"/>
          </p:cNvSpPr>
          <p:nvPr>
            <p:ph type="body" sz="quarter" idx="16"/>
          </p:nvPr>
        </p:nvSpPr>
        <p:spPr>
          <a:xfrm>
            <a:off x="838200" y="4673717"/>
            <a:ext cx="3105150" cy="1355512"/>
          </a:xfrm>
          <a:prstGeom prst="rect">
            <a:avLst/>
          </a:prstGeom>
        </p:spPr>
        <p:txBody>
          <a:bodyPr anchor="t">
            <a:noAutofit/>
          </a:bodyPr>
          <a:lstStyle>
            <a:lvl1pPr marL="0" indent="0" algn="l">
              <a:lnSpc>
                <a:spcPct val="130000"/>
              </a:lnSpc>
              <a:spcBef>
                <a:spcPts val="600"/>
              </a:spcBef>
              <a:buNone/>
              <a:defRPr sz="1200" b="0" i="0" cap="none" baseline="0">
                <a:solidFill>
                  <a:schemeClr val="tx2"/>
                </a:solidFill>
                <a:latin typeface="+mn-lt"/>
                <a:cs typeface="Segoe UI Semilight" panose="020B0402040204020203" pitchFamily="34" charset="0"/>
              </a:defRPr>
            </a:lvl1pPr>
          </a:lstStyle>
          <a:p>
            <a:pPr lvl="0"/>
            <a:r>
              <a:rPr lang="en-US"/>
              <a:t>Edit Master text styles</a:t>
            </a:r>
          </a:p>
        </p:txBody>
      </p:sp>
      <p:sp>
        <p:nvSpPr>
          <p:cNvPr id="14" name="Text Placeholder 7">
            <a:extLst>
              <a:ext uri="{FF2B5EF4-FFF2-40B4-BE49-F238E27FC236}">
                <a16:creationId xmlns:a16="http://schemas.microsoft.com/office/drawing/2014/main" id="{69A656C2-6E8C-4A18-A9DD-B9CDF23FE76A}"/>
              </a:ext>
            </a:extLst>
          </p:cNvPr>
          <p:cNvSpPr>
            <a:spLocks noGrp="1"/>
          </p:cNvSpPr>
          <p:nvPr>
            <p:ph type="body" sz="quarter" idx="23"/>
          </p:nvPr>
        </p:nvSpPr>
        <p:spPr>
          <a:xfrm>
            <a:off x="5055203" y="4050813"/>
            <a:ext cx="2470638" cy="622904"/>
          </a:xfrm>
          <a:prstGeom prst="rect">
            <a:avLst/>
          </a:prstGeom>
        </p:spPr>
        <p:txBody>
          <a:bodyPr anchor="ctr">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15" name="Text Placeholder 7">
            <a:extLst>
              <a:ext uri="{FF2B5EF4-FFF2-40B4-BE49-F238E27FC236}">
                <a16:creationId xmlns:a16="http://schemas.microsoft.com/office/drawing/2014/main" id="{212B6CEE-E03A-4D04-B676-0D6B82106704}"/>
              </a:ext>
            </a:extLst>
          </p:cNvPr>
          <p:cNvSpPr>
            <a:spLocks noGrp="1"/>
          </p:cNvSpPr>
          <p:nvPr>
            <p:ph type="body" sz="quarter" idx="24"/>
          </p:nvPr>
        </p:nvSpPr>
        <p:spPr>
          <a:xfrm>
            <a:off x="4419096" y="4673717"/>
            <a:ext cx="3106084" cy="1355512"/>
          </a:xfrm>
          <a:prstGeom prst="rect">
            <a:avLst/>
          </a:prstGeom>
        </p:spPr>
        <p:txBody>
          <a:bodyPr anchor="t">
            <a:noAutofit/>
          </a:bodyPr>
          <a:lstStyle>
            <a:lvl1pPr marL="0" indent="0" algn="l">
              <a:lnSpc>
                <a:spcPct val="130000"/>
              </a:lnSpc>
              <a:spcBef>
                <a:spcPts val="600"/>
              </a:spcBef>
              <a:buNone/>
              <a:defRPr sz="1200" b="0" i="0" cap="none" baseline="0">
                <a:solidFill>
                  <a:schemeClr val="tx2"/>
                </a:solidFill>
                <a:latin typeface="+mn-lt"/>
                <a:cs typeface="Segoe UI Semilight" panose="020B0402040204020203" pitchFamily="34" charset="0"/>
              </a:defRPr>
            </a:lvl1pPr>
          </a:lstStyle>
          <a:p>
            <a:pPr lvl="0"/>
            <a:r>
              <a:rPr lang="en-US"/>
              <a:t>Edit Master text styles</a:t>
            </a:r>
          </a:p>
        </p:txBody>
      </p:sp>
    </p:spTree>
    <p:extLst>
      <p:ext uri="{BB962C8B-B14F-4D97-AF65-F5344CB8AC3E}">
        <p14:creationId xmlns:p14="http://schemas.microsoft.com/office/powerpoint/2010/main" val="1105558392"/>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eft image and right text lis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1988CFB-541C-425F-8A8F-0A69DAB1E0F3}"/>
              </a:ext>
            </a:extLst>
          </p:cNvPr>
          <p:cNvSpPr>
            <a:spLocks noGrp="1"/>
          </p:cNvSpPr>
          <p:nvPr>
            <p:ph type="pic" sz="quarter" idx="10"/>
          </p:nvPr>
        </p:nvSpPr>
        <p:spPr>
          <a:xfrm>
            <a:off x="0" y="0"/>
            <a:ext cx="6970143" cy="6858000"/>
          </a:xfrm>
          <a:prstGeom prst="rect">
            <a:avLst/>
          </a:prstGeom>
          <a:solidFill>
            <a:schemeClr val="bg1">
              <a:lumMod val="95000"/>
            </a:schemeClr>
          </a:solidFill>
        </p:spPr>
        <p:txBody>
          <a:bodyPr/>
          <a:lstStyle/>
          <a:p>
            <a:endParaRPr lang="en-US"/>
          </a:p>
        </p:txBody>
      </p:sp>
      <p:sp>
        <p:nvSpPr>
          <p:cNvPr id="9" name="Text Placeholder 7">
            <a:extLst>
              <a:ext uri="{FF2B5EF4-FFF2-40B4-BE49-F238E27FC236}">
                <a16:creationId xmlns:a16="http://schemas.microsoft.com/office/drawing/2014/main" id="{254F65CE-FD46-495E-9DB4-BD59BEB13D05}"/>
              </a:ext>
            </a:extLst>
          </p:cNvPr>
          <p:cNvSpPr>
            <a:spLocks noGrp="1"/>
          </p:cNvSpPr>
          <p:nvPr>
            <p:ph type="body" sz="quarter" idx="14"/>
          </p:nvPr>
        </p:nvSpPr>
        <p:spPr>
          <a:xfrm>
            <a:off x="7237562" y="1368533"/>
            <a:ext cx="3868514" cy="710431"/>
          </a:xfrm>
          <a:prstGeom prst="rect">
            <a:avLst/>
          </a:prstGeom>
        </p:spPr>
        <p:txBody>
          <a:bodyPr numCol="1" spcCol="457200" anchor="t">
            <a:noAutofit/>
          </a:bodyPr>
          <a:lstStyle>
            <a:lvl1pPr marL="0" indent="0" algn="just">
              <a:lnSpc>
                <a:spcPct val="130000"/>
              </a:lnSpc>
              <a:spcBef>
                <a:spcPts val="600"/>
              </a:spcBef>
              <a:buNone/>
              <a:defRPr sz="1200" b="0" i="0" cap="none" baseline="0">
                <a:solidFill>
                  <a:schemeClr val="tx2"/>
                </a:solidFill>
                <a:latin typeface="+mn-lt"/>
                <a:cs typeface="Segoe UI Semilight" panose="020B0402040204020203" pitchFamily="34" charset="0"/>
              </a:defRPr>
            </a:lvl1pPr>
          </a:lstStyle>
          <a:p>
            <a:pPr lvl="0"/>
            <a:r>
              <a:rPr lang="en-US"/>
              <a:t>Edit Master text styles</a:t>
            </a:r>
          </a:p>
        </p:txBody>
      </p:sp>
      <p:sp>
        <p:nvSpPr>
          <p:cNvPr id="14" name="Text Placeholder 7">
            <a:extLst>
              <a:ext uri="{FF2B5EF4-FFF2-40B4-BE49-F238E27FC236}">
                <a16:creationId xmlns:a16="http://schemas.microsoft.com/office/drawing/2014/main" id="{69A656C2-6E8C-4A18-A9DD-B9CDF23FE76A}"/>
              </a:ext>
            </a:extLst>
          </p:cNvPr>
          <p:cNvSpPr>
            <a:spLocks noGrp="1"/>
          </p:cNvSpPr>
          <p:nvPr>
            <p:ph type="body" sz="quarter" idx="23"/>
          </p:nvPr>
        </p:nvSpPr>
        <p:spPr>
          <a:xfrm>
            <a:off x="7237562" y="977102"/>
            <a:ext cx="3868514" cy="486681"/>
          </a:xfrm>
          <a:prstGeom prst="rect">
            <a:avLst/>
          </a:prstGeom>
        </p:spPr>
        <p:txBody>
          <a:bodyPr anchor="ctr">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7" name="Text Placeholder 7">
            <a:extLst>
              <a:ext uri="{FF2B5EF4-FFF2-40B4-BE49-F238E27FC236}">
                <a16:creationId xmlns:a16="http://schemas.microsoft.com/office/drawing/2014/main" id="{FFAC7F27-97FD-4BA5-9661-872D1E468D23}"/>
              </a:ext>
            </a:extLst>
          </p:cNvPr>
          <p:cNvSpPr>
            <a:spLocks noGrp="1"/>
          </p:cNvSpPr>
          <p:nvPr>
            <p:ph type="body" sz="quarter" idx="24"/>
          </p:nvPr>
        </p:nvSpPr>
        <p:spPr>
          <a:xfrm>
            <a:off x="7237562" y="3483537"/>
            <a:ext cx="3868514" cy="710431"/>
          </a:xfrm>
          <a:prstGeom prst="rect">
            <a:avLst/>
          </a:prstGeom>
        </p:spPr>
        <p:txBody>
          <a:bodyPr numCol="1" spcCol="457200" anchor="t">
            <a:noAutofit/>
          </a:bodyPr>
          <a:lstStyle>
            <a:lvl1pPr marL="0" indent="0" algn="just">
              <a:lnSpc>
                <a:spcPct val="130000"/>
              </a:lnSpc>
              <a:spcBef>
                <a:spcPts val="600"/>
              </a:spcBef>
              <a:buNone/>
              <a:defRPr sz="1200" b="0" i="0" cap="none" baseline="0">
                <a:solidFill>
                  <a:schemeClr val="tx2"/>
                </a:solidFill>
                <a:latin typeface="+mn-lt"/>
                <a:cs typeface="Segoe UI Semilight" panose="020B0402040204020203" pitchFamily="34" charset="0"/>
              </a:defRPr>
            </a:lvl1pPr>
          </a:lstStyle>
          <a:p>
            <a:pPr lvl="0"/>
            <a:r>
              <a:rPr lang="en-US"/>
              <a:t>Edit Master text styles</a:t>
            </a:r>
          </a:p>
        </p:txBody>
      </p:sp>
      <p:sp>
        <p:nvSpPr>
          <p:cNvPr id="8" name="Text Placeholder 7">
            <a:extLst>
              <a:ext uri="{FF2B5EF4-FFF2-40B4-BE49-F238E27FC236}">
                <a16:creationId xmlns:a16="http://schemas.microsoft.com/office/drawing/2014/main" id="{8304858B-35CA-435D-A44A-2F7C3D934AEF}"/>
              </a:ext>
            </a:extLst>
          </p:cNvPr>
          <p:cNvSpPr>
            <a:spLocks noGrp="1"/>
          </p:cNvSpPr>
          <p:nvPr>
            <p:ph type="body" sz="quarter" idx="25"/>
          </p:nvPr>
        </p:nvSpPr>
        <p:spPr>
          <a:xfrm>
            <a:off x="7237562" y="3092106"/>
            <a:ext cx="3868514" cy="486681"/>
          </a:xfrm>
          <a:prstGeom prst="rect">
            <a:avLst/>
          </a:prstGeom>
        </p:spPr>
        <p:txBody>
          <a:bodyPr anchor="ctr">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12" name="Text Placeholder 7">
            <a:extLst>
              <a:ext uri="{FF2B5EF4-FFF2-40B4-BE49-F238E27FC236}">
                <a16:creationId xmlns:a16="http://schemas.microsoft.com/office/drawing/2014/main" id="{BE4C551E-5BBC-41E3-9BF2-336E3EE213E3}"/>
              </a:ext>
            </a:extLst>
          </p:cNvPr>
          <p:cNvSpPr>
            <a:spLocks noGrp="1"/>
          </p:cNvSpPr>
          <p:nvPr>
            <p:ph type="body" sz="quarter" idx="26"/>
          </p:nvPr>
        </p:nvSpPr>
        <p:spPr>
          <a:xfrm>
            <a:off x="7237562" y="5598542"/>
            <a:ext cx="3868514" cy="710431"/>
          </a:xfrm>
          <a:prstGeom prst="rect">
            <a:avLst/>
          </a:prstGeom>
        </p:spPr>
        <p:txBody>
          <a:bodyPr numCol="1" spcCol="457200" anchor="t">
            <a:noAutofit/>
          </a:bodyPr>
          <a:lstStyle>
            <a:lvl1pPr marL="0" indent="0" algn="just">
              <a:lnSpc>
                <a:spcPct val="130000"/>
              </a:lnSpc>
              <a:spcBef>
                <a:spcPts val="600"/>
              </a:spcBef>
              <a:buNone/>
              <a:defRPr sz="1200" b="0" i="0" cap="none" baseline="0">
                <a:solidFill>
                  <a:schemeClr val="tx2"/>
                </a:solidFill>
                <a:latin typeface="+mn-lt"/>
                <a:cs typeface="Segoe UI Semilight" panose="020B0402040204020203" pitchFamily="34" charset="0"/>
              </a:defRPr>
            </a:lvl1pPr>
          </a:lstStyle>
          <a:p>
            <a:pPr lvl="0"/>
            <a:r>
              <a:rPr lang="en-US"/>
              <a:t>Edit Master text styles</a:t>
            </a:r>
          </a:p>
        </p:txBody>
      </p:sp>
      <p:sp>
        <p:nvSpPr>
          <p:cNvPr id="13" name="Text Placeholder 7">
            <a:extLst>
              <a:ext uri="{FF2B5EF4-FFF2-40B4-BE49-F238E27FC236}">
                <a16:creationId xmlns:a16="http://schemas.microsoft.com/office/drawing/2014/main" id="{7AC63A23-3DA1-42BB-BC71-36F8F8E4A162}"/>
              </a:ext>
            </a:extLst>
          </p:cNvPr>
          <p:cNvSpPr>
            <a:spLocks noGrp="1"/>
          </p:cNvSpPr>
          <p:nvPr>
            <p:ph type="body" sz="quarter" idx="27"/>
          </p:nvPr>
        </p:nvSpPr>
        <p:spPr>
          <a:xfrm>
            <a:off x="7237562" y="5207111"/>
            <a:ext cx="3868514" cy="486681"/>
          </a:xfrm>
          <a:prstGeom prst="rect">
            <a:avLst/>
          </a:prstGeom>
        </p:spPr>
        <p:txBody>
          <a:bodyPr anchor="ctr">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Tree>
    <p:extLst>
      <p:ext uri="{BB962C8B-B14F-4D97-AF65-F5344CB8AC3E}">
        <p14:creationId xmlns:p14="http://schemas.microsoft.com/office/powerpoint/2010/main" val="2352712727"/>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text boxes and top imag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AA5D36E-06AC-4EBD-9F51-BF372A555A50}"/>
              </a:ext>
            </a:extLst>
          </p:cNvPr>
          <p:cNvSpPr>
            <a:spLocks noGrp="1"/>
          </p:cNvSpPr>
          <p:nvPr>
            <p:ph type="body" sz="quarter" idx="13"/>
          </p:nvPr>
        </p:nvSpPr>
        <p:spPr>
          <a:xfrm>
            <a:off x="8008005" y="2814360"/>
            <a:ext cx="3098732" cy="622904"/>
          </a:xfrm>
          <a:prstGeom prst="rect">
            <a:avLst/>
          </a:prstGeom>
        </p:spPr>
        <p:txBody>
          <a:bodyPr lIns="0" rIns="0" anchor="b">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10" name="Text Placeholder 7">
            <a:extLst>
              <a:ext uri="{FF2B5EF4-FFF2-40B4-BE49-F238E27FC236}">
                <a16:creationId xmlns:a16="http://schemas.microsoft.com/office/drawing/2014/main" id="{59BC4988-F927-46C6-B79E-29414321A9E6}"/>
              </a:ext>
            </a:extLst>
          </p:cNvPr>
          <p:cNvSpPr>
            <a:spLocks noGrp="1"/>
          </p:cNvSpPr>
          <p:nvPr>
            <p:ph type="body" sz="quarter" idx="15"/>
          </p:nvPr>
        </p:nvSpPr>
        <p:spPr>
          <a:xfrm>
            <a:off x="837266" y="2814360"/>
            <a:ext cx="3106084" cy="622904"/>
          </a:xfrm>
          <a:prstGeom prst="rect">
            <a:avLst/>
          </a:prstGeom>
        </p:spPr>
        <p:txBody>
          <a:bodyPr lIns="0" rIns="0" anchor="b">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14" name="Text Placeholder 7">
            <a:extLst>
              <a:ext uri="{FF2B5EF4-FFF2-40B4-BE49-F238E27FC236}">
                <a16:creationId xmlns:a16="http://schemas.microsoft.com/office/drawing/2014/main" id="{69A656C2-6E8C-4A18-A9DD-B9CDF23FE76A}"/>
              </a:ext>
            </a:extLst>
          </p:cNvPr>
          <p:cNvSpPr>
            <a:spLocks noGrp="1"/>
          </p:cNvSpPr>
          <p:nvPr>
            <p:ph type="body" sz="quarter" idx="23"/>
          </p:nvPr>
        </p:nvSpPr>
        <p:spPr>
          <a:xfrm>
            <a:off x="4427109" y="2814360"/>
            <a:ext cx="3098732" cy="622904"/>
          </a:xfrm>
          <a:prstGeom prst="rect">
            <a:avLst/>
          </a:prstGeom>
        </p:spPr>
        <p:txBody>
          <a:bodyPr lIns="0" rIns="0" anchor="b">
            <a:noAutofit/>
          </a:bodyPr>
          <a:lstStyle>
            <a:lvl1pPr marL="0" indent="0" algn="l">
              <a:buNone/>
              <a:defRPr sz="1800" b="1" i="0" cap="none" baseline="0">
                <a:solidFill>
                  <a:schemeClr val="tx1"/>
                </a:solidFill>
                <a:latin typeface="+mj-lt"/>
                <a:cs typeface="Segoe UI Semilight" panose="020B0402040204020203" pitchFamily="34" charset="0"/>
              </a:defRPr>
            </a:lvl1pPr>
          </a:lstStyle>
          <a:p>
            <a:pPr lvl="0"/>
            <a:r>
              <a:rPr lang="en-US"/>
              <a:t>Edit Master text styles</a:t>
            </a:r>
          </a:p>
        </p:txBody>
      </p:sp>
      <p:sp>
        <p:nvSpPr>
          <p:cNvPr id="4" name="Content Placeholder 3">
            <a:extLst>
              <a:ext uri="{FF2B5EF4-FFF2-40B4-BE49-F238E27FC236}">
                <a16:creationId xmlns:a16="http://schemas.microsoft.com/office/drawing/2014/main" id="{E18D73F1-79D7-42DB-A292-7E5439487C89}"/>
              </a:ext>
            </a:extLst>
          </p:cNvPr>
          <p:cNvSpPr>
            <a:spLocks noGrp="1"/>
          </p:cNvSpPr>
          <p:nvPr>
            <p:ph sz="quarter" idx="24"/>
          </p:nvPr>
        </p:nvSpPr>
        <p:spPr>
          <a:xfrm>
            <a:off x="837266" y="3516073"/>
            <a:ext cx="3106737" cy="2243497"/>
          </a:xfrm>
          <a:prstGeom prst="rect">
            <a:avLst/>
          </a:prstGeom>
        </p:spPr>
        <p:txBody>
          <a:bodyPr lIns="0" r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DD65EE59-C371-4464-AE1B-A67AD986BD53}"/>
              </a:ext>
            </a:extLst>
          </p:cNvPr>
          <p:cNvSpPr>
            <a:spLocks noGrp="1"/>
          </p:cNvSpPr>
          <p:nvPr>
            <p:ph sz="quarter" idx="25"/>
          </p:nvPr>
        </p:nvSpPr>
        <p:spPr>
          <a:xfrm>
            <a:off x="4427109" y="3516073"/>
            <a:ext cx="3106737" cy="2243497"/>
          </a:xfrm>
          <a:prstGeom prst="rect">
            <a:avLst/>
          </a:prstGeom>
        </p:spPr>
        <p:txBody>
          <a:bodyPr lIns="0" r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357B20FF-D4A1-420D-93BB-D1A139C7EDFF}"/>
              </a:ext>
            </a:extLst>
          </p:cNvPr>
          <p:cNvSpPr>
            <a:spLocks noGrp="1"/>
          </p:cNvSpPr>
          <p:nvPr>
            <p:ph sz="quarter" idx="26"/>
          </p:nvPr>
        </p:nvSpPr>
        <p:spPr>
          <a:xfrm>
            <a:off x="8008005" y="3516073"/>
            <a:ext cx="3106737" cy="2243497"/>
          </a:xfrm>
          <a:prstGeom prst="rect">
            <a:avLst/>
          </a:prstGeom>
        </p:spPr>
        <p:txBody>
          <a:bodyPr lIns="0" r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30">
            <a:extLst>
              <a:ext uri="{FF2B5EF4-FFF2-40B4-BE49-F238E27FC236}">
                <a16:creationId xmlns:a16="http://schemas.microsoft.com/office/drawing/2014/main" id="{1E14D925-7944-469F-A7BF-A94CE66A5E86}"/>
              </a:ext>
            </a:extLst>
          </p:cNvPr>
          <p:cNvSpPr>
            <a:spLocks noGrp="1"/>
          </p:cNvSpPr>
          <p:nvPr>
            <p:ph type="pic" sz="quarter" idx="18"/>
          </p:nvPr>
        </p:nvSpPr>
        <p:spPr>
          <a:xfrm>
            <a:off x="0" y="1"/>
            <a:ext cx="12192000" cy="2814359"/>
          </a:xfrm>
          <a:prstGeom prst="rect">
            <a:avLst/>
          </a:prstGeom>
        </p:spPr>
        <p:txBody>
          <a:bodyPr/>
          <a:lstStyle>
            <a:lvl1pPr marL="0" indent="0" algn="ctr">
              <a:buNone/>
              <a:defRPr/>
            </a:lvl1pPr>
          </a:lstStyle>
          <a:p>
            <a:endParaRPr lang="en-US"/>
          </a:p>
        </p:txBody>
      </p:sp>
    </p:spTree>
    <p:extLst>
      <p:ext uri="{BB962C8B-B14F-4D97-AF65-F5344CB8AC3E}">
        <p14:creationId xmlns:p14="http://schemas.microsoft.com/office/powerpoint/2010/main" val="190787411"/>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631826"/>
            <a:ext cx="10515600" cy="825500"/>
          </a:xfrm>
          <a:prstGeom prst="rect">
            <a:avLst/>
          </a:prstGeom>
        </p:spPr>
        <p:txBody>
          <a:bodyPr>
            <a:normAutofit/>
          </a:bodyPr>
          <a:lstStyle>
            <a:lvl1pPr>
              <a:defRPr sz="3600"/>
            </a:lvl1pPr>
          </a:lstStyle>
          <a:p>
            <a:r>
              <a:rPr lang="en-US"/>
              <a:t>Click to edit Master title style</a:t>
            </a:r>
          </a:p>
        </p:txBody>
      </p:sp>
      <p:sp>
        <p:nvSpPr>
          <p:cNvPr id="8" name="Text Placeholder 7"/>
          <p:cNvSpPr>
            <a:spLocks noGrp="1"/>
          </p:cNvSpPr>
          <p:nvPr>
            <p:ph type="body" sz="quarter" idx="10"/>
          </p:nvPr>
        </p:nvSpPr>
        <p:spPr>
          <a:xfrm>
            <a:off x="2324101" y="371475"/>
            <a:ext cx="7543798" cy="352425"/>
          </a:xfrm>
          <a:prstGeom prst="rect">
            <a:avLst/>
          </a:prstGeom>
        </p:spPr>
        <p:txBody>
          <a:bodyPr anchor="ctr">
            <a:noAutofit/>
          </a:bodyPr>
          <a:lstStyle>
            <a:lvl1pPr marL="0" indent="0" algn="ctr">
              <a:buNone/>
              <a:defRPr sz="1600" b="1" i="0" cap="all" spc="150" baseline="0">
                <a:solidFill>
                  <a:schemeClr val="accent1"/>
                </a:solidFill>
                <a:latin typeface="+mj-lt"/>
                <a:cs typeface="Segoe UI Semilight" panose="020B0402040204020203" pitchFamily="34" charset="0"/>
              </a:defRPr>
            </a:lvl1pPr>
          </a:lstStyle>
          <a:p>
            <a:pPr lvl="0"/>
            <a:r>
              <a:rPr lang="en-US"/>
              <a:t>Edit Master text styles</a:t>
            </a:r>
          </a:p>
        </p:txBody>
      </p:sp>
    </p:spTree>
    <p:extLst>
      <p:ext uri="{BB962C8B-B14F-4D97-AF65-F5344CB8AC3E}">
        <p14:creationId xmlns:p14="http://schemas.microsoft.com/office/powerpoint/2010/main" val="900065079"/>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ig Picture">
    <p:spTree>
      <p:nvGrpSpPr>
        <p:cNvPr id="1" name=""/>
        <p:cNvGrpSpPr/>
        <p:nvPr/>
      </p:nvGrpSpPr>
      <p:grpSpPr>
        <a:xfrm>
          <a:off x="0" y="0"/>
          <a:ext cx="0" cy="0"/>
          <a:chOff x="0" y="0"/>
          <a:chExt cx="0" cy="0"/>
        </a:xfrm>
      </p:grpSpPr>
      <p:sp>
        <p:nvSpPr>
          <p:cNvPr id="2" name="Picture Placeholder 13"/>
          <p:cNvSpPr>
            <a:spLocks noGrp="1"/>
          </p:cNvSpPr>
          <p:nvPr>
            <p:ph type="pic" sz="quarter" idx="13"/>
          </p:nvPr>
        </p:nvSpPr>
        <p:spPr>
          <a:xfrm>
            <a:off x="0" y="0"/>
            <a:ext cx="12192000" cy="6858000"/>
          </a:xfrm>
          <a:prstGeom prst="rect">
            <a:avLst/>
          </a:prstGeom>
          <a:effectLst/>
        </p:spPr>
        <p:txBody>
          <a:bodyPr>
            <a:normAutofit/>
          </a:bodyPr>
          <a:lstStyle>
            <a:lvl1pPr marL="0" indent="0">
              <a:buNone/>
              <a:defRPr sz="2100">
                <a:ln>
                  <a:noFill/>
                </a:ln>
                <a:solidFill>
                  <a:schemeClr val="bg1">
                    <a:lumMod val="85000"/>
                  </a:schemeClr>
                </a:solidFill>
                <a:latin typeface="Lato Light" charset="0"/>
                <a:ea typeface="Lato Light" charset="0"/>
                <a:cs typeface="Lato Light" charset="0"/>
              </a:defRPr>
            </a:lvl1pPr>
          </a:lstStyle>
          <a:p>
            <a:pPr lvl="0"/>
            <a:endParaRPr lang="en-US" noProof="0"/>
          </a:p>
        </p:txBody>
      </p:sp>
    </p:spTree>
    <p:extLst>
      <p:ext uri="{BB962C8B-B14F-4D97-AF65-F5344CB8AC3E}">
        <p14:creationId xmlns:p14="http://schemas.microsoft.com/office/powerpoint/2010/main" val="3603834973"/>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image" Target="../media/image7.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4AFD6D-D5E9-101F-5D6F-6D61984BD796}"/>
              </a:ext>
            </a:extLst>
          </p:cNvPr>
          <p:cNvSpPr>
            <a:spLocks noGrp="1"/>
          </p:cNvSpPr>
          <p:nvPr>
            <p:ph type="title"/>
          </p:nvPr>
        </p:nvSpPr>
        <p:spPr>
          <a:xfrm>
            <a:off x="504000" y="381089"/>
            <a:ext cx="11159721" cy="388451"/>
          </a:xfrm>
          <a:prstGeom prst="rect">
            <a:avLst/>
          </a:prstGeom>
        </p:spPr>
        <p:txBody>
          <a:bodyPr vert="horz" lIns="91440" tIns="45720" rIns="91440" bIns="45720" rtlCol="0" anchor="ctr">
            <a:noAutofit/>
          </a:bodyPr>
          <a:lstStyle/>
          <a:p>
            <a:r>
              <a:rPr lang="en-US"/>
              <a:t>HEADER IN ALL CAPS (OSWALD REGULAR)</a:t>
            </a:r>
          </a:p>
        </p:txBody>
      </p:sp>
      <p:sp>
        <p:nvSpPr>
          <p:cNvPr id="3" name="Text Placeholder 2">
            <a:extLst>
              <a:ext uri="{FF2B5EF4-FFF2-40B4-BE49-F238E27FC236}">
                <a16:creationId xmlns:a16="http://schemas.microsoft.com/office/drawing/2014/main" id="{EE050751-9002-99B4-0719-10C74FD8C257}"/>
              </a:ext>
            </a:extLst>
          </p:cNvPr>
          <p:cNvSpPr>
            <a:spLocks noGrp="1"/>
          </p:cNvSpPr>
          <p:nvPr>
            <p:ph type="body" idx="1"/>
          </p:nvPr>
        </p:nvSpPr>
        <p:spPr>
          <a:xfrm>
            <a:off x="504002" y="1602223"/>
            <a:ext cx="11159720" cy="4377791"/>
          </a:xfrm>
          <a:prstGeom prst="rect">
            <a:avLst/>
          </a:prstGeom>
        </p:spPr>
        <p:txBody>
          <a:bodyPr vert="horz" lIns="91440" tIns="45720" rIns="91440" bIns="45720" rtlCol="0">
            <a:normAutofit/>
          </a:bodyPr>
          <a:lstStyle/>
          <a:p>
            <a:pPr lvl="0"/>
            <a:r>
              <a:rPr lang="en-US"/>
              <a:t>Master text in sentence case (Open Sans)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2176831-71B0-CBEC-CC22-C3632FC5DB8E}"/>
              </a:ext>
            </a:extLst>
          </p:cNvPr>
          <p:cNvSpPr>
            <a:spLocks noGrp="1"/>
          </p:cNvSpPr>
          <p:nvPr>
            <p:ph type="sldNum" sz="quarter" idx="4"/>
          </p:nvPr>
        </p:nvSpPr>
        <p:spPr>
          <a:xfrm>
            <a:off x="9211835" y="110312"/>
            <a:ext cx="2743200" cy="263094"/>
          </a:xfrm>
          <a:prstGeom prst="rect">
            <a:avLst/>
          </a:prstGeom>
        </p:spPr>
        <p:txBody>
          <a:bodyPr vert="horz" lIns="91440" tIns="45720" rIns="91440" bIns="45720" rtlCol="0" anchor="ctr"/>
          <a:lstStyle>
            <a:lvl1pPr algn="r">
              <a:defRPr lang="en-US" sz="1200" kern="1200" smtClean="0">
                <a:solidFill>
                  <a:schemeClr val="tx1">
                    <a:tint val="75000"/>
                  </a:schemeClr>
                </a:solidFill>
                <a:latin typeface="Open Sans Medium" pitchFamily="2" charset="0"/>
                <a:ea typeface="Open Sans Medium" pitchFamily="2" charset="0"/>
                <a:cs typeface="Open Sans Medium" pitchFamily="2" charset="0"/>
              </a:defRPr>
            </a:lvl1pPr>
          </a:lstStyle>
          <a:p>
            <a:fld id="{F8BB656D-3341-4A93-B3BC-EAE08B587C2F}" type="slidenum">
              <a:rPr lang="en-US" smtClean="0"/>
              <a:pPr/>
              <a:t>‹#›</a:t>
            </a:fld>
            <a:endParaRPr lang="en-US"/>
          </a:p>
        </p:txBody>
      </p:sp>
      <p:pic>
        <p:nvPicPr>
          <p:cNvPr id="10" name="Picture 9">
            <a:extLst>
              <a:ext uri="{FF2B5EF4-FFF2-40B4-BE49-F238E27FC236}">
                <a16:creationId xmlns:a16="http://schemas.microsoft.com/office/drawing/2014/main" id="{5699F45A-9797-0489-CFA9-3B6FCCC57B37}"/>
              </a:ext>
            </a:extLst>
          </p:cNvPr>
          <p:cNvPicPr>
            <a:picLocks noChangeAspect="1"/>
          </p:cNvPicPr>
          <p:nvPr userDrawn="1"/>
        </p:nvPicPr>
        <p:blipFill>
          <a:blip r:embed="rId17" cstate="email">
            <a:extLst>
              <a:ext uri="{28A0092B-C50C-407E-A947-70E740481C1C}">
                <a14:useLocalDpi xmlns:a14="http://schemas.microsoft.com/office/drawing/2010/main"/>
              </a:ext>
            </a:extLst>
          </a:blip>
          <a:srcRect/>
          <a:stretch/>
        </p:blipFill>
        <p:spPr>
          <a:xfrm>
            <a:off x="11246693" y="6131991"/>
            <a:ext cx="417029" cy="451781"/>
          </a:xfrm>
          <a:prstGeom prst="rect">
            <a:avLst/>
          </a:prstGeom>
        </p:spPr>
      </p:pic>
      <p:grpSp>
        <p:nvGrpSpPr>
          <p:cNvPr id="11" name="Group 10">
            <a:extLst>
              <a:ext uri="{FF2B5EF4-FFF2-40B4-BE49-F238E27FC236}">
                <a16:creationId xmlns:a16="http://schemas.microsoft.com/office/drawing/2014/main" id="{4BC80592-5A28-8930-1D9C-1CCCA114842E}"/>
              </a:ext>
            </a:extLst>
          </p:cNvPr>
          <p:cNvGrpSpPr/>
          <p:nvPr userDrawn="1"/>
        </p:nvGrpSpPr>
        <p:grpSpPr>
          <a:xfrm>
            <a:off x="-7620" y="6733540"/>
            <a:ext cx="12207240" cy="137160"/>
            <a:chOff x="0" y="0"/>
            <a:chExt cx="12192000" cy="284922"/>
          </a:xfrm>
        </p:grpSpPr>
        <p:sp>
          <p:nvSpPr>
            <p:cNvPr id="12" name="Rectangle 6">
              <a:extLst>
                <a:ext uri="{FF2B5EF4-FFF2-40B4-BE49-F238E27FC236}">
                  <a16:creationId xmlns:a16="http://schemas.microsoft.com/office/drawing/2014/main" id="{81F40A5C-9511-6FDC-3CCF-807EE5861DAE}"/>
                </a:ext>
              </a:extLst>
            </p:cNvPr>
            <p:cNvSpPr/>
            <p:nvPr/>
          </p:nvSpPr>
          <p:spPr>
            <a:xfrm>
              <a:off x="4757530" y="0"/>
              <a:ext cx="7434470" cy="284922"/>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rgbClr val="6699C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panose="020B0604020202020204"/>
              </a:endParaRPr>
            </a:p>
          </p:txBody>
        </p:sp>
        <p:sp>
          <p:nvSpPr>
            <p:cNvPr id="13" name="Rectangle 6">
              <a:extLst>
                <a:ext uri="{FF2B5EF4-FFF2-40B4-BE49-F238E27FC236}">
                  <a16:creationId xmlns:a16="http://schemas.microsoft.com/office/drawing/2014/main" id="{B1ADC641-866B-69D7-70C2-B395806D7431}"/>
                </a:ext>
              </a:extLst>
            </p:cNvPr>
            <p:cNvSpPr/>
            <p:nvPr/>
          </p:nvSpPr>
          <p:spPr>
            <a:xfrm flipH="1" flipV="1">
              <a:off x="0" y="0"/>
              <a:ext cx="5035826" cy="284922"/>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rgbClr val="1E416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panose="020B0604020202020204"/>
              </a:endParaRPr>
            </a:p>
          </p:txBody>
        </p:sp>
      </p:grpSp>
    </p:spTree>
    <p:extLst>
      <p:ext uri="{BB962C8B-B14F-4D97-AF65-F5344CB8AC3E}">
        <p14:creationId xmlns:p14="http://schemas.microsoft.com/office/powerpoint/2010/main" val="2341708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2" r:id="rId4"/>
    <p:sldLayoutId id="2147483651" r:id="rId5"/>
    <p:sldLayoutId id="2147483913" r:id="rId6"/>
    <p:sldLayoutId id="2147483660" r:id="rId7"/>
    <p:sldLayoutId id="2147483653" r:id="rId8"/>
    <p:sldLayoutId id="2147483654" r:id="rId9"/>
    <p:sldLayoutId id="2147483655" r:id="rId10"/>
    <p:sldLayoutId id="2147483661" r:id="rId11"/>
    <p:sldLayoutId id="2147483656" r:id="rId12"/>
    <p:sldLayoutId id="2147483657" r:id="rId13"/>
    <p:sldLayoutId id="2147483658" r:id="rId14"/>
    <p:sldLayoutId id="2147483659" r:id="rId15"/>
  </p:sldLayoutIdLst>
  <p:hf hdr="0" dt="0"/>
  <p:txStyles>
    <p:titleStyle>
      <a:lvl1pPr algn="l" defTabSz="914400" rtl="0" eaLnBrk="1" latinLnBrk="0" hangingPunct="1">
        <a:lnSpc>
          <a:spcPct val="90000"/>
        </a:lnSpc>
        <a:spcBef>
          <a:spcPct val="0"/>
        </a:spcBef>
        <a:buNone/>
        <a:defRPr sz="3000" kern="1200">
          <a:solidFill>
            <a:srgbClr val="0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rgbClr val="51515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rgbClr val="51515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51515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51515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51515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00783102-E89B-2B4D-E94E-B76908BB4C46}"/>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11246693" y="6164359"/>
            <a:ext cx="417029" cy="451782"/>
          </a:xfrm>
          <a:prstGeom prst="rect">
            <a:avLst/>
          </a:prstGeom>
        </p:spPr>
      </p:pic>
      <p:grpSp>
        <p:nvGrpSpPr>
          <p:cNvPr id="6" name="Group 5">
            <a:extLst>
              <a:ext uri="{FF2B5EF4-FFF2-40B4-BE49-F238E27FC236}">
                <a16:creationId xmlns:a16="http://schemas.microsoft.com/office/drawing/2014/main" id="{85A45A44-8039-02F5-1A62-797C2CCFD519}"/>
              </a:ext>
            </a:extLst>
          </p:cNvPr>
          <p:cNvGrpSpPr/>
          <p:nvPr userDrawn="1"/>
        </p:nvGrpSpPr>
        <p:grpSpPr>
          <a:xfrm>
            <a:off x="-7620" y="6733540"/>
            <a:ext cx="12207240" cy="137160"/>
            <a:chOff x="0" y="0"/>
            <a:chExt cx="12192000" cy="284922"/>
          </a:xfrm>
        </p:grpSpPr>
        <p:sp>
          <p:nvSpPr>
            <p:cNvPr id="7" name="Rectangle 6">
              <a:extLst>
                <a:ext uri="{FF2B5EF4-FFF2-40B4-BE49-F238E27FC236}">
                  <a16:creationId xmlns:a16="http://schemas.microsoft.com/office/drawing/2014/main" id="{89AC52E9-EAFF-0EC4-F0F1-EEBCA4018B72}"/>
                </a:ext>
              </a:extLst>
            </p:cNvPr>
            <p:cNvSpPr/>
            <p:nvPr/>
          </p:nvSpPr>
          <p:spPr>
            <a:xfrm>
              <a:off x="4757530" y="0"/>
              <a:ext cx="7434470" cy="284922"/>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8" name="Rectangle 6">
              <a:extLst>
                <a:ext uri="{FF2B5EF4-FFF2-40B4-BE49-F238E27FC236}">
                  <a16:creationId xmlns:a16="http://schemas.microsoft.com/office/drawing/2014/main" id="{9F480EC2-1D3D-50CA-0CE9-71711CBE8E91}"/>
                </a:ext>
              </a:extLst>
            </p:cNvPr>
            <p:cNvSpPr/>
            <p:nvPr/>
          </p:nvSpPr>
          <p:spPr>
            <a:xfrm flipH="1" flipV="1">
              <a:off x="0" y="0"/>
              <a:ext cx="5035826" cy="284922"/>
            </a:xfrm>
            <a:custGeom>
              <a:avLst/>
              <a:gdLst>
                <a:gd name="connsiteX0" fmla="*/ 0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0 w 12192000"/>
                <a:gd name="connsiteY4" fmla="*/ 0 h 284922"/>
                <a:gd name="connsiteX0" fmla="*/ 5035826 w 12192000"/>
                <a:gd name="connsiteY0" fmla="*/ 0 h 284922"/>
                <a:gd name="connsiteX1" fmla="*/ 12192000 w 12192000"/>
                <a:gd name="connsiteY1" fmla="*/ 0 h 284922"/>
                <a:gd name="connsiteX2" fmla="*/ 12192000 w 12192000"/>
                <a:gd name="connsiteY2" fmla="*/ 284922 h 284922"/>
                <a:gd name="connsiteX3" fmla="*/ 0 w 12192000"/>
                <a:gd name="connsiteY3" fmla="*/ 284922 h 284922"/>
                <a:gd name="connsiteX4" fmla="*/ 5035826 w 12192000"/>
                <a:gd name="connsiteY4" fmla="*/ 0 h 284922"/>
                <a:gd name="connsiteX0" fmla="*/ 278296 w 7434470"/>
                <a:gd name="connsiteY0" fmla="*/ 0 h 284922"/>
                <a:gd name="connsiteX1" fmla="*/ 7434470 w 7434470"/>
                <a:gd name="connsiteY1" fmla="*/ 0 h 284922"/>
                <a:gd name="connsiteX2" fmla="*/ 7434470 w 7434470"/>
                <a:gd name="connsiteY2" fmla="*/ 284922 h 284922"/>
                <a:gd name="connsiteX3" fmla="*/ 0 w 7434470"/>
                <a:gd name="connsiteY3" fmla="*/ 284922 h 284922"/>
                <a:gd name="connsiteX4" fmla="*/ 278296 w 7434470"/>
                <a:gd name="connsiteY4" fmla="*/ 0 h 28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4470" h="284922">
                  <a:moveTo>
                    <a:pt x="278296" y="0"/>
                  </a:moveTo>
                  <a:lnTo>
                    <a:pt x="7434470" y="0"/>
                  </a:lnTo>
                  <a:lnTo>
                    <a:pt x="7434470" y="284922"/>
                  </a:lnTo>
                  <a:lnTo>
                    <a:pt x="0" y="284922"/>
                  </a:lnTo>
                  <a:lnTo>
                    <a:pt x="278296"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grpSp>
    </p:spTree>
    <p:extLst>
      <p:ext uri="{BB962C8B-B14F-4D97-AF65-F5344CB8AC3E}">
        <p14:creationId xmlns:p14="http://schemas.microsoft.com/office/powerpoint/2010/main" val="132316462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888" r:id="rId16"/>
  </p:sldLayoutIdLst>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txStyles>
    <p:titleStyle>
      <a:lvl1pPr algn="ctr" defTabSz="914400" rtl="0" eaLnBrk="1" latinLnBrk="0" hangingPunct="1">
        <a:lnSpc>
          <a:spcPct val="100000"/>
        </a:lnSpc>
        <a:spcBef>
          <a:spcPct val="0"/>
        </a:spcBef>
        <a:buNone/>
        <a:defRPr sz="3600" b="1" kern="1200" cap="all"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2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1.xml"/><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2.xml"/><Relationship Id="rId4" Type="http://schemas.openxmlformats.org/officeDocument/2006/relationships/chart" Target="../charts/char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FC7B20-3D3C-2012-048E-976572DA4051}"/>
              </a:ext>
            </a:extLst>
          </p:cNvPr>
          <p:cNvSpPr/>
          <p:nvPr/>
        </p:nvSpPr>
        <p:spPr>
          <a:xfrm>
            <a:off x="0" y="893"/>
            <a:ext cx="9570133" cy="6856214"/>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79" rtl="0" eaLnBrk="0" fontAlgn="base" latinLnBrk="0" hangingPunct="0">
              <a:lnSpc>
                <a:spcPct val="100000"/>
              </a:lnSpc>
              <a:spcBef>
                <a:spcPct val="0"/>
              </a:spcBef>
              <a:spcAft>
                <a:spcPct val="0"/>
              </a:spcAft>
              <a:buClrTx/>
              <a:buSzTx/>
              <a:buFontTx/>
              <a:buNone/>
              <a:tabLst/>
              <a:defRPr/>
            </a:pPr>
            <a:endParaRPr kumimoji="0" lang="en-SG" sz="180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535929CC-C10F-76EF-7504-F89F423C8652}"/>
              </a:ext>
            </a:extLst>
          </p:cNvPr>
          <p:cNvSpPr>
            <a:spLocks/>
          </p:cNvSpPr>
          <p:nvPr/>
        </p:nvSpPr>
        <p:spPr bwMode="auto">
          <a:xfrm>
            <a:off x="694901" y="2567225"/>
            <a:ext cx="8263481" cy="1723549"/>
          </a:xfrm>
          <a:prstGeom prst="rect">
            <a:avLst/>
          </a:prstGeom>
          <a:noFill/>
          <a:ln>
            <a:noFill/>
          </a:ln>
        </p:spPr>
        <p:txBody>
          <a:bodyPr wrap="square" lIns="0" tIns="0" rIns="0" bIns="0" anchor="ctr">
            <a:spAutoFit/>
          </a:bodyPr>
          <a:lstStyle/>
          <a:p>
            <a:pPr marL="0" marR="0" lvl="0" indent="0" algn="l" defTabSz="2285429" rtl="0" eaLnBrk="1" fontAlgn="auto" latinLnBrk="0" hangingPunct="1">
              <a:lnSpc>
                <a:spcPct val="100000"/>
              </a:lnSpc>
              <a:spcBef>
                <a:spcPts val="0"/>
              </a:spcBef>
              <a:spcAft>
                <a:spcPts val="0"/>
              </a:spcAft>
              <a:buClrTx/>
              <a:buSzTx/>
              <a:buFontTx/>
              <a:buNone/>
              <a:tabLst/>
              <a:defRPr/>
            </a:pPr>
            <a:r>
              <a:rPr lang="en-SG" sz="4800" noProof="0">
                <a:solidFill>
                  <a:srgbClr val="0B0B0C"/>
                </a:solidFill>
                <a:latin typeface="Oswald Regular" panose="00000500000000000000" pitchFamily="2" charset="0"/>
                <a:ea typeface="Lato Bold" charset="0"/>
                <a:cs typeface="Lato Bold" charset="0"/>
                <a:sym typeface="Bebas Neue" charset="0"/>
              </a:rPr>
              <a:t>BINGHATTI DEVELOPMENT 2026</a:t>
            </a:r>
          </a:p>
          <a:p>
            <a:pPr defTabSz="2285429">
              <a:defRPr/>
            </a:pPr>
            <a:r>
              <a:rPr lang="en-US" sz="3200">
                <a:latin typeface="Oswald Regular" panose="00000500000000000000" pitchFamily="2" charset="0"/>
                <a:ea typeface="Lato Bold"/>
                <a:cs typeface="Lato Bold"/>
                <a:sym typeface="Bebas Neue" charset="0"/>
              </a:rPr>
              <a:t>CX AND INTEGRITY MYSTERY AUDITS</a:t>
            </a:r>
          </a:p>
          <a:p>
            <a:pPr defTabSz="2285429">
              <a:defRPr/>
            </a:pPr>
            <a:r>
              <a:rPr lang="en-US" sz="3200">
                <a:latin typeface="Oswald Regular" panose="00000500000000000000" pitchFamily="2" charset="0"/>
                <a:ea typeface="Lato Bold"/>
                <a:cs typeface="Lato Bold"/>
                <a:sym typeface="Bebas Neue" charset="0"/>
              </a:rPr>
              <a:t>DETAILED REPORT</a:t>
            </a:r>
          </a:p>
        </p:txBody>
      </p:sp>
      <p:pic>
        <p:nvPicPr>
          <p:cNvPr id="4" name="Picture 3" descr="A blue and orange text on a black background&#10;&#10;Description automatically generated with low confidence">
            <a:extLst>
              <a:ext uri="{FF2B5EF4-FFF2-40B4-BE49-F238E27FC236}">
                <a16:creationId xmlns:a16="http://schemas.microsoft.com/office/drawing/2014/main" id="{CCE92F9D-56BC-2597-1153-57C2D31B3FC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322031" y="6024654"/>
            <a:ext cx="2800182" cy="560036"/>
          </a:xfrm>
          <a:prstGeom prst="rect">
            <a:avLst/>
          </a:prstGeom>
        </p:spPr>
      </p:pic>
      <p:sp>
        <p:nvSpPr>
          <p:cNvPr id="6" name="Title 6">
            <a:extLst>
              <a:ext uri="{FF2B5EF4-FFF2-40B4-BE49-F238E27FC236}">
                <a16:creationId xmlns:a16="http://schemas.microsoft.com/office/drawing/2014/main" id="{AB69E496-FBCA-4277-A60C-784D55C2BC24}"/>
              </a:ext>
            </a:extLst>
          </p:cNvPr>
          <p:cNvSpPr txBox="1">
            <a:spLocks/>
          </p:cNvSpPr>
          <p:nvPr/>
        </p:nvSpPr>
        <p:spPr>
          <a:xfrm>
            <a:off x="4538054" y="6120146"/>
            <a:ext cx="1700652" cy="3690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0000"/>
                </a:solidFill>
                <a:latin typeface="+mj-lt"/>
                <a:ea typeface="+mj-ea"/>
                <a:cs typeface="+mj-cs"/>
              </a:defRPr>
            </a:lvl1pPr>
          </a:lstStyle>
          <a:p>
            <a:pPr algn="r"/>
            <a:r>
              <a:rPr lang="en-SG" sz="1400">
                <a:latin typeface="+mn-lt"/>
              </a:rPr>
              <a:t>Prepared by</a:t>
            </a:r>
          </a:p>
        </p:txBody>
      </p:sp>
      <p:pic>
        <p:nvPicPr>
          <p:cNvPr id="10" name="Picture 9">
            <a:extLst>
              <a:ext uri="{FF2B5EF4-FFF2-40B4-BE49-F238E27FC236}">
                <a16:creationId xmlns:a16="http://schemas.microsoft.com/office/drawing/2014/main" id="{3DA28157-D4EB-D50D-4315-15930AB07F13}"/>
              </a:ext>
            </a:extLst>
          </p:cNvPr>
          <p:cNvPicPr>
            <a:picLocks noChangeAspect="1"/>
          </p:cNvPicPr>
          <p:nvPr/>
        </p:nvPicPr>
        <p:blipFill>
          <a:blip r:embed="rId5"/>
          <a:stretch>
            <a:fillRect/>
          </a:stretch>
        </p:blipFill>
        <p:spPr>
          <a:xfrm>
            <a:off x="694901" y="300287"/>
            <a:ext cx="3521044" cy="1967545"/>
          </a:xfrm>
          <a:prstGeom prst="rect">
            <a:avLst/>
          </a:prstGeom>
        </p:spPr>
      </p:pic>
      <p:sp>
        <p:nvSpPr>
          <p:cNvPr id="7" name="Title 6">
            <a:extLst>
              <a:ext uri="{FF2B5EF4-FFF2-40B4-BE49-F238E27FC236}">
                <a16:creationId xmlns:a16="http://schemas.microsoft.com/office/drawing/2014/main" id="{0DB0895A-1C6E-A6D1-522A-CD96879F6096}"/>
              </a:ext>
            </a:extLst>
          </p:cNvPr>
          <p:cNvSpPr txBox="1">
            <a:spLocks/>
          </p:cNvSpPr>
          <p:nvPr/>
        </p:nvSpPr>
        <p:spPr>
          <a:xfrm>
            <a:off x="6182281" y="273310"/>
            <a:ext cx="2504352" cy="3690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0000"/>
                </a:solidFill>
                <a:latin typeface="+mj-lt"/>
                <a:ea typeface="+mj-ea"/>
                <a:cs typeface="+mj-cs"/>
              </a:defRPr>
            </a:lvl1pPr>
          </a:lstStyle>
          <a:p>
            <a:r>
              <a:rPr lang="en-SG" sz="1200" b="1">
                <a:latin typeface="+mn-lt"/>
              </a:rPr>
              <a:t>STRICTLY CONFIDENTIAL</a:t>
            </a:r>
          </a:p>
        </p:txBody>
      </p:sp>
      <p:sp>
        <p:nvSpPr>
          <p:cNvPr id="9" name="TextBox 8">
            <a:extLst>
              <a:ext uri="{FF2B5EF4-FFF2-40B4-BE49-F238E27FC236}">
                <a16:creationId xmlns:a16="http://schemas.microsoft.com/office/drawing/2014/main" id="{A3DA549B-BF22-4996-4FB2-34CCFFB787AA}"/>
              </a:ext>
            </a:extLst>
          </p:cNvPr>
          <p:cNvSpPr txBox="1"/>
          <p:nvPr/>
        </p:nvSpPr>
        <p:spPr>
          <a:xfrm>
            <a:off x="6182281" y="511009"/>
            <a:ext cx="3387852" cy="246221"/>
          </a:xfrm>
          <a:prstGeom prst="rect">
            <a:avLst/>
          </a:prstGeom>
          <a:noFill/>
        </p:spPr>
        <p:txBody>
          <a:bodyPr wrap="square" rtlCol="0">
            <a:spAutoFit/>
          </a:bodyPr>
          <a:lstStyle/>
          <a:p>
            <a:r>
              <a:rPr lang="en-US" sz="1000">
                <a:solidFill>
                  <a:schemeClr val="accent1"/>
                </a:solidFill>
              </a:rPr>
              <a:t>Contains personal information and findings under review.</a:t>
            </a:r>
            <a:endParaRPr lang="en-IN" sz="1000">
              <a:solidFill>
                <a:schemeClr val="accent1"/>
              </a:solidFill>
            </a:endParaRPr>
          </a:p>
        </p:txBody>
      </p:sp>
    </p:spTree>
    <p:extLst>
      <p:ext uri="{BB962C8B-B14F-4D97-AF65-F5344CB8AC3E}">
        <p14:creationId xmlns:p14="http://schemas.microsoft.com/office/powerpoint/2010/main" val="3224218415"/>
      </p:ext>
    </p:extLst>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36CA6-7052-F5A4-B29E-4C6318C8AD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7598D6-12CB-A925-6CE5-EB127634D112}"/>
              </a:ext>
            </a:extLst>
          </p:cNvPr>
          <p:cNvSpPr>
            <a:spLocks noGrp="1"/>
          </p:cNvSpPr>
          <p:nvPr>
            <p:ph idx="1"/>
          </p:nvPr>
        </p:nvSpPr>
        <p:spPr>
          <a:xfrm>
            <a:off x="275126" y="718096"/>
            <a:ext cx="11388593" cy="5387322"/>
          </a:xfrm>
        </p:spPr>
        <p:txBody>
          <a:bodyPr vert="horz" lIns="91440" tIns="45720" rIns="91440" bIns="45720" rtlCol="0" anchor="t">
            <a:noAutofit/>
          </a:bodyPr>
          <a:lstStyle/>
          <a:p>
            <a:pPr marL="0" indent="0">
              <a:lnSpc>
                <a:spcPct val="100000"/>
              </a:lnSpc>
              <a:spcBef>
                <a:spcPts val="0"/>
              </a:spcBef>
              <a:spcAft>
                <a:spcPts val="600"/>
              </a:spcAft>
              <a:buNone/>
            </a:pPr>
            <a:r>
              <a:rPr lang="en-SG" sz="1800" noProof="0">
                <a:solidFill>
                  <a:srgbClr val="0B0B0C"/>
                </a:solidFill>
                <a:latin typeface="+mj-lt"/>
                <a:ea typeface="Open Sans"/>
                <a:cs typeface="Open Sans"/>
              </a:rPr>
              <a:t>PURPOSE</a:t>
            </a:r>
          </a:p>
          <a:p>
            <a:pPr fontAlgn="t">
              <a:lnSpc>
                <a:spcPct val="125000"/>
              </a:lnSpc>
              <a:spcBef>
                <a:spcPts val="0"/>
              </a:spcBef>
            </a:pPr>
            <a:r>
              <a:rPr lang="en-PH" sz="1300">
                <a:solidFill>
                  <a:srgbClr val="0B0B0C"/>
                </a:solidFill>
                <a:latin typeface="Open Sans Medium" pitchFamily="2" charset="0"/>
              </a:rPr>
              <a:t>Evaluate the sales enquiry journey and lead handling across selected Binghatti projects, with a focus on customer information confidentiality and potential lead leakage to third-party brokers or external agents. Provide an independent view of customer experience and lead management integrity to guide corrective action and process improvement.</a:t>
            </a:r>
          </a:p>
          <a:p>
            <a:pPr>
              <a:lnSpc>
                <a:spcPct val="150000"/>
              </a:lnSpc>
              <a:spcBef>
                <a:spcPts val="1200"/>
              </a:spcBef>
              <a:spcAft>
                <a:spcPts val="600"/>
              </a:spcAft>
            </a:pPr>
            <a:r>
              <a:rPr lang="en-SG" sz="1800" noProof="0">
                <a:solidFill>
                  <a:srgbClr val="0B0B0C"/>
                </a:solidFill>
                <a:ea typeface="Open Sans"/>
                <a:cs typeface="Open Sans"/>
              </a:rPr>
              <a:t>METHODOLOGY</a:t>
            </a:r>
          </a:p>
          <a:p>
            <a:pPr marL="285750" indent="-285750">
              <a:lnSpc>
                <a:spcPct val="125000"/>
              </a:lnSpc>
              <a:spcBef>
                <a:spcPts val="0"/>
              </a:spcBef>
              <a:buFont typeface="Arial" panose="020B0604020202020204" pitchFamily="34" charset="0"/>
              <a:buChar char="•"/>
            </a:pPr>
            <a:r>
              <a:rPr lang="en-SG" sz="1300">
                <a:solidFill>
                  <a:srgbClr val="0B0B0C"/>
                </a:solidFill>
                <a:latin typeface="Open Sans Medium" pitchFamily="2" charset="0"/>
              </a:rPr>
              <a:t>Mystery customers posed as genuine prospective customers and generated leads through project enquiries.</a:t>
            </a:r>
          </a:p>
          <a:p>
            <a:pPr marL="285750" indent="-285750">
              <a:lnSpc>
                <a:spcPct val="125000"/>
              </a:lnSpc>
              <a:spcBef>
                <a:spcPts val="0"/>
              </a:spcBef>
              <a:buFont typeface="Arial" panose="020B0604020202020204" pitchFamily="34" charset="0"/>
              <a:buChar char="•"/>
            </a:pPr>
            <a:r>
              <a:rPr lang="en-SG" sz="1300">
                <a:solidFill>
                  <a:srgbClr val="0B0B0C"/>
                </a:solidFill>
                <a:latin typeface="Open Sans Medium" pitchFamily="2" charset="0"/>
              </a:rPr>
              <a:t>Assessed sales team performance, customer handling and the overall quality of sales interactions.</a:t>
            </a:r>
          </a:p>
          <a:p>
            <a:pPr marL="285750" indent="-285750">
              <a:lnSpc>
                <a:spcPct val="125000"/>
              </a:lnSpc>
              <a:spcBef>
                <a:spcPts val="0"/>
              </a:spcBef>
              <a:buFont typeface="Arial" panose="020B0604020202020204" pitchFamily="34" charset="0"/>
              <a:buChar char="•"/>
            </a:pPr>
            <a:r>
              <a:rPr lang="en-SG" sz="1300">
                <a:solidFill>
                  <a:srgbClr val="0B0B0C"/>
                </a:solidFill>
                <a:latin typeface="Open Sans Medium" pitchFamily="2" charset="0"/>
              </a:rPr>
              <a:t>Reviewed responsiveness and follow-up after lead generation, alongside adherence to the expected sales process.</a:t>
            </a:r>
          </a:p>
          <a:p>
            <a:pPr marL="285750" indent="-285750">
              <a:lnSpc>
                <a:spcPct val="125000"/>
              </a:lnSpc>
              <a:spcBef>
                <a:spcPts val="0"/>
              </a:spcBef>
              <a:buFont typeface="Arial" panose="020B0604020202020204" pitchFamily="34" charset="0"/>
              <a:buChar char="•"/>
            </a:pPr>
            <a:r>
              <a:rPr lang="en-SG" sz="1300">
                <a:solidFill>
                  <a:srgbClr val="0B0B0C"/>
                </a:solidFill>
                <a:latin typeface="Open Sans Medium" pitchFamily="2" charset="0"/>
              </a:rPr>
              <a:t>Evaluated transparency in communication and the confidentiality and handling of customer information.</a:t>
            </a:r>
          </a:p>
          <a:p>
            <a:pPr marL="285750" indent="-285750">
              <a:lnSpc>
                <a:spcPct val="125000"/>
              </a:lnSpc>
              <a:spcBef>
                <a:spcPts val="0"/>
              </a:spcBef>
              <a:buFont typeface="Arial" panose="020B0604020202020204" pitchFamily="34" charset="0"/>
              <a:buChar char="•"/>
            </a:pPr>
            <a:r>
              <a:rPr lang="en-SG" sz="1300">
                <a:solidFill>
                  <a:srgbClr val="0B0B0C"/>
                </a:solidFill>
                <a:latin typeface="Open Sans Medium" pitchFamily="2" charset="0"/>
              </a:rPr>
              <a:t>Checked for potential sharing of contact details from official Binghatti sales channels with external brokers or agents.</a:t>
            </a:r>
          </a:p>
          <a:p>
            <a:pPr>
              <a:lnSpc>
                <a:spcPct val="150000"/>
              </a:lnSpc>
              <a:spcBef>
                <a:spcPts val="600"/>
              </a:spcBef>
              <a:spcAft>
                <a:spcPts val="1200"/>
              </a:spcAft>
            </a:pPr>
            <a:r>
              <a:rPr lang="en-SG" sz="1800" noProof="0">
                <a:solidFill>
                  <a:srgbClr val="0B0B0C"/>
                </a:solidFill>
                <a:latin typeface="+mj-lt"/>
                <a:ea typeface="Open Sans"/>
                <a:cs typeface="Open Sans"/>
              </a:rPr>
              <a:t>RESEARCH DATES AND TOTAL EVALUATIONS</a:t>
            </a:r>
            <a:endParaRPr lang="en-SG" sz="1800" noProof="0">
              <a:solidFill>
                <a:srgbClr val="0B0B0C"/>
              </a:solidFill>
              <a:latin typeface="+mn-lt"/>
            </a:endParaRPr>
          </a:p>
          <a:p>
            <a:pPr fontAlgn="base">
              <a:lnSpc>
                <a:spcPct val="100000"/>
              </a:lnSpc>
              <a:spcBef>
                <a:spcPts val="400"/>
              </a:spcBef>
            </a:pPr>
            <a:endParaRPr lang="en-SG" sz="1600" noProof="0">
              <a:solidFill>
                <a:schemeClr val="tx1"/>
              </a:solidFill>
              <a:latin typeface="+mn-lt"/>
            </a:endParaRPr>
          </a:p>
        </p:txBody>
      </p:sp>
      <p:sp>
        <p:nvSpPr>
          <p:cNvPr id="2" name="Title 1">
            <a:extLst>
              <a:ext uri="{FF2B5EF4-FFF2-40B4-BE49-F238E27FC236}">
                <a16:creationId xmlns:a16="http://schemas.microsoft.com/office/drawing/2014/main" id="{E40FE2F1-178E-6D8F-4A0A-C6AFB043017E}"/>
              </a:ext>
            </a:extLst>
          </p:cNvPr>
          <p:cNvSpPr>
            <a:spLocks noGrp="1"/>
          </p:cNvSpPr>
          <p:nvPr>
            <p:ph type="title"/>
          </p:nvPr>
        </p:nvSpPr>
        <p:spPr>
          <a:xfrm>
            <a:off x="275125" y="217532"/>
            <a:ext cx="11388594" cy="388451"/>
          </a:xfrm>
        </p:spPr>
        <p:txBody>
          <a:bodyPr/>
          <a:lstStyle/>
          <a:p>
            <a:r>
              <a:rPr lang="en-SG" noProof="0"/>
              <a:t>PROGRAM OVERVIEW</a:t>
            </a:r>
          </a:p>
        </p:txBody>
      </p:sp>
      <p:sp>
        <p:nvSpPr>
          <p:cNvPr id="7" name="Slide Number Placeholder 6">
            <a:extLst>
              <a:ext uri="{FF2B5EF4-FFF2-40B4-BE49-F238E27FC236}">
                <a16:creationId xmlns:a16="http://schemas.microsoft.com/office/drawing/2014/main" id="{325806C8-A298-6E44-5550-44A7786ECD76}"/>
              </a:ext>
            </a:extLst>
          </p:cNvPr>
          <p:cNvSpPr>
            <a:spLocks noGrp="1"/>
          </p:cNvSpPr>
          <p:nvPr>
            <p:ph type="sldNum" sz="quarter" idx="15"/>
          </p:nvPr>
        </p:nvSpPr>
        <p:spPr/>
        <p:txBody>
          <a:bodyPr/>
          <a:lstStyle/>
          <a:p>
            <a:fld id="{F8BB656D-3341-4A93-B3BC-EAE08B587C2F}" type="slidenum">
              <a:rPr lang="en-SG" noProof="0" smtClean="0"/>
              <a:pPr/>
              <a:t>2</a:t>
            </a:fld>
            <a:endParaRPr lang="en-SG" noProof="0"/>
          </a:p>
        </p:txBody>
      </p:sp>
      <p:graphicFrame>
        <p:nvGraphicFramePr>
          <p:cNvPr id="10" name="Table 9">
            <a:extLst>
              <a:ext uri="{FF2B5EF4-FFF2-40B4-BE49-F238E27FC236}">
                <a16:creationId xmlns:a16="http://schemas.microsoft.com/office/drawing/2014/main" id="{DF22E524-55BE-162F-91DE-ABC74DCDD203}"/>
              </a:ext>
            </a:extLst>
          </p:cNvPr>
          <p:cNvGraphicFramePr>
            <a:graphicFrameLocks noGrp="1"/>
          </p:cNvGraphicFramePr>
          <p:nvPr>
            <p:extLst>
              <p:ext uri="{D42A27DB-BD31-4B8C-83A1-F6EECF244321}">
                <p14:modId xmlns:p14="http://schemas.microsoft.com/office/powerpoint/2010/main" val="1933307194"/>
              </p:ext>
            </p:extLst>
          </p:nvPr>
        </p:nvGraphicFramePr>
        <p:xfrm>
          <a:off x="397764" y="4407106"/>
          <a:ext cx="9877808" cy="930272"/>
        </p:xfrm>
        <a:graphic>
          <a:graphicData uri="http://schemas.openxmlformats.org/drawingml/2006/table">
            <a:tbl>
              <a:tblPr firstRow="1" bandRow="1">
                <a:tableStyleId>{073A0DAA-6AF3-43AB-8588-CEC1D06C72B9}</a:tableStyleId>
              </a:tblPr>
              <a:tblGrid>
                <a:gridCol w="1380744">
                  <a:extLst>
                    <a:ext uri="{9D8B030D-6E8A-4147-A177-3AD203B41FA5}">
                      <a16:colId xmlns:a16="http://schemas.microsoft.com/office/drawing/2014/main" val="2037855124"/>
                    </a:ext>
                  </a:extLst>
                </a:gridCol>
                <a:gridCol w="1613394">
                  <a:extLst>
                    <a:ext uri="{9D8B030D-6E8A-4147-A177-3AD203B41FA5}">
                      <a16:colId xmlns:a16="http://schemas.microsoft.com/office/drawing/2014/main" val="2464919748"/>
                    </a:ext>
                  </a:extLst>
                </a:gridCol>
                <a:gridCol w="1376734">
                  <a:extLst>
                    <a:ext uri="{9D8B030D-6E8A-4147-A177-3AD203B41FA5}">
                      <a16:colId xmlns:a16="http://schemas.microsoft.com/office/drawing/2014/main" val="4146517300"/>
                    </a:ext>
                  </a:extLst>
                </a:gridCol>
                <a:gridCol w="1376734">
                  <a:extLst>
                    <a:ext uri="{9D8B030D-6E8A-4147-A177-3AD203B41FA5}">
                      <a16:colId xmlns:a16="http://schemas.microsoft.com/office/drawing/2014/main" val="1088495497"/>
                    </a:ext>
                  </a:extLst>
                </a:gridCol>
                <a:gridCol w="1376734">
                  <a:extLst>
                    <a:ext uri="{9D8B030D-6E8A-4147-A177-3AD203B41FA5}">
                      <a16:colId xmlns:a16="http://schemas.microsoft.com/office/drawing/2014/main" val="2926156929"/>
                    </a:ext>
                  </a:extLst>
                </a:gridCol>
                <a:gridCol w="1376734">
                  <a:extLst>
                    <a:ext uri="{9D8B030D-6E8A-4147-A177-3AD203B41FA5}">
                      <a16:colId xmlns:a16="http://schemas.microsoft.com/office/drawing/2014/main" val="1389006668"/>
                    </a:ext>
                  </a:extLst>
                </a:gridCol>
                <a:gridCol w="1376734">
                  <a:extLst>
                    <a:ext uri="{9D8B030D-6E8A-4147-A177-3AD203B41FA5}">
                      <a16:colId xmlns:a16="http://schemas.microsoft.com/office/drawing/2014/main" val="1745773973"/>
                    </a:ext>
                  </a:extLst>
                </a:gridCol>
              </a:tblGrid>
              <a:tr h="542659">
                <a:tc>
                  <a:txBody>
                    <a:bodyPr/>
                    <a:lstStyle/>
                    <a:p>
                      <a:r>
                        <a:rPr lang="en-SG" sz="1400" b="0" noProof="0">
                          <a:solidFill>
                            <a:srgbClr val="0B0B0C"/>
                          </a:solidFill>
                          <a:latin typeface="Oswald" panose="00000500000000000000" pitchFamily="2" charset="0"/>
                        </a:rPr>
                        <a:t>RESEARCH DATES</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r>
                        <a:rPr lang="en-SG" sz="1400" b="0" noProof="0">
                          <a:solidFill>
                            <a:srgbClr val="0B0B0C"/>
                          </a:solidFill>
                          <a:latin typeface="Oswald" panose="00000500000000000000" pitchFamily="2" charset="0"/>
                        </a:rPr>
                        <a:t>TOTAL EVALUATIONS</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SG" sz="1400" b="0" noProof="0">
                          <a:solidFill>
                            <a:srgbClr val="0B0B0C"/>
                          </a:solidFill>
                          <a:latin typeface="Oswald" panose="00000500000000000000" pitchFamily="2" charset="0"/>
                        </a:rPr>
                        <a:t>DIGITAL</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SG" sz="1400" b="0" noProof="0">
                          <a:solidFill>
                            <a:srgbClr val="0B0B0C"/>
                          </a:solidFill>
                          <a:latin typeface="Oswald" panose="00000500000000000000" pitchFamily="2" charset="0"/>
                        </a:rPr>
                        <a:t>KIOSK</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SG" sz="1400" b="0" noProof="0">
                          <a:solidFill>
                            <a:srgbClr val="0B0B0C"/>
                          </a:solidFill>
                          <a:latin typeface="Oswald" panose="00000500000000000000" pitchFamily="2" charset="0"/>
                        </a:rPr>
                        <a:t>CALL CENTER</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SG" sz="1400" b="0" noProof="0">
                          <a:solidFill>
                            <a:srgbClr val="0B0B0C"/>
                          </a:solidFill>
                          <a:latin typeface="Oswald" panose="00000500000000000000" pitchFamily="2" charset="0"/>
                        </a:rPr>
                        <a:t>OFFICE</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SG" sz="1400" b="0" noProof="0">
                          <a:solidFill>
                            <a:srgbClr val="0B0B0C"/>
                          </a:solidFill>
                          <a:latin typeface="Oswald" panose="00000500000000000000" pitchFamily="2" charset="0"/>
                        </a:rPr>
                        <a:t>THIRD PARTY</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extLst>
                  <a:ext uri="{0D108BD9-81ED-4DB2-BD59-A6C34878D82A}">
                    <a16:rowId xmlns:a16="http://schemas.microsoft.com/office/drawing/2014/main" val="2414779032"/>
                  </a:ext>
                </a:extLst>
              </a:tr>
              <a:tr h="387613">
                <a:tc>
                  <a:txBody>
                    <a:bodyPr/>
                    <a:lstStyle/>
                    <a:p>
                      <a:r>
                        <a:rPr lang="en-SG" sz="1200" b="1" noProof="0">
                          <a:solidFill>
                            <a:srgbClr val="0B0B0C"/>
                          </a:solidFill>
                        </a:rPr>
                        <a:t>Jul – Sep 2026</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tc>
                  <a:txBody>
                    <a:bodyPr/>
                    <a:lstStyle/>
                    <a:p>
                      <a:pPr algn="ctr"/>
                      <a:r>
                        <a:rPr lang="en-SG" sz="1400" b="0" noProof="0">
                          <a:solidFill>
                            <a:srgbClr val="0B0B0C"/>
                          </a:solidFill>
                          <a:latin typeface="+mj-lt"/>
                        </a:rPr>
                        <a:t>53</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tc>
                  <a:txBody>
                    <a:bodyPr/>
                    <a:lstStyle/>
                    <a:p>
                      <a:pPr algn="ctr"/>
                      <a:r>
                        <a:rPr lang="en-SG" sz="1400" b="0" noProof="0">
                          <a:solidFill>
                            <a:srgbClr val="0B0B0C"/>
                          </a:solidFill>
                          <a:latin typeface="+mj-lt"/>
                        </a:rPr>
                        <a:t>14</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tc>
                  <a:txBody>
                    <a:bodyPr/>
                    <a:lstStyle/>
                    <a:p>
                      <a:pPr algn="ctr"/>
                      <a:r>
                        <a:rPr lang="en-SG" sz="1400" b="0" noProof="0">
                          <a:solidFill>
                            <a:srgbClr val="0B0B0C"/>
                          </a:solidFill>
                          <a:latin typeface="+mj-lt"/>
                        </a:rPr>
                        <a:t>16</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tc>
                  <a:txBody>
                    <a:bodyPr/>
                    <a:lstStyle/>
                    <a:p>
                      <a:pPr algn="ctr"/>
                      <a:r>
                        <a:rPr lang="en-SG" sz="1400" b="0" noProof="0">
                          <a:solidFill>
                            <a:srgbClr val="0B0B0C"/>
                          </a:solidFill>
                          <a:latin typeface="+mj-lt"/>
                        </a:rPr>
                        <a:t>9</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tc>
                  <a:txBody>
                    <a:bodyPr/>
                    <a:lstStyle/>
                    <a:p>
                      <a:pPr algn="ctr"/>
                      <a:r>
                        <a:rPr lang="en-SG" sz="1400" b="0" noProof="0">
                          <a:solidFill>
                            <a:srgbClr val="0B0B0C"/>
                          </a:solidFill>
                          <a:latin typeface="+mj-lt"/>
                        </a:rPr>
                        <a:t>10</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tc>
                  <a:txBody>
                    <a:bodyPr/>
                    <a:lstStyle/>
                    <a:p>
                      <a:pPr algn="ctr"/>
                      <a:r>
                        <a:rPr lang="en-SG" sz="1400" b="0" noProof="0">
                          <a:solidFill>
                            <a:srgbClr val="0B0B0C"/>
                          </a:solidFill>
                          <a:latin typeface="+mj-lt"/>
                        </a:rPr>
                        <a:t>4</a:t>
                      </a:r>
                    </a:p>
                  </a:txBody>
                  <a:tcPr anchor="ctr">
                    <a:lnL w="12700" cap="flat" cmpd="sng" algn="ctr">
                      <a:solidFill>
                        <a:srgbClr val="0B0B0C"/>
                      </a:solidFill>
                      <a:prstDash val="solid"/>
                      <a:round/>
                      <a:headEnd type="none" w="med" len="med"/>
                      <a:tailEnd type="none" w="med" len="med"/>
                    </a:lnL>
                    <a:lnR w="12700" cap="flat" cmpd="sng" algn="ctr">
                      <a:solidFill>
                        <a:srgbClr val="0B0B0C"/>
                      </a:solidFill>
                      <a:prstDash val="solid"/>
                      <a:round/>
                      <a:headEnd type="none" w="med" len="med"/>
                      <a:tailEnd type="none" w="med" len="med"/>
                    </a:lnR>
                    <a:lnT w="12700" cap="flat" cmpd="sng" algn="ctr">
                      <a:solidFill>
                        <a:srgbClr val="0B0B0C"/>
                      </a:solidFill>
                      <a:prstDash val="solid"/>
                      <a:round/>
                      <a:headEnd type="none" w="med" len="med"/>
                      <a:tailEnd type="none" w="med" len="med"/>
                    </a:lnT>
                    <a:lnB w="12700" cap="flat" cmpd="sng" algn="ctr">
                      <a:solidFill>
                        <a:srgbClr val="0B0B0C"/>
                      </a:solidFill>
                      <a:prstDash val="solid"/>
                      <a:round/>
                      <a:headEnd type="none" w="med" len="med"/>
                      <a:tailEnd type="none" w="med" len="med"/>
                    </a:lnB>
                    <a:noFill/>
                  </a:tcPr>
                </a:tc>
                <a:extLst>
                  <a:ext uri="{0D108BD9-81ED-4DB2-BD59-A6C34878D82A}">
                    <a16:rowId xmlns:a16="http://schemas.microsoft.com/office/drawing/2014/main" val="1235443473"/>
                  </a:ext>
                </a:extLst>
              </a:tr>
            </a:tbl>
          </a:graphicData>
        </a:graphic>
      </p:graphicFrame>
      <p:sp>
        <p:nvSpPr>
          <p:cNvPr id="18" name="TextBox 17">
            <a:extLst>
              <a:ext uri="{FF2B5EF4-FFF2-40B4-BE49-F238E27FC236}">
                <a16:creationId xmlns:a16="http://schemas.microsoft.com/office/drawing/2014/main" id="{28BB2517-FEE5-5133-ED04-2449352C027F}"/>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extLst>
      <p:ext uri="{BB962C8B-B14F-4D97-AF65-F5344CB8AC3E}">
        <p14:creationId xmlns:p14="http://schemas.microsoft.com/office/powerpoint/2010/main" val="1837081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ounded Rectangle 18">
            <a:extLst>
              <a:ext uri="{FF2B5EF4-FFF2-40B4-BE49-F238E27FC236}">
                <a16:creationId xmlns:a16="http://schemas.microsoft.com/office/drawing/2014/main" id="{B46CACCB-4DB9-252E-3569-5F7FA5265FB2}"/>
              </a:ext>
            </a:extLst>
          </p:cNvPr>
          <p:cNvSpPr/>
          <p:nvPr/>
        </p:nvSpPr>
        <p:spPr>
          <a:xfrm>
            <a:off x="9623131" y="1517057"/>
            <a:ext cx="2329095" cy="1044990"/>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36" name="Rounded Rectangle 18">
            <a:extLst>
              <a:ext uri="{FF2B5EF4-FFF2-40B4-BE49-F238E27FC236}">
                <a16:creationId xmlns:a16="http://schemas.microsoft.com/office/drawing/2014/main" id="{372E584E-6280-A4F6-72AD-ED676B29A8EC}"/>
              </a:ext>
            </a:extLst>
          </p:cNvPr>
          <p:cNvSpPr/>
          <p:nvPr/>
        </p:nvSpPr>
        <p:spPr>
          <a:xfrm>
            <a:off x="7282258" y="1510420"/>
            <a:ext cx="2247141" cy="1051626"/>
          </a:xfrm>
          <a:prstGeom prst="roundRect">
            <a:avLst>
              <a:gd name="adj" fmla="val 5000"/>
            </a:avLst>
          </a:prstGeom>
          <a:solidFill>
            <a:schemeClr val="accent5">
              <a:lumMod val="20000"/>
              <a:lumOff val="80000"/>
            </a:schemeClr>
          </a:solidFill>
          <a:ln w="15875">
            <a:solidFill>
              <a:srgbClr val="1E41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18">
            <a:extLst>
              <a:ext uri="{FF2B5EF4-FFF2-40B4-BE49-F238E27FC236}">
                <a16:creationId xmlns:a16="http://schemas.microsoft.com/office/drawing/2014/main" id="{59BE3DFB-F16C-8B87-0DAE-6E122B8754B1}"/>
              </a:ext>
            </a:extLst>
          </p:cNvPr>
          <p:cNvSpPr/>
          <p:nvPr/>
        </p:nvSpPr>
        <p:spPr>
          <a:xfrm>
            <a:off x="4934875" y="1512596"/>
            <a:ext cx="2247141" cy="1056086"/>
          </a:xfrm>
          <a:prstGeom prst="roundRect">
            <a:avLst>
              <a:gd name="adj" fmla="val 5000"/>
            </a:avLst>
          </a:prstGeom>
          <a:solidFill>
            <a:schemeClr val="accent5">
              <a:lumMod val="20000"/>
              <a:lumOff val="80000"/>
            </a:schemeClr>
          </a:solidFill>
          <a:ln w="15875">
            <a:solidFill>
              <a:srgbClr val="1E41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18">
            <a:extLst>
              <a:ext uri="{FF2B5EF4-FFF2-40B4-BE49-F238E27FC236}">
                <a16:creationId xmlns:a16="http://schemas.microsoft.com/office/drawing/2014/main" id="{46B495B6-D66C-B878-0895-777DED6C6BAE}"/>
              </a:ext>
            </a:extLst>
          </p:cNvPr>
          <p:cNvSpPr/>
          <p:nvPr/>
        </p:nvSpPr>
        <p:spPr>
          <a:xfrm>
            <a:off x="2584858" y="1512596"/>
            <a:ext cx="2247141" cy="1056086"/>
          </a:xfrm>
          <a:prstGeom prst="roundRect">
            <a:avLst>
              <a:gd name="adj" fmla="val 5000"/>
            </a:avLst>
          </a:prstGeom>
          <a:solidFill>
            <a:schemeClr val="accent5">
              <a:lumMod val="20000"/>
              <a:lumOff val="80000"/>
            </a:schemeClr>
          </a:solidFill>
          <a:ln w="15875">
            <a:solidFill>
              <a:srgbClr val="1E41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18">
            <a:extLst>
              <a:ext uri="{FF2B5EF4-FFF2-40B4-BE49-F238E27FC236}">
                <a16:creationId xmlns:a16="http://schemas.microsoft.com/office/drawing/2014/main" id="{2EF5CB45-0D1D-EBE0-230A-7680974FC894}"/>
              </a:ext>
            </a:extLst>
          </p:cNvPr>
          <p:cNvSpPr/>
          <p:nvPr/>
        </p:nvSpPr>
        <p:spPr>
          <a:xfrm>
            <a:off x="239774" y="1517056"/>
            <a:ext cx="2247141" cy="1051626"/>
          </a:xfrm>
          <a:prstGeom prst="roundRect">
            <a:avLst>
              <a:gd name="adj" fmla="val 5000"/>
            </a:avLst>
          </a:prstGeom>
          <a:solidFill>
            <a:schemeClr val="accent5">
              <a:lumMod val="20000"/>
              <a:lumOff val="80000"/>
            </a:schemeClr>
          </a:solidFill>
          <a:ln w="15875">
            <a:solidFill>
              <a:srgbClr val="1E41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51938" y="187366"/>
            <a:ext cx="10789920" cy="475488"/>
          </a:xfrm>
        </p:spPr>
        <p:txBody>
          <a:bodyPr/>
          <a:lstStyle/>
          <a:p>
            <a:r>
              <a:rPr sz="3000" b="0">
                <a:solidFill>
                  <a:srgbClr val="000000"/>
                </a:solidFill>
                <a:latin typeface="Oswald Regular"/>
              </a:rPr>
              <a:t>EXECUTIVE OVERVIEW</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3</a:t>
            </a:fld>
            <a:endParaRPr lang="en-IN" sz="1000" b="0" spc="0">
              <a:solidFill>
                <a:srgbClr val="AAB7C4"/>
              </a:solidFill>
              <a:latin typeface="Open Sans Medium"/>
            </a:endParaRPr>
          </a:p>
        </p:txBody>
      </p:sp>
      <p:sp>
        <p:nvSpPr>
          <p:cNvPr id="7" name="TextBox 6"/>
          <p:cNvSpPr txBox="1"/>
          <p:nvPr/>
        </p:nvSpPr>
        <p:spPr>
          <a:xfrm>
            <a:off x="239774" y="882708"/>
            <a:ext cx="11712452" cy="492443"/>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91440" bIns="0" anchor="ctr">
            <a:spAutoFit/>
          </a:bodyPr>
          <a:lstStyle/>
          <a:p>
            <a:pPr algn="l"/>
            <a:r>
              <a:rPr lang="en-US" sz="1600" b="0" i="0">
                <a:solidFill>
                  <a:srgbClr val="0B0B0C"/>
                </a:solidFill>
              </a:rPr>
              <a:t>Closing the gaps in digital enquiries, broker calls and reception should be the immediate priority, while sustaining strong performance in location visits, mock-up presentations and follow-up.</a:t>
            </a:r>
          </a:p>
        </p:txBody>
      </p:sp>
      <p:sp>
        <p:nvSpPr>
          <p:cNvPr id="9" name="TextBox 8"/>
          <p:cNvSpPr txBox="1"/>
          <p:nvPr/>
        </p:nvSpPr>
        <p:spPr>
          <a:xfrm>
            <a:off x="244706" y="1768180"/>
            <a:ext cx="2237276" cy="430887"/>
          </a:xfrm>
          <a:prstGeom prst="rect">
            <a:avLst/>
          </a:prstGeom>
          <a:noFill/>
        </p:spPr>
        <p:txBody>
          <a:bodyPr wrap="square" lIns="0" tIns="0" rIns="0" bIns="0" anchor="ctr">
            <a:spAutoFit/>
          </a:bodyPr>
          <a:lstStyle/>
          <a:p>
            <a:pPr algn="ctr"/>
            <a:r>
              <a:rPr sz="2800" i="0">
                <a:solidFill>
                  <a:srgbClr val="1E4164"/>
                </a:solidFill>
                <a:latin typeface="+mj-lt"/>
              </a:rPr>
              <a:t>8</a:t>
            </a:r>
            <a:r>
              <a:rPr lang="en-IN" sz="2800" i="0">
                <a:solidFill>
                  <a:srgbClr val="1E4164"/>
                </a:solidFill>
                <a:latin typeface="+mj-lt"/>
              </a:rPr>
              <a:t>3</a:t>
            </a:r>
            <a:r>
              <a:rPr sz="2800" i="0">
                <a:solidFill>
                  <a:srgbClr val="1E4164"/>
                </a:solidFill>
                <a:latin typeface="+mj-lt"/>
              </a:rPr>
              <a:t>%</a:t>
            </a:r>
          </a:p>
        </p:txBody>
      </p:sp>
      <p:sp>
        <p:nvSpPr>
          <p:cNvPr id="10" name="TextBox 9"/>
          <p:cNvSpPr txBox="1"/>
          <p:nvPr/>
        </p:nvSpPr>
        <p:spPr>
          <a:xfrm>
            <a:off x="251938" y="2246026"/>
            <a:ext cx="2233065" cy="161583"/>
          </a:xfrm>
          <a:prstGeom prst="rect">
            <a:avLst/>
          </a:prstGeom>
          <a:noFill/>
        </p:spPr>
        <p:txBody>
          <a:bodyPr wrap="square" lIns="0" tIns="0" rIns="0" bIns="0" anchor="t">
            <a:spAutoFit/>
          </a:bodyPr>
          <a:lstStyle/>
          <a:p>
            <a:pPr algn="ctr"/>
            <a:r>
              <a:rPr sz="1050" b="0" i="0">
                <a:solidFill>
                  <a:srgbClr val="55595C"/>
                </a:solidFill>
                <a:latin typeface="Open Sans Medium"/>
              </a:rPr>
              <a:t>Overall score</a:t>
            </a:r>
          </a:p>
        </p:txBody>
      </p:sp>
      <p:sp>
        <p:nvSpPr>
          <p:cNvPr id="12" name="TextBox 11"/>
          <p:cNvSpPr txBox="1"/>
          <p:nvPr/>
        </p:nvSpPr>
        <p:spPr>
          <a:xfrm>
            <a:off x="2575714" y="1768180"/>
            <a:ext cx="2247141" cy="430887"/>
          </a:xfrm>
          <a:prstGeom prst="rect">
            <a:avLst/>
          </a:prstGeom>
          <a:noFill/>
        </p:spPr>
        <p:txBody>
          <a:bodyPr wrap="square" lIns="0" tIns="0" rIns="0" bIns="0" anchor="ctr">
            <a:spAutoFit/>
          </a:bodyPr>
          <a:lstStyle/>
          <a:p>
            <a:pPr algn="ctr"/>
            <a:r>
              <a:rPr lang="en-IN" sz="2800" i="0">
                <a:solidFill>
                  <a:srgbClr val="1E4164"/>
                </a:solidFill>
                <a:latin typeface="+mj-lt"/>
              </a:rPr>
              <a:t>53</a:t>
            </a:r>
            <a:endParaRPr sz="2800" i="0">
              <a:solidFill>
                <a:srgbClr val="1E4164"/>
              </a:solidFill>
              <a:latin typeface="+mj-lt"/>
            </a:endParaRPr>
          </a:p>
        </p:txBody>
      </p:sp>
      <p:sp>
        <p:nvSpPr>
          <p:cNvPr id="13" name="TextBox 12"/>
          <p:cNvSpPr txBox="1"/>
          <p:nvPr/>
        </p:nvSpPr>
        <p:spPr>
          <a:xfrm>
            <a:off x="2587879" y="2256206"/>
            <a:ext cx="2265428" cy="161583"/>
          </a:xfrm>
          <a:prstGeom prst="rect">
            <a:avLst/>
          </a:prstGeom>
          <a:noFill/>
        </p:spPr>
        <p:txBody>
          <a:bodyPr wrap="square" lIns="0" tIns="0" rIns="0" bIns="0" anchor="t">
            <a:spAutoFit/>
          </a:bodyPr>
          <a:lstStyle/>
          <a:p>
            <a:pPr algn="ctr"/>
            <a:r>
              <a:rPr sz="1050" b="0" i="0">
                <a:solidFill>
                  <a:srgbClr val="55595C"/>
                </a:solidFill>
                <a:latin typeface="Open Sans Medium"/>
              </a:rPr>
              <a:t>Mystery evaluations</a:t>
            </a:r>
          </a:p>
        </p:txBody>
      </p:sp>
      <p:sp>
        <p:nvSpPr>
          <p:cNvPr id="15" name="TextBox 14"/>
          <p:cNvSpPr txBox="1"/>
          <p:nvPr/>
        </p:nvSpPr>
        <p:spPr>
          <a:xfrm>
            <a:off x="4937174" y="1768180"/>
            <a:ext cx="2244842" cy="430887"/>
          </a:xfrm>
          <a:prstGeom prst="rect">
            <a:avLst/>
          </a:prstGeom>
          <a:noFill/>
        </p:spPr>
        <p:txBody>
          <a:bodyPr wrap="square" lIns="0" tIns="0" rIns="0" bIns="0" anchor="ctr">
            <a:spAutoFit/>
          </a:bodyPr>
          <a:lstStyle/>
          <a:p>
            <a:pPr algn="ctr"/>
            <a:r>
              <a:rPr lang="en-IN" sz="2800" i="0">
                <a:solidFill>
                  <a:srgbClr val="1E4164"/>
                </a:solidFill>
                <a:latin typeface="+mj-lt"/>
              </a:rPr>
              <a:t>5 | 19</a:t>
            </a:r>
          </a:p>
        </p:txBody>
      </p:sp>
      <p:sp>
        <p:nvSpPr>
          <p:cNvPr id="16" name="TextBox 15"/>
          <p:cNvSpPr txBox="1"/>
          <p:nvPr/>
        </p:nvSpPr>
        <p:spPr>
          <a:xfrm>
            <a:off x="4951250" y="2276080"/>
            <a:ext cx="2249440" cy="161583"/>
          </a:xfrm>
          <a:prstGeom prst="rect">
            <a:avLst/>
          </a:prstGeom>
          <a:noFill/>
        </p:spPr>
        <p:txBody>
          <a:bodyPr wrap="square" lIns="0" tIns="0" rIns="0" bIns="0" anchor="t">
            <a:spAutoFit/>
          </a:bodyPr>
          <a:lstStyle/>
          <a:p>
            <a:pPr algn="ctr"/>
            <a:r>
              <a:rPr sz="1050" b="0" i="0">
                <a:solidFill>
                  <a:srgbClr val="55595C"/>
                </a:solidFill>
                <a:latin typeface="Open Sans Medium"/>
              </a:rPr>
              <a:t>Channels | locations</a:t>
            </a:r>
          </a:p>
        </p:txBody>
      </p:sp>
      <p:sp>
        <p:nvSpPr>
          <p:cNvPr id="18" name="TextBox 17"/>
          <p:cNvSpPr txBox="1"/>
          <p:nvPr/>
        </p:nvSpPr>
        <p:spPr>
          <a:xfrm>
            <a:off x="7282258" y="1768180"/>
            <a:ext cx="2244842" cy="430887"/>
          </a:xfrm>
          <a:prstGeom prst="rect">
            <a:avLst/>
          </a:prstGeom>
          <a:noFill/>
        </p:spPr>
        <p:txBody>
          <a:bodyPr wrap="square" lIns="0" tIns="0" rIns="0" bIns="0" anchor="ctr">
            <a:spAutoFit/>
          </a:bodyPr>
          <a:lstStyle/>
          <a:p>
            <a:pPr algn="ctr"/>
            <a:r>
              <a:rPr lang="en-IN" sz="2800">
                <a:solidFill>
                  <a:srgbClr val="1E4164"/>
                </a:solidFill>
                <a:latin typeface="+mj-lt"/>
              </a:rPr>
              <a:t>8</a:t>
            </a:r>
            <a:r>
              <a:rPr lang="en-IN" sz="2800" i="0">
                <a:solidFill>
                  <a:srgbClr val="1E4164"/>
                </a:solidFill>
                <a:latin typeface="+mj-lt"/>
              </a:rPr>
              <a:t> of 11</a:t>
            </a:r>
          </a:p>
        </p:txBody>
      </p:sp>
      <p:sp>
        <p:nvSpPr>
          <p:cNvPr id="19" name="TextBox 18"/>
          <p:cNvSpPr txBox="1"/>
          <p:nvPr/>
        </p:nvSpPr>
        <p:spPr>
          <a:xfrm>
            <a:off x="7288768" y="2276082"/>
            <a:ext cx="2220741" cy="161583"/>
          </a:xfrm>
          <a:prstGeom prst="rect">
            <a:avLst/>
          </a:prstGeom>
          <a:noFill/>
        </p:spPr>
        <p:txBody>
          <a:bodyPr wrap="square" lIns="0" tIns="0" rIns="0" bIns="0" anchor="t">
            <a:spAutoFit/>
          </a:bodyPr>
          <a:lstStyle/>
          <a:p>
            <a:pPr algn="ctr"/>
            <a:r>
              <a:rPr lang="en-IN" sz="1050" b="0" i="0">
                <a:solidFill>
                  <a:srgbClr val="55595C"/>
                </a:solidFill>
                <a:latin typeface="Open Sans Medium"/>
              </a:rPr>
              <a:t>Section Score of </a:t>
            </a:r>
            <a:r>
              <a:rPr lang="en-IN" sz="1050">
                <a:solidFill>
                  <a:srgbClr val="55595C"/>
                </a:solidFill>
                <a:latin typeface="Open Sans Medium"/>
              </a:rPr>
              <a:t>75</a:t>
            </a:r>
            <a:r>
              <a:rPr lang="en-IN" sz="1050" b="0" i="0">
                <a:solidFill>
                  <a:srgbClr val="55595C"/>
                </a:solidFill>
                <a:latin typeface="Open Sans Medium"/>
              </a:rPr>
              <a:t> </a:t>
            </a:r>
            <a:r>
              <a:rPr lang="en-IN" sz="1050">
                <a:solidFill>
                  <a:srgbClr val="55595C"/>
                </a:solidFill>
                <a:latin typeface="Open Sans Medium"/>
              </a:rPr>
              <a:t>and</a:t>
            </a:r>
            <a:r>
              <a:rPr sz="1050" b="0" i="0">
                <a:solidFill>
                  <a:srgbClr val="55595C"/>
                </a:solidFill>
                <a:latin typeface="Open Sans Medium"/>
              </a:rPr>
              <a:t> above</a:t>
            </a:r>
          </a:p>
        </p:txBody>
      </p:sp>
      <p:sp>
        <p:nvSpPr>
          <p:cNvPr id="21" name="TextBox 20"/>
          <p:cNvSpPr txBox="1"/>
          <p:nvPr/>
        </p:nvSpPr>
        <p:spPr>
          <a:xfrm>
            <a:off x="9627342" y="1768179"/>
            <a:ext cx="2324884" cy="430887"/>
          </a:xfrm>
          <a:prstGeom prst="rect">
            <a:avLst/>
          </a:prstGeom>
          <a:noFill/>
        </p:spPr>
        <p:txBody>
          <a:bodyPr wrap="square" lIns="0" tIns="0" rIns="0" bIns="0" anchor="ctr">
            <a:spAutoFit/>
          </a:bodyPr>
          <a:lstStyle/>
          <a:p>
            <a:pPr algn="ctr"/>
            <a:r>
              <a:rPr sz="2800" i="0">
                <a:solidFill>
                  <a:srgbClr val="D7262B"/>
                </a:solidFill>
                <a:latin typeface="+mj-lt"/>
              </a:rPr>
              <a:t>1</a:t>
            </a:r>
            <a:r>
              <a:rPr lang="en-IN" sz="2800" i="0">
                <a:solidFill>
                  <a:srgbClr val="D7262B"/>
                </a:solidFill>
                <a:latin typeface="+mj-lt"/>
              </a:rPr>
              <a:t>3</a:t>
            </a:r>
            <a:r>
              <a:rPr sz="2800" i="0">
                <a:solidFill>
                  <a:srgbClr val="D7262B"/>
                </a:solidFill>
                <a:latin typeface="+mj-lt"/>
              </a:rPr>
              <a:t>%</a:t>
            </a:r>
            <a:endParaRPr lang="en-IN" sz="2800" i="0">
              <a:solidFill>
                <a:srgbClr val="D7262B"/>
              </a:solidFill>
              <a:latin typeface="+mj-lt"/>
            </a:endParaRPr>
          </a:p>
        </p:txBody>
      </p:sp>
      <p:sp>
        <p:nvSpPr>
          <p:cNvPr id="22" name="TextBox 21"/>
          <p:cNvSpPr txBox="1"/>
          <p:nvPr/>
        </p:nvSpPr>
        <p:spPr>
          <a:xfrm>
            <a:off x="9623131" y="2265195"/>
            <a:ext cx="2324884" cy="161583"/>
          </a:xfrm>
          <a:prstGeom prst="rect">
            <a:avLst/>
          </a:prstGeom>
          <a:noFill/>
        </p:spPr>
        <p:txBody>
          <a:bodyPr wrap="square" lIns="0" tIns="0" rIns="0" bIns="0" anchor="t">
            <a:spAutoFit/>
          </a:bodyPr>
          <a:lstStyle/>
          <a:p>
            <a:pPr algn="ctr"/>
            <a:r>
              <a:rPr sz="1050" b="0" i="0">
                <a:solidFill>
                  <a:srgbClr val="55595C"/>
                </a:solidFill>
                <a:latin typeface="Open Sans Medium"/>
              </a:rPr>
              <a:t>Leakage cases under review (</a:t>
            </a:r>
            <a:r>
              <a:rPr lang="en-IN" sz="1050" b="0" i="0">
                <a:solidFill>
                  <a:srgbClr val="55595C"/>
                </a:solidFill>
                <a:latin typeface="Open Sans Medium"/>
              </a:rPr>
              <a:t>7</a:t>
            </a:r>
            <a:r>
              <a:rPr sz="1050" b="0" i="0">
                <a:solidFill>
                  <a:srgbClr val="55595C"/>
                </a:solidFill>
                <a:latin typeface="Open Sans Medium"/>
              </a:rPr>
              <a:t>)</a:t>
            </a:r>
          </a:p>
        </p:txBody>
      </p:sp>
      <p:sp>
        <p:nvSpPr>
          <p:cNvPr id="23" name="TextBox 22"/>
          <p:cNvSpPr txBox="1"/>
          <p:nvPr/>
        </p:nvSpPr>
        <p:spPr>
          <a:xfrm>
            <a:off x="169164" y="2894409"/>
            <a:ext cx="3651398" cy="246221"/>
          </a:xfrm>
          <a:prstGeom prst="rect">
            <a:avLst/>
          </a:prstGeom>
          <a:noFill/>
        </p:spPr>
        <p:txBody>
          <a:bodyPr wrap="square" lIns="0" tIns="0" rIns="0" bIns="0" anchor="t">
            <a:spAutoFit/>
          </a:bodyPr>
          <a:lstStyle/>
          <a:p>
            <a:pPr algn="ctr"/>
            <a:r>
              <a:rPr lang="en-IN" sz="1600">
                <a:solidFill>
                  <a:srgbClr val="0A0A0A"/>
                </a:solidFill>
                <a:latin typeface="+mj-lt"/>
              </a:rPr>
              <a:t>OVERALL</a:t>
            </a:r>
            <a:r>
              <a:rPr lang="en-IN" sz="1600" i="0">
                <a:solidFill>
                  <a:srgbClr val="0A0A0A"/>
                </a:solidFill>
                <a:latin typeface="+mj-lt"/>
              </a:rPr>
              <a:t> </a:t>
            </a:r>
            <a:r>
              <a:rPr sz="1600" i="0">
                <a:solidFill>
                  <a:srgbClr val="0A0A0A"/>
                </a:solidFill>
                <a:latin typeface="+mj-lt"/>
              </a:rPr>
              <a:t>SECTION SCORES</a:t>
            </a:r>
            <a:r>
              <a:rPr lang="en-US" sz="1600" i="0">
                <a:solidFill>
                  <a:srgbClr val="0A0A0A"/>
                </a:solidFill>
                <a:latin typeface="+mj-lt"/>
              </a:rPr>
              <a:t> ACROSS CHANNELS</a:t>
            </a:r>
            <a:r>
              <a:rPr lang="en-US" sz="1400" i="0">
                <a:solidFill>
                  <a:srgbClr val="0A0A0A"/>
                </a:solidFill>
                <a:latin typeface="+mj-lt"/>
              </a:rPr>
              <a:t>*</a:t>
            </a:r>
            <a:endParaRPr sz="1600" i="0">
              <a:solidFill>
                <a:srgbClr val="0A0A0A"/>
              </a:solidFill>
              <a:latin typeface="+mj-lt"/>
            </a:endParaRPr>
          </a:p>
        </p:txBody>
      </p:sp>
      <p:sp>
        <p:nvSpPr>
          <p:cNvPr id="26" name="Oval 25"/>
          <p:cNvSpPr/>
          <p:nvPr/>
        </p:nvSpPr>
        <p:spPr>
          <a:xfrm>
            <a:off x="793770" y="5954725"/>
            <a:ext cx="146304" cy="146304"/>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119650" y="5954725"/>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320818" y="5954780"/>
            <a:ext cx="1097280" cy="146194"/>
          </a:xfrm>
          <a:prstGeom prst="rect">
            <a:avLst/>
          </a:prstGeom>
          <a:noFill/>
        </p:spPr>
        <p:txBody>
          <a:bodyPr wrap="square" lIns="0" tIns="0" rIns="0" bIns="0" anchor="ctr">
            <a:spAutoFit/>
          </a:bodyPr>
          <a:lstStyle/>
          <a:p>
            <a:pPr algn="l"/>
            <a:r>
              <a:rPr lang="en-IN" sz="950">
                <a:solidFill>
                  <a:srgbClr val="55595C"/>
                </a:solidFill>
                <a:latin typeface="Open Sans Medium"/>
              </a:rPr>
              <a:t>Below 75</a:t>
            </a:r>
            <a:endParaRPr sz="950" b="0" i="0">
              <a:solidFill>
                <a:srgbClr val="55595C"/>
              </a:solidFill>
              <a:latin typeface="Open Sans Medium"/>
            </a:endParaRPr>
          </a:p>
        </p:txBody>
      </p:sp>
      <p:graphicFrame>
        <p:nvGraphicFramePr>
          <p:cNvPr id="8" name="Chart 7" descr="Chart">
            <a:extLst>
              <a:ext uri="{FF2B5EF4-FFF2-40B4-BE49-F238E27FC236}">
                <a16:creationId xmlns:a16="http://schemas.microsoft.com/office/drawing/2014/main" id="{F9718589-666B-CE15-4EAF-5FF7D5016D55}"/>
              </a:ext>
            </a:extLst>
          </p:cNvPr>
          <p:cNvGraphicFramePr>
            <a:graphicFrameLocks noGrp="1"/>
          </p:cNvGraphicFramePr>
          <p:nvPr>
            <p:extLst>
              <p:ext uri="{D42A27DB-BD31-4B8C-83A1-F6EECF244321}">
                <p14:modId xmlns:p14="http://schemas.microsoft.com/office/powerpoint/2010/main" val="342194834"/>
              </p:ext>
            </p:extLst>
          </p:nvPr>
        </p:nvGraphicFramePr>
        <p:xfrm>
          <a:off x="365760" y="3017520"/>
          <a:ext cx="113385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2A3BEC2E-7488-4894-69BD-921FD3E5392E}"/>
              </a:ext>
            </a:extLst>
          </p:cNvPr>
          <p:cNvSpPr txBox="1"/>
          <p:nvPr/>
        </p:nvSpPr>
        <p:spPr>
          <a:xfrm>
            <a:off x="1022370" y="5963624"/>
            <a:ext cx="1097280" cy="146194"/>
          </a:xfrm>
          <a:prstGeom prst="rect">
            <a:avLst/>
          </a:prstGeom>
          <a:noFill/>
        </p:spPr>
        <p:txBody>
          <a:bodyPr wrap="square" lIns="0" tIns="0" rIns="0" bIns="0" anchor="ctr">
            <a:spAutoFit/>
          </a:bodyPr>
          <a:lstStyle/>
          <a:p>
            <a:pPr algn="l"/>
            <a:r>
              <a:rPr lang="en-IN" sz="950">
                <a:solidFill>
                  <a:srgbClr val="55595C"/>
                </a:solidFill>
                <a:latin typeface="Open Sans Medium"/>
              </a:rPr>
              <a:t>75 and Above</a:t>
            </a:r>
            <a:endParaRPr sz="950" b="0" i="0">
              <a:solidFill>
                <a:srgbClr val="55595C"/>
              </a:solidFill>
              <a:latin typeface="Open Sans Medium"/>
            </a:endParaRPr>
          </a:p>
        </p:txBody>
      </p:sp>
      <p:sp>
        <p:nvSpPr>
          <p:cNvPr id="5" name="TextBox 4">
            <a:extLst>
              <a:ext uri="{FF2B5EF4-FFF2-40B4-BE49-F238E27FC236}">
                <a16:creationId xmlns:a16="http://schemas.microsoft.com/office/drawing/2014/main" id="{D4106BD9-2E5E-FF0F-AB54-A94ED6EDC292}"/>
              </a:ext>
            </a:extLst>
          </p:cNvPr>
          <p:cNvSpPr txBox="1"/>
          <p:nvPr/>
        </p:nvSpPr>
        <p:spPr>
          <a:xfrm>
            <a:off x="397764" y="6180834"/>
            <a:ext cx="5323114" cy="246221"/>
          </a:xfrm>
          <a:prstGeom prst="rect">
            <a:avLst/>
          </a:prstGeom>
          <a:noFill/>
        </p:spPr>
        <p:txBody>
          <a:bodyPr wrap="square" rtlCol="0">
            <a:spAutoFit/>
          </a:bodyPr>
          <a:lstStyle/>
          <a:p>
            <a:r>
              <a:rPr lang="en-IN" sz="1000">
                <a:solidFill>
                  <a:srgbClr val="0B0B0C"/>
                </a:solidFill>
              </a:rPr>
              <a:t>*Note: Section scores by channel have been captured from slides 8 through 18.</a:t>
            </a:r>
          </a:p>
        </p:txBody>
      </p:sp>
      <p:sp>
        <p:nvSpPr>
          <p:cNvPr id="17" name="TextBox 16">
            <a:extLst>
              <a:ext uri="{FF2B5EF4-FFF2-40B4-BE49-F238E27FC236}">
                <a16:creationId xmlns:a16="http://schemas.microsoft.com/office/drawing/2014/main" id="{8B855EE3-FF09-F6AB-50B4-1AEE378A3E99}"/>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41">
            <a:extLst>
              <a:ext uri="{FF2B5EF4-FFF2-40B4-BE49-F238E27FC236}">
                <a16:creationId xmlns:a16="http://schemas.microsoft.com/office/drawing/2014/main" id="{C8C030FC-F1A6-E127-9E6B-0B11038DC96F}"/>
              </a:ext>
            </a:extLst>
          </p:cNvPr>
          <p:cNvSpPr/>
          <p:nvPr/>
        </p:nvSpPr>
        <p:spPr>
          <a:xfrm>
            <a:off x="482153" y="5246379"/>
            <a:ext cx="11249599" cy="790938"/>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14">
            <a:extLst>
              <a:ext uri="{FF2B5EF4-FFF2-40B4-BE49-F238E27FC236}">
                <a16:creationId xmlns:a16="http://schemas.microsoft.com/office/drawing/2014/main" id="{4524680A-471D-09DA-E964-689532BFBD93}"/>
              </a:ext>
            </a:extLst>
          </p:cNvPr>
          <p:cNvSpPr/>
          <p:nvPr/>
        </p:nvSpPr>
        <p:spPr>
          <a:xfrm>
            <a:off x="417034" y="1510974"/>
            <a:ext cx="2576102" cy="384048"/>
          </a:xfrm>
          <a:prstGeom prst="chevron">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BE9E9"/>
              </a:solidFill>
            </a:endParaRPr>
          </a:p>
        </p:txBody>
      </p:sp>
      <p:sp>
        <p:nvSpPr>
          <p:cNvPr id="80" name="Chevron 14">
            <a:extLst>
              <a:ext uri="{FF2B5EF4-FFF2-40B4-BE49-F238E27FC236}">
                <a16:creationId xmlns:a16="http://schemas.microsoft.com/office/drawing/2014/main" id="{9FFDA584-73E5-4559-4256-9CFA845869E1}"/>
              </a:ext>
            </a:extLst>
          </p:cNvPr>
          <p:cNvSpPr/>
          <p:nvPr/>
        </p:nvSpPr>
        <p:spPr>
          <a:xfrm>
            <a:off x="2907791" y="1500958"/>
            <a:ext cx="2770631" cy="384048"/>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CHANNELS AND CUSTOMER JOURNEY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4</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Five channels, three journey stages</a:t>
            </a:r>
          </a:p>
        </p:txBody>
      </p:sp>
      <p:sp>
        <p:nvSpPr>
          <p:cNvPr id="8" name="TextBox 7"/>
          <p:cNvSpPr txBox="1"/>
          <p:nvPr/>
        </p:nvSpPr>
        <p:spPr>
          <a:xfrm>
            <a:off x="457200" y="1216152"/>
            <a:ext cx="11247120" cy="169277"/>
          </a:xfrm>
          <a:prstGeom prst="rect">
            <a:avLst/>
          </a:prstGeom>
          <a:noFill/>
        </p:spPr>
        <p:txBody>
          <a:bodyPr wrap="square" lIns="0" tIns="0" rIns="0" bIns="0" anchor="t">
            <a:spAutoFit/>
          </a:bodyPr>
          <a:lstStyle/>
          <a:p>
            <a:pPr algn="l"/>
            <a:r>
              <a:rPr sz="1100" b="0">
                <a:solidFill>
                  <a:srgbClr val="0B0B0C"/>
                </a:solidFill>
                <a:latin typeface="Open Sans Medium"/>
              </a:rPr>
              <a:t>Each evaluation belongs to one channel. The channel decides which stages and sections exist, so scores are read within a channel first.</a:t>
            </a:r>
          </a:p>
        </p:txBody>
      </p:sp>
      <p:sp>
        <p:nvSpPr>
          <p:cNvPr id="10" name="TextBox 9"/>
          <p:cNvSpPr txBox="1"/>
          <p:nvPr/>
        </p:nvSpPr>
        <p:spPr>
          <a:xfrm>
            <a:off x="594360" y="1591457"/>
            <a:ext cx="2212848" cy="215444"/>
          </a:xfrm>
          <a:prstGeom prst="rect">
            <a:avLst/>
          </a:prstGeom>
          <a:noFill/>
        </p:spPr>
        <p:txBody>
          <a:bodyPr wrap="square" lIns="0" tIns="0" rIns="0" bIns="0" anchor="ctr">
            <a:spAutoFit/>
          </a:bodyPr>
          <a:lstStyle/>
          <a:p>
            <a:pPr algn="ctr"/>
            <a:r>
              <a:rPr lang="en-IN" sz="1400" i="0">
                <a:solidFill>
                  <a:schemeClr val="bg1"/>
                </a:solidFill>
                <a:latin typeface="+mj-lt"/>
              </a:rPr>
              <a:t>CHANNEL</a:t>
            </a:r>
          </a:p>
        </p:txBody>
      </p:sp>
      <p:sp>
        <p:nvSpPr>
          <p:cNvPr id="12" name="TextBox 11"/>
          <p:cNvSpPr txBox="1"/>
          <p:nvPr/>
        </p:nvSpPr>
        <p:spPr>
          <a:xfrm>
            <a:off x="3108960" y="1595277"/>
            <a:ext cx="2194560" cy="215444"/>
          </a:xfrm>
          <a:prstGeom prst="rect">
            <a:avLst/>
          </a:prstGeom>
          <a:noFill/>
        </p:spPr>
        <p:txBody>
          <a:bodyPr wrap="square" lIns="0" tIns="0" rIns="0" bIns="0" anchor="ctr">
            <a:spAutoFit/>
          </a:bodyPr>
          <a:lstStyle/>
          <a:p>
            <a:pPr algn="ctr"/>
            <a:r>
              <a:rPr lang="en-IN" sz="1400" i="0">
                <a:solidFill>
                  <a:srgbClr val="0B0B0C"/>
                </a:solidFill>
                <a:latin typeface="+mj-lt"/>
              </a:rPr>
              <a:t>PRE-VISIT</a:t>
            </a:r>
          </a:p>
        </p:txBody>
      </p:sp>
      <p:sp>
        <p:nvSpPr>
          <p:cNvPr id="13" name="Chevron 12"/>
          <p:cNvSpPr/>
          <p:nvPr/>
        </p:nvSpPr>
        <p:spPr>
          <a:xfrm>
            <a:off x="5605272" y="1510975"/>
            <a:ext cx="3776472" cy="384048"/>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94246" y="1595277"/>
            <a:ext cx="3459482" cy="215444"/>
          </a:xfrm>
          <a:prstGeom prst="rect">
            <a:avLst/>
          </a:prstGeom>
          <a:noFill/>
        </p:spPr>
        <p:txBody>
          <a:bodyPr wrap="square" lIns="0" tIns="0" rIns="0" bIns="0" anchor="ctr">
            <a:spAutoFit/>
          </a:bodyPr>
          <a:lstStyle>
            <a:defPPr>
              <a:defRPr lang="en-US"/>
            </a:defPPr>
            <a:lvl1pPr algn="ctr">
              <a:defRPr sz="1400" i="0">
                <a:solidFill>
                  <a:srgbClr val="FFFFFF"/>
                </a:solidFill>
                <a:latin typeface="+mj-lt"/>
              </a:defRPr>
            </a:lvl1pPr>
          </a:lstStyle>
          <a:p>
            <a:r>
              <a:rPr>
                <a:solidFill>
                  <a:srgbClr val="0B0B0C"/>
                </a:solidFill>
              </a:rPr>
              <a:t> DURING VISIT</a:t>
            </a:r>
          </a:p>
        </p:txBody>
      </p:sp>
      <p:sp>
        <p:nvSpPr>
          <p:cNvPr id="15" name="Chevron 14"/>
          <p:cNvSpPr/>
          <p:nvPr/>
        </p:nvSpPr>
        <p:spPr>
          <a:xfrm>
            <a:off x="9308592" y="1510975"/>
            <a:ext cx="2423160" cy="384048"/>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46336" y="1595277"/>
            <a:ext cx="1874519" cy="215444"/>
          </a:xfrm>
          <a:prstGeom prst="rect">
            <a:avLst/>
          </a:prstGeom>
          <a:noFill/>
        </p:spPr>
        <p:txBody>
          <a:bodyPr wrap="square" lIns="0" tIns="0" rIns="0" bIns="0" anchor="ctr">
            <a:spAutoFit/>
          </a:bodyPr>
          <a:lstStyle/>
          <a:p>
            <a:pPr algn="ctr"/>
            <a:r>
              <a:rPr sz="1400">
                <a:solidFill>
                  <a:srgbClr val="0B0B0C"/>
                </a:solidFill>
                <a:latin typeface="+mj-lt"/>
              </a:rPr>
              <a:t>POST-VISIT</a:t>
            </a:r>
            <a:endParaRPr lang="en-IN" sz="1400">
              <a:solidFill>
                <a:srgbClr val="0B0B0C"/>
              </a:solidFill>
              <a:latin typeface="+mj-lt"/>
            </a:endParaRPr>
          </a:p>
        </p:txBody>
      </p:sp>
      <p:sp>
        <p:nvSpPr>
          <p:cNvPr id="17" name="Rounded Rectangle 16"/>
          <p:cNvSpPr/>
          <p:nvPr/>
        </p:nvSpPr>
        <p:spPr>
          <a:xfrm>
            <a:off x="457200" y="1931962"/>
            <a:ext cx="11274552" cy="773400"/>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2150216"/>
            <a:ext cx="1508760" cy="330860"/>
          </a:xfrm>
          <a:prstGeom prst="rect">
            <a:avLst/>
          </a:prstGeom>
          <a:noFill/>
        </p:spPr>
        <p:txBody>
          <a:bodyPr wrap="square" lIns="0" tIns="0" rIns="0" bIns="0" anchor="ctr">
            <a:spAutoFit/>
          </a:bodyPr>
          <a:lstStyle/>
          <a:p>
            <a:pPr algn="l"/>
            <a:r>
              <a:rPr sz="1200" b="1" i="0">
                <a:solidFill>
                  <a:srgbClr val="0A0A0A"/>
                </a:solidFill>
                <a:latin typeface="Open Sans Medium"/>
              </a:rPr>
              <a:t>Digital
</a:t>
            </a:r>
            <a:r>
              <a:rPr lang="en-IN" sz="950" b="0" i="0">
                <a:solidFill>
                  <a:srgbClr val="55595C"/>
                </a:solidFill>
                <a:latin typeface="Open Sans Medium"/>
              </a:rPr>
              <a:t>14</a:t>
            </a:r>
            <a:r>
              <a:rPr sz="950" b="0" i="0">
                <a:solidFill>
                  <a:srgbClr val="55595C"/>
                </a:solidFill>
                <a:latin typeface="Open Sans Medium"/>
              </a:rPr>
              <a:t> evaluations</a:t>
            </a:r>
          </a:p>
        </p:txBody>
      </p:sp>
      <p:sp>
        <p:nvSpPr>
          <p:cNvPr id="19" name="Rounded Rectangle 18"/>
          <p:cNvSpPr/>
          <p:nvPr/>
        </p:nvSpPr>
        <p:spPr>
          <a:xfrm>
            <a:off x="2112172" y="2169343"/>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82</a:t>
            </a:r>
            <a:endParaRPr sz="1200" i="0">
              <a:solidFill>
                <a:srgbClr val="FFFFFF"/>
              </a:solidFill>
              <a:latin typeface="+mj-lt"/>
            </a:endParaRPr>
          </a:p>
        </p:txBody>
      </p:sp>
      <p:sp>
        <p:nvSpPr>
          <p:cNvPr id="20" name="Rounded Rectangle 19"/>
          <p:cNvSpPr/>
          <p:nvPr/>
        </p:nvSpPr>
        <p:spPr>
          <a:xfrm>
            <a:off x="3138676" y="2008029"/>
            <a:ext cx="525782" cy="29260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6</a:t>
            </a:r>
            <a:r>
              <a:rPr lang="en-US" sz="1200" i="0">
                <a:solidFill>
                  <a:srgbClr val="FFFFFF"/>
                </a:solidFill>
                <a:latin typeface="+mj-lt"/>
              </a:rPr>
              <a:t>3</a:t>
            </a:r>
            <a:endParaRPr sz="1200" i="0">
              <a:solidFill>
                <a:srgbClr val="FFFFFF"/>
              </a:solidFill>
              <a:latin typeface="+mj-lt"/>
            </a:endParaRPr>
          </a:p>
        </p:txBody>
      </p:sp>
      <p:sp>
        <p:nvSpPr>
          <p:cNvPr id="21" name="TextBox 20"/>
          <p:cNvSpPr txBox="1"/>
          <p:nvPr/>
        </p:nvSpPr>
        <p:spPr>
          <a:xfrm>
            <a:off x="3732947" y="2086266"/>
            <a:ext cx="1965960" cy="146194"/>
          </a:xfrm>
          <a:prstGeom prst="rect">
            <a:avLst/>
          </a:prstGeom>
          <a:noFill/>
        </p:spPr>
        <p:txBody>
          <a:bodyPr wrap="square" lIns="0" tIns="0" rIns="0" bIns="0" anchor="ctr">
            <a:spAutoFit/>
          </a:bodyPr>
          <a:lstStyle/>
          <a:p>
            <a:pPr algn="l"/>
            <a:r>
              <a:rPr sz="950" b="0" i="0">
                <a:solidFill>
                  <a:srgbClr val="0A0A0A"/>
                </a:solidFill>
                <a:latin typeface="Open Sans Medium"/>
              </a:rPr>
              <a:t>Digital </a:t>
            </a:r>
            <a:r>
              <a:rPr lang="en-IN" sz="950" b="0" i="0">
                <a:solidFill>
                  <a:srgbClr val="0A0A0A"/>
                </a:solidFill>
                <a:latin typeface="Open Sans Medium"/>
              </a:rPr>
              <a:t>Enquiry</a:t>
            </a:r>
            <a:endParaRPr sz="950" b="0" i="0">
              <a:solidFill>
                <a:srgbClr val="0A0A0A"/>
              </a:solidFill>
              <a:latin typeface="Open Sans Medium"/>
            </a:endParaRPr>
          </a:p>
        </p:txBody>
      </p:sp>
      <p:sp>
        <p:nvSpPr>
          <p:cNvPr id="22" name="Rounded Rectangle 21"/>
          <p:cNvSpPr/>
          <p:nvPr/>
        </p:nvSpPr>
        <p:spPr>
          <a:xfrm>
            <a:off x="3140962" y="2337556"/>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8</a:t>
            </a:r>
            <a:r>
              <a:rPr lang="en-US" sz="1200" i="0">
                <a:solidFill>
                  <a:srgbClr val="FFFFFF"/>
                </a:solidFill>
                <a:latin typeface="+mj-lt"/>
              </a:rPr>
              <a:t>1</a:t>
            </a:r>
            <a:endParaRPr sz="1200" i="0">
              <a:solidFill>
                <a:srgbClr val="FFFFFF"/>
              </a:solidFill>
              <a:latin typeface="+mj-lt"/>
            </a:endParaRPr>
          </a:p>
        </p:txBody>
      </p:sp>
      <p:sp>
        <p:nvSpPr>
          <p:cNvPr id="23" name="TextBox 22"/>
          <p:cNvSpPr txBox="1"/>
          <p:nvPr/>
        </p:nvSpPr>
        <p:spPr>
          <a:xfrm>
            <a:off x="3732947" y="2405765"/>
            <a:ext cx="1965960" cy="146194"/>
          </a:xfrm>
          <a:prstGeom prst="rect">
            <a:avLst/>
          </a:prstGeom>
          <a:noFill/>
        </p:spPr>
        <p:txBody>
          <a:bodyPr wrap="square" lIns="0" tIns="0" rIns="0" bIns="0" anchor="ctr">
            <a:spAutoFit/>
          </a:bodyPr>
          <a:lstStyle/>
          <a:p>
            <a:r>
              <a:rPr lang="en-IN" sz="950">
                <a:solidFill>
                  <a:srgbClr val="0A0A0A"/>
                </a:solidFill>
              </a:rPr>
              <a:t>Sales Executive: Remote</a:t>
            </a:r>
            <a:endParaRPr lang="en-IN" sz="950" b="0" i="0">
              <a:solidFill>
                <a:srgbClr val="0A0A0A"/>
              </a:solidFill>
              <a:latin typeface="Open Sans Medium"/>
            </a:endParaRPr>
          </a:p>
        </p:txBody>
      </p:sp>
      <p:sp>
        <p:nvSpPr>
          <p:cNvPr id="24" name="Rounded Rectangle 23"/>
          <p:cNvSpPr/>
          <p:nvPr/>
        </p:nvSpPr>
        <p:spPr>
          <a:xfrm>
            <a:off x="9555480" y="2219634"/>
            <a:ext cx="548640" cy="292608"/>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93</a:t>
            </a:r>
            <a:endParaRPr sz="1200" i="0">
              <a:solidFill>
                <a:srgbClr val="FFFFFF"/>
              </a:solidFill>
              <a:latin typeface="+mj-lt"/>
            </a:endParaRPr>
          </a:p>
        </p:txBody>
      </p:sp>
      <p:sp>
        <p:nvSpPr>
          <p:cNvPr id="25" name="TextBox 24"/>
          <p:cNvSpPr txBox="1"/>
          <p:nvPr/>
        </p:nvSpPr>
        <p:spPr>
          <a:xfrm>
            <a:off x="10140372" y="2238440"/>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Data Leakage Indicators</a:t>
            </a:r>
          </a:p>
        </p:txBody>
      </p:sp>
      <p:sp>
        <p:nvSpPr>
          <p:cNvPr id="26" name="Rounded Rectangle 25"/>
          <p:cNvSpPr/>
          <p:nvPr/>
        </p:nvSpPr>
        <p:spPr>
          <a:xfrm>
            <a:off x="457200" y="2745323"/>
            <a:ext cx="11274552" cy="694944"/>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2918312"/>
            <a:ext cx="1508760" cy="330860"/>
          </a:xfrm>
          <a:prstGeom prst="rect">
            <a:avLst/>
          </a:prstGeom>
          <a:noFill/>
        </p:spPr>
        <p:txBody>
          <a:bodyPr wrap="square" lIns="0" tIns="0" rIns="0" bIns="0" anchor="ctr">
            <a:spAutoFit/>
          </a:bodyPr>
          <a:lstStyle/>
          <a:p>
            <a:pPr algn="l"/>
            <a:r>
              <a:rPr sz="1200" b="1" i="0">
                <a:solidFill>
                  <a:srgbClr val="0A0A0A"/>
                </a:solidFill>
                <a:latin typeface="Open Sans Medium"/>
              </a:rPr>
              <a:t>Call </a:t>
            </a:r>
            <a:r>
              <a:rPr lang="en-IN" sz="1200" b="1" i="0">
                <a:solidFill>
                  <a:srgbClr val="0A0A0A"/>
                </a:solidFill>
                <a:latin typeface="Open Sans Medium"/>
              </a:rPr>
              <a:t>Center</a:t>
            </a:r>
            <a:r>
              <a:rPr sz="1200" b="1" i="0">
                <a:solidFill>
                  <a:srgbClr val="0A0A0A"/>
                </a:solidFill>
                <a:latin typeface="Open Sans Medium"/>
              </a:rPr>
              <a:t>
</a:t>
            </a:r>
            <a:r>
              <a:rPr sz="950" b="0" i="0">
                <a:solidFill>
                  <a:srgbClr val="55595C"/>
                </a:solidFill>
                <a:latin typeface="Open Sans Medium"/>
              </a:rPr>
              <a:t>9 evaluations</a:t>
            </a:r>
          </a:p>
        </p:txBody>
      </p:sp>
      <p:sp>
        <p:nvSpPr>
          <p:cNvPr id="28" name="Rounded Rectangle 27"/>
          <p:cNvSpPr/>
          <p:nvPr/>
        </p:nvSpPr>
        <p:spPr>
          <a:xfrm>
            <a:off x="2121408" y="2937439"/>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84</a:t>
            </a:r>
          </a:p>
        </p:txBody>
      </p:sp>
      <p:sp>
        <p:nvSpPr>
          <p:cNvPr id="29" name="Rounded Rectangle 28"/>
          <p:cNvSpPr/>
          <p:nvPr/>
        </p:nvSpPr>
        <p:spPr>
          <a:xfrm>
            <a:off x="3115818" y="2960022"/>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82</a:t>
            </a:r>
            <a:endParaRPr sz="1200" i="0">
              <a:solidFill>
                <a:srgbClr val="FFFFFF"/>
              </a:solidFill>
              <a:latin typeface="+mj-lt"/>
            </a:endParaRPr>
          </a:p>
        </p:txBody>
      </p:sp>
      <p:sp>
        <p:nvSpPr>
          <p:cNvPr id="30" name="TextBox 29"/>
          <p:cNvSpPr txBox="1"/>
          <p:nvPr/>
        </p:nvSpPr>
        <p:spPr>
          <a:xfrm>
            <a:off x="3732947" y="3046078"/>
            <a:ext cx="1965960" cy="146194"/>
          </a:xfrm>
          <a:prstGeom prst="rect">
            <a:avLst/>
          </a:prstGeom>
          <a:noFill/>
        </p:spPr>
        <p:txBody>
          <a:bodyPr wrap="square" lIns="0" tIns="0" rIns="0" bIns="0" anchor="ctr">
            <a:spAutoFit/>
          </a:bodyPr>
          <a:lstStyle/>
          <a:p>
            <a:pPr algn="l"/>
            <a:r>
              <a:rPr sz="950" b="0" i="0">
                <a:solidFill>
                  <a:srgbClr val="0A0A0A"/>
                </a:solidFill>
                <a:latin typeface="Open Sans Medium"/>
              </a:rPr>
              <a:t>Call </a:t>
            </a:r>
            <a:r>
              <a:rPr lang="en-IN" sz="950" b="0" i="0" err="1">
                <a:solidFill>
                  <a:srgbClr val="0A0A0A"/>
                </a:solidFill>
                <a:latin typeface="Open Sans Medium"/>
              </a:rPr>
              <a:t>Center</a:t>
            </a:r>
            <a:endParaRPr sz="950" b="0" i="0">
              <a:solidFill>
                <a:srgbClr val="0A0A0A"/>
              </a:solidFill>
              <a:latin typeface="Open Sans Medium"/>
            </a:endParaRPr>
          </a:p>
        </p:txBody>
      </p:sp>
      <p:sp>
        <p:nvSpPr>
          <p:cNvPr id="31" name="Rounded Rectangle 30"/>
          <p:cNvSpPr/>
          <p:nvPr/>
        </p:nvSpPr>
        <p:spPr>
          <a:xfrm>
            <a:off x="9546336" y="2943730"/>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89</a:t>
            </a:r>
            <a:endParaRPr sz="1200" i="0">
              <a:solidFill>
                <a:srgbClr val="FFFFFF"/>
              </a:solidFill>
              <a:latin typeface="+mj-lt"/>
            </a:endParaRPr>
          </a:p>
        </p:txBody>
      </p:sp>
      <p:sp>
        <p:nvSpPr>
          <p:cNvPr id="32" name="TextBox 31"/>
          <p:cNvSpPr txBox="1"/>
          <p:nvPr/>
        </p:nvSpPr>
        <p:spPr>
          <a:xfrm>
            <a:off x="10140373" y="2942313"/>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Data Leakage Indicators</a:t>
            </a:r>
          </a:p>
        </p:txBody>
      </p:sp>
      <p:sp>
        <p:nvSpPr>
          <p:cNvPr id="33" name="Rounded Rectangle 32"/>
          <p:cNvSpPr/>
          <p:nvPr/>
        </p:nvSpPr>
        <p:spPr>
          <a:xfrm>
            <a:off x="457200" y="3486260"/>
            <a:ext cx="11274552" cy="694944"/>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 y="3686408"/>
            <a:ext cx="1508760" cy="330860"/>
          </a:xfrm>
          <a:prstGeom prst="rect">
            <a:avLst/>
          </a:prstGeom>
          <a:noFill/>
        </p:spPr>
        <p:txBody>
          <a:bodyPr wrap="square" lIns="0" tIns="0" rIns="0" bIns="0" anchor="ctr">
            <a:spAutoFit/>
          </a:bodyPr>
          <a:lstStyle/>
          <a:p>
            <a:pPr algn="l"/>
            <a:r>
              <a:rPr sz="1200" b="1" i="0">
                <a:solidFill>
                  <a:srgbClr val="0A0A0A"/>
                </a:solidFill>
                <a:latin typeface="Open Sans Medium"/>
              </a:rPr>
              <a:t>Kiosk
</a:t>
            </a:r>
            <a:r>
              <a:rPr lang="en-IN" sz="950" b="0" i="0">
                <a:solidFill>
                  <a:srgbClr val="55595C"/>
                </a:solidFill>
                <a:latin typeface="Open Sans Medium"/>
              </a:rPr>
              <a:t>16</a:t>
            </a:r>
            <a:r>
              <a:rPr sz="950" b="0" i="0">
                <a:solidFill>
                  <a:srgbClr val="55595C"/>
                </a:solidFill>
                <a:latin typeface="Open Sans Medium"/>
              </a:rPr>
              <a:t> evaluations</a:t>
            </a:r>
          </a:p>
        </p:txBody>
      </p:sp>
      <p:sp>
        <p:nvSpPr>
          <p:cNvPr id="35" name="Rounded Rectangle 34"/>
          <p:cNvSpPr/>
          <p:nvPr/>
        </p:nvSpPr>
        <p:spPr>
          <a:xfrm>
            <a:off x="2121408" y="3705534"/>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83</a:t>
            </a:r>
            <a:endParaRPr sz="1200" i="0">
              <a:solidFill>
                <a:srgbClr val="FFFFFF"/>
              </a:solidFill>
              <a:latin typeface="+mj-lt"/>
            </a:endParaRPr>
          </a:p>
        </p:txBody>
      </p:sp>
      <p:sp>
        <p:nvSpPr>
          <p:cNvPr id="36" name="Rounded Rectangle 35"/>
          <p:cNvSpPr/>
          <p:nvPr/>
        </p:nvSpPr>
        <p:spPr>
          <a:xfrm>
            <a:off x="6064965" y="3700731"/>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81</a:t>
            </a:r>
            <a:endParaRPr sz="1200" i="0">
              <a:solidFill>
                <a:srgbClr val="FFFFFF"/>
              </a:solidFill>
              <a:latin typeface="+mj-lt"/>
            </a:endParaRPr>
          </a:p>
        </p:txBody>
      </p:sp>
      <p:sp>
        <p:nvSpPr>
          <p:cNvPr id="37" name="TextBox 36"/>
          <p:cNvSpPr txBox="1"/>
          <p:nvPr/>
        </p:nvSpPr>
        <p:spPr>
          <a:xfrm>
            <a:off x="6668470" y="3700841"/>
            <a:ext cx="1066822" cy="292388"/>
          </a:xfrm>
          <a:prstGeom prst="rect">
            <a:avLst/>
          </a:prstGeom>
          <a:noFill/>
        </p:spPr>
        <p:txBody>
          <a:bodyPr wrap="square" lIns="0" tIns="0" rIns="0" bIns="0" anchor="ctr">
            <a:spAutoFit/>
          </a:bodyPr>
          <a:lstStyle/>
          <a:p>
            <a:pPr algn="l"/>
            <a:r>
              <a:rPr lang="en-IN" sz="950" b="0" i="0">
                <a:solidFill>
                  <a:srgbClr val="0A0A0A"/>
                </a:solidFill>
                <a:latin typeface="Open Sans Medium"/>
              </a:rPr>
              <a:t>Sales Executive: </a:t>
            </a:r>
            <a:br>
              <a:rPr lang="en-IN" sz="950" b="0" i="0">
                <a:solidFill>
                  <a:srgbClr val="0A0A0A"/>
                </a:solidFill>
                <a:latin typeface="Open Sans Medium"/>
              </a:rPr>
            </a:br>
            <a:r>
              <a:rPr lang="en-IN" sz="950" b="0" i="0">
                <a:solidFill>
                  <a:srgbClr val="0A0A0A"/>
                </a:solidFill>
                <a:latin typeface="Open Sans Medium"/>
              </a:rPr>
              <a:t>In Person</a:t>
            </a:r>
            <a:endParaRPr sz="950" b="0" i="0">
              <a:solidFill>
                <a:srgbClr val="0A0A0A"/>
              </a:solidFill>
              <a:latin typeface="Open Sans Medium"/>
            </a:endParaRPr>
          </a:p>
        </p:txBody>
      </p:sp>
      <p:sp>
        <p:nvSpPr>
          <p:cNvPr id="38" name="Rounded Rectangle 37"/>
          <p:cNvSpPr/>
          <p:nvPr/>
        </p:nvSpPr>
        <p:spPr>
          <a:xfrm>
            <a:off x="9555480" y="3520599"/>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9</a:t>
            </a:r>
            <a:r>
              <a:rPr lang="en-US" sz="1200" i="0">
                <a:solidFill>
                  <a:srgbClr val="FFFFFF"/>
                </a:solidFill>
                <a:latin typeface="+mj-lt"/>
              </a:rPr>
              <a:t>4</a:t>
            </a:r>
          </a:p>
        </p:txBody>
      </p:sp>
      <p:sp>
        <p:nvSpPr>
          <p:cNvPr id="39" name="TextBox 38"/>
          <p:cNvSpPr txBox="1"/>
          <p:nvPr/>
        </p:nvSpPr>
        <p:spPr>
          <a:xfrm>
            <a:off x="10150624" y="3538705"/>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Follow-Up</a:t>
            </a:r>
          </a:p>
        </p:txBody>
      </p:sp>
      <p:sp>
        <p:nvSpPr>
          <p:cNvPr id="40" name="Rounded Rectangle 39"/>
          <p:cNvSpPr/>
          <p:nvPr/>
        </p:nvSpPr>
        <p:spPr>
          <a:xfrm>
            <a:off x="9555480" y="3841777"/>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88</a:t>
            </a:r>
            <a:endParaRPr sz="1200" i="0">
              <a:solidFill>
                <a:srgbClr val="FFFFFF"/>
              </a:solidFill>
              <a:latin typeface="+mj-lt"/>
            </a:endParaRPr>
          </a:p>
        </p:txBody>
      </p:sp>
      <p:sp>
        <p:nvSpPr>
          <p:cNvPr id="41" name="TextBox 40"/>
          <p:cNvSpPr txBox="1"/>
          <p:nvPr/>
        </p:nvSpPr>
        <p:spPr>
          <a:xfrm>
            <a:off x="10149840" y="3869240"/>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Data Leakage Indicators</a:t>
            </a:r>
          </a:p>
        </p:txBody>
      </p:sp>
      <p:sp>
        <p:nvSpPr>
          <p:cNvPr id="42" name="Rounded Rectangle 41"/>
          <p:cNvSpPr/>
          <p:nvPr/>
        </p:nvSpPr>
        <p:spPr>
          <a:xfrm>
            <a:off x="457200" y="4226271"/>
            <a:ext cx="11274552" cy="997168"/>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4360" y="4454505"/>
            <a:ext cx="1508760" cy="330860"/>
          </a:xfrm>
          <a:prstGeom prst="rect">
            <a:avLst/>
          </a:prstGeom>
          <a:noFill/>
        </p:spPr>
        <p:txBody>
          <a:bodyPr wrap="square" lIns="0" tIns="0" rIns="0" bIns="0" anchor="ctr">
            <a:spAutoFit/>
          </a:bodyPr>
          <a:lstStyle/>
          <a:p>
            <a:pPr algn="l"/>
            <a:r>
              <a:rPr sz="1200" b="1" i="0">
                <a:solidFill>
                  <a:srgbClr val="0A0A0A"/>
                </a:solidFill>
                <a:latin typeface="Open Sans Medium"/>
              </a:rPr>
              <a:t>Office </a:t>
            </a:r>
            <a:r>
              <a:rPr lang="en-US" sz="1200" b="1">
                <a:solidFill>
                  <a:srgbClr val="0A0A0A"/>
                </a:solidFill>
                <a:latin typeface="Open Sans Medium"/>
              </a:rPr>
              <a:t>V</a:t>
            </a:r>
            <a:r>
              <a:rPr sz="1200" b="1" i="0">
                <a:solidFill>
                  <a:srgbClr val="0A0A0A"/>
                </a:solidFill>
                <a:latin typeface="Open Sans Medium"/>
              </a:rPr>
              <a:t>isit
</a:t>
            </a:r>
            <a:r>
              <a:rPr sz="950" b="0" i="0">
                <a:solidFill>
                  <a:srgbClr val="55595C"/>
                </a:solidFill>
                <a:latin typeface="Open Sans Medium"/>
              </a:rPr>
              <a:t>10 evaluations</a:t>
            </a:r>
          </a:p>
        </p:txBody>
      </p:sp>
      <p:sp>
        <p:nvSpPr>
          <p:cNvPr id="44" name="Rounded Rectangle 43"/>
          <p:cNvSpPr/>
          <p:nvPr/>
        </p:nvSpPr>
        <p:spPr>
          <a:xfrm>
            <a:off x="2121408" y="4473631"/>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79</a:t>
            </a:r>
            <a:endParaRPr sz="1200" i="0">
              <a:solidFill>
                <a:srgbClr val="FFFFFF"/>
              </a:solidFill>
              <a:latin typeface="+mj-lt"/>
            </a:endParaRPr>
          </a:p>
        </p:txBody>
      </p:sp>
      <p:sp>
        <p:nvSpPr>
          <p:cNvPr id="45" name="Rounded Rectangle 44"/>
          <p:cNvSpPr/>
          <p:nvPr/>
        </p:nvSpPr>
        <p:spPr>
          <a:xfrm>
            <a:off x="6076188" y="4259997"/>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95</a:t>
            </a:r>
            <a:endParaRPr sz="1200" i="0">
              <a:solidFill>
                <a:srgbClr val="FFFFFF"/>
              </a:solidFill>
              <a:latin typeface="+mj-lt"/>
            </a:endParaRPr>
          </a:p>
        </p:txBody>
      </p:sp>
      <p:sp>
        <p:nvSpPr>
          <p:cNvPr id="46" name="TextBox 45"/>
          <p:cNvSpPr txBox="1"/>
          <p:nvPr/>
        </p:nvSpPr>
        <p:spPr>
          <a:xfrm>
            <a:off x="6675121" y="4305444"/>
            <a:ext cx="1188719" cy="207264"/>
          </a:xfrm>
          <a:prstGeom prst="rect">
            <a:avLst/>
          </a:prstGeom>
          <a:noFill/>
        </p:spPr>
        <p:txBody>
          <a:bodyPr wrap="square" lIns="0" tIns="0" rIns="0" bIns="0" anchor="ctr">
            <a:spAutoFit/>
          </a:bodyPr>
          <a:lstStyle/>
          <a:p>
            <a:pPr algn="l"/>
            <a:r>
              <a:rPr sz="950" b="0" i="0">
                <a:solidFill>
                  <a:srgbClr val="0A0A0A"/>
                </a:solidFill>
                <a:latin typeface="Open Sans Medium"/>
              </a:rPr>
              <a:t>Location Visit</a:t>
            </a:r>
          </a:p>
        </p:txBody>
      </p:sp>
      <p:sp>
        <p:nvSpPr>
          <p:cNvPr id="47" name="Rounded Rectangle 46"/>
          <p:cNvSpPr/>
          <p:nvPr/>
        </p:nvSpPr>
        <p:spPr>
          <a:xfrm>
            <a:off x="7737788" y="4253618"/>
            <a:ext cx="548640" cy="29260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71</a:t>
            </a:r>
            <a:endParaRPr sz="1200" i="0">
              <a:solidFill>
                <a:srgbClr val="FFFFFF"/>
              </a:solidFill>
              <a:latin typeface="+mj-lt"/>
            </a:endParaRPr>
          </a:p>
        </p:txBody>
      </p:sp>
      <p:sp>
        <p:nvSpPr>
          <p:cNvPr id="48" name="TextBox 47"/>
          <p:cNvSpPr txBox="1"/>
          <p:nvPr/>
        </p:nvSpPr>
        <p:spPr>
          <a:xfrm>
            <a:off x="8325832" y="4288070"/>
            <a:ext cx="1188719" cy="146194"/>
          </a:xfrm>
          <a:prstGeom prst="rect">
            <a:avLst/>
          </a:prstGeom>
          <a:noFill/>
        </p:spPr>
        <p:txBody>
          <a:bodyPr wrap="square" lIns="0" tIns="0" rIns="0" bIns="0" anchor="ctr">
            <a:spAutoFit/>
          </a:bodyPr>
          <a:lstStyle/>
          <a:p>
            <a:pPr algn="l"/>
            <a:r>
              <a:rPr sz="950" b="0" i="0">
                <a:solidFill>
                  <a:srgbClr val="0A0A0A"/>
                </a:solidFill>
                <a:latin typeface="Open Sans Medium"/>
              </a:rPr>
              <a:t>Reception</a:t>
            </a:r>
          </a:p>
        </p:txBody>
      </p:sp>
      <p:sp>
        <p:nvSpPr>
          <p:cNvPr id="49" name="Rounded Rectangle 48"/>
          <p:cNvSpPr/>
          <p:nvPr/>
        </p:nvSpPr>
        <p:spPr>
          <a:xfrm>
            <a:off x="6071616" y="4570940"/>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77</a:t>
            </a:r>
            <a:endParaRPr sz="1200" i="0">
              <a:solidFill>
                <a:srgbClr val="FFFFFF"/>
              </a:solidFill>
              <a:latin typeface="+mj-lt"/>
            </a:endParaRPr>
          </a:p>
        </p:txBody>
      </p:sp>
      <p:sp>
        <p:nvSpPr>
          <p:cNvPr id="50" name="TextBox 49"/>
          <p:cNvSpPr txBox="1"/>
          <p:nvPr/>
        </p:nvSpPr>
        <p:spPr>
          <a:xfrm>
            <a:off x="6661404" y="4555491"/>
            <a:ext cx="1188719" cy="292388"/>
          </a:xfrm>
          <a:prstGeom prst="rect">
            <a:avLst/>
          </a:prstGeom>
          <a:noFill/>
        </p:spPr>
        <p:txBody>
          <a:bodyPr wrap="square" lIns="0" tIns="0" rIns="0" bIns="0" anchor="ctr">
            <a:spAutoFit/>
          </a:bodyPr>
          <a:lstStyle/>
          <a:p>
            <a:pPr algn="l"/>
            <a:r>
              <a:rPr lang="en-IN" sz="950" b="0" i="0">
                <a:solidFill>
                  <a:srgbClr val="0A0A0A"/>
                </a:solidFill>
                <a:latin typeface="Open Sans Medium"/>
              </a:rPr>
              <a:t>Sales Executive: </a:t>
            </a:r>
            <a:br>
              <a:rPr lang="en-IN" sz="950" b="0" i="0">
                <a:solidFill>
                  <a:srgbClr val="0A0A0A"/>
                </a:solidFill>
                <a:latin typeface="Open Sans Medium"/>
              </a:rPr>
            </a:br>
            <a:r>
              <a:rPr lang="en-IN" sz="950" b="0" i="0">
                <a:solidFill>
                  <a:srgbClr val="0A0A0A"/>
                </a:solidFill>
                <a:latin typeface="Open Sans Medium"/>
              </a:rPr>
              <a:t>In Person</a:t>
            </a:r>
            <a:endParaRPr sz="950" b="0" i="0">
              <a:solidFill>
                <a:srgbClr val="0A0A0A"/>
              </a:solidFill>
              <a:latin typeface="Open Sans Medium"/>
            </a:endParaRPr>
          </a:p>
        </p:txBody>
      </p:sp>
      <p:sp>
        <p:nvSpPr>
          <p:cNvPr id="51" name="Rounded Rectangle 50"/>
          <p:cNvSpPr/>
          <p:nvPr/>
        </p:nvSpPr>
        <p:spPr>
          <a:xfrm>
            <a:off x="7735292" y="4572687"/>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100</a:t>
            </a:r>
          </a:p>
        </p:txBody>
      </p:sp>
      <p:sp>
        <p:nvSpPr>
          <p:cNvPr id="52" name="TextBox 51"/>
          <p:cNvSpPr txBox="1"/>
          <p:nvPr/>
        </p:nvSpPr>
        <p:spPr>
          <a:xfrm>
            <a:off x="8325832" y="4636398"/>
            <a:ext cx="1156061" cy="146194"/>
          </a:xfrm>
          <a:prstGeom prst="rect">
            <a:avLst/>
          </a:prstGeom>
          <a:noFill/>
        </p:spPr>
        <p:txBody>
          <a:bodyPr wrap="square" lIns="0" tIns="0" rIns="0" bIns="0" anchor="ctr">
            <a:spAutoFit/>
          </a:bodyPr>
          <a:lstStyle/>
          <a:p>
            <a:pPr algn="l"/>
            <a:r>
              <a:rPr sz="950" b="0" i="0">
                <a:solidFill>
                  <a:srgbClr val="0A0A0A"/>
                </a:solidFill>
                <a:latin typeface="Open Sans Medium"/>
              </a:rPr>
              <a:t>Mock-up</a:t>
            </a:r>
          </a:p>
        </p:txBody>
      </p:sp>
      <p:sp>
        <p:nvSpPr>
          <p:cNvPr id="53" name="Rounded Rectangle 52"/>
          <p:cNvSpPr/>
          <p:nvPr/>
        </p:nvSpPr>
        <p:spPr>
          <a:xfrm>
            <a:off x="6071616" y="4880173"/>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US" sz="1200">
                <a:solidFill>
                  <a:srgbClr val="FFFFFF"/>
                </a:solidFill>
                <a:latin typeface="+mj-lt"/>
              </a:rPr>
              <a:t>9</a:t>
            </a:r>
            <a:r>
              <a:rPr lang="en-IN" sz="1200" i="0">
                <a:solidFill>
                  <a:srgbClr val="FFFFFF"/>
                </a:solidFill>
                <a:latin typeface="+mj-lt"/>
              </a:rPr>
              <a:t>3</a:t>
            </a:r>
            <a:endParaRPr sz="1200" i="0">
              <a:solidFill>
                <a:srgbClr val="FFFFFF"/>
              </a:solidFill>
              <a:latin typeface="+mj-lt"/>
            </a:endParaRPr>
          </a:p>
        </p:txBody>
      </p:sp>
      <p:sp>
        <p:nvSpPr>
          <p:cNvPr id="54" name="TextBox 53"/>
          <p:cNvSpPr txBox="1"/>
          <p:nvPr/>
        </p:nvSpPr>
        <p:spPr>
          <a:xfrm>
            <a:off x="6668470" y="4935272"/>
            <a:ext cx="1188719" cy="207264"/>
          </a:xfrm>
          <a:prstGeom prst="rect">
            <a:avLst/>
          </a:prstGeom>
          <a:noFill/>
        </p:spPr>
        <p:txBody>
          <a:bodyPr wrap="square" lIns="0" tIns="0" rIns="0" bIns="0" anchor="ctr">
            <a:spAutoFit/>
          </a:bodyPr>
          <a:lstStyle/>
          <a:p>
            <a:pPr algn="l"/>
            <a:r>
              <a:rPr sz="950" b="0" i="0">
                <a:solidFill>
                  <a:srgbClr val="0A0A0A"/>
                </a:solidFill>
                <a:latin typeface="Open Sans Medium"/>
              </a:rPr>
              <a:t>Objection Handling</a:t>
            </a:r>
          </a:p>
        </p:txBody>
      </p:sp>
      <p:sp>
        <p:nvSpPr>
          <p:cNvPr id="55" name="Rounded Rectangle 54"/>
          <p:cNvSpPr/>
          <p:nvPr/>
        </p:nvSpPr>
        <p:spPr>
          <a:xfrm>
            <a:off x="9546336" y="4243550"/>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96</a:t>
            </a:r>
            <a:endParaRPr sz="1200" i="0">
              <a:solidFill>
                <a:srgbClr val="FFFFFF"/>
              </a:solidFill>
              <a:latin typeface="+mj-lt"/>
            </a:endParaRPr>
          </a:p>
        </p:txBody>
      </p:sp>
      <p:sp>
        <p:nvSpPr>
          <p:cNvPr id="56" name="TextBox 55"/>
          <p:cNvSpPr txBox="1"/>
          <p:nvPr/>
        </p:nvSpPr>
        <p:spPr>
          <a:xfrm>
            <a:off x="10168128" y="4265236"/>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Follow-Up</a:t>
            </a:r>
          </a:p>
        </p:txBody>
      </p:sp>
      <p:sp>
        <p:nvSpPr>
          <p:cNvPr id="57" name="Rounded Rectangle 56"/>
          <p:cNvSpPr/>
          <p:nvPr/>
        </p:nvSpPr>
        <p:spPr>
          <a:xfrm>
            <a:off x="9546336" y="4562850"/>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100</a:t>
            </a:r>
          </a:p>
        </p:txBody>
      </p:sp>
      <p:sp>
        <p:nvSpPr>
          <p:cNvPr id="58" name="TextBox 57"/>
          <p:cNvSpPr txBox="1"/>
          <p:nvPr/>
        </p:nvSpPr>
        <p:spPr>
          <a:xfrm>
            <a:off x="10168450" y="4572687"/>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Data Leakage Indicators</a:t>
            </a:r>
          </a:p>
        </p:txBody>
      </p:sp>
      <p:sp>
        <p:nvSpPr>
          <p:cNvPr id="60" name="TextBox 59"/>
          <p:cNvSpPr txBox="1"/>
          <p:nvPr/>
        </p:nvSpPr>
        <p:spPr>
          <a:xfrm>
            <a:off x="626364" y="5179846"/>
            <a:ext cx="1508760" cy="694944"/>
          </a:xfrm>
          <a:prstGeom prst="rect">
            <a:avLst/>
          </a:prstGeom>
          <a:noFill/>
        </p:spPr>
        <p:txBody>
          <a:bodyPr wrap="square" lIns="0" tIns="0" rIns="0" bIns="0" anchor="ctr">
            <a:spAutoFit/>
          </a:bodyPr>
          <a:lstStyle/>
          <a:p>
            <a:pPr algn="l"/>
            <a:r>
              <a:rPr sz="1200" b="1" i="0">
                <a:solidFill>
                  <a:srgbClr val="0A0A0A"/>
                </a:solidFill>
                <a:latin typeface="Open Sans Medium"/>
              </a:rPr>
              <a:t>Third Party
</a:t>
            </a:r>
            <a:r>
              <a:rPr sz="950" b="0" i="0">
                <a:solidFill>
                  <a:srgbClr val="55595C"/>
                </a:solidFill>
                <a:latin typeface="Open Sans Medium"/>
              </a:rPr>
              <a:t>4 evaluations</a:t>
            </a:r>
          </a:p>
        </p:txBody>
      </p:sp>
      <p:sp>
        <p:nvSpPr>
          <p:cNvPr id="61" name="Rounded Rectangle 60"/>
          <p:cNvSpPr/>
          <p:nvPr/>
        </p:nvSpPr>
        <p:spPr>
          <a:xfrm>
            <a:off x="2098548" y="5389427"/>
            <a:ext cx="57150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87</a:t>
            </a:r>
            <a:endParaRPr sz="1200" i="0">
              <a:solidFill>
                <a:srgbClr val="FFFFFF"/>
              </a:solidFill>
              <a:latin typeface="+mj-lt"/>
            </a:endParaRPr>
          </a:p>
        </p:txBody>
      </p:sp>
      <p:sp>
        <p:nvSpPr>
          <p:cNvPr id="62" name="Rounded Rectangle 61"/>
          <p:cNvSpPr/>
          <p:nvPr/>
        </p:nvSpPr>
        <p:spPr>
          <a:xfrm>
            <a:off x="3134106" y="5393347"/>
            <a:ext cx="548640" cy="29260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70</a:t>
            </a:r>
            <a:endParaRPr sz="1200" i="0">
              <a:solidFill>
                <a:srgbClr val="FFFFFF"/>
              </a:solidFill>
              <a:latin typeface="+mj-lt"/>
            </a:endParaRPr>
          </a:p>
        </p:txBody>
      </p:sp>
      <p:sp>
        <p:nvSpPr>
          <p:cNvPr id="63" name="TextBox 62"/>
          <p:cNvSpPr txBox="1"/>
          <p:nvPr/>
        </p:nvSpPr>
        <p:spPr>
          <a:xfrm>
            <a:off x="3753612" y="5423998"/>
            <a:ext cx="1965960" cy="246888"/>
          </a:xfrm>
          <a:prstGeom prst="rect">
            <a:avLst/>
          </a:prstGeom>
          <a:noFill/>
        </p:spPr>
        <p:txBody>
          <a:bodyPr wrap="square" lIns="0" tIns="0" rIns="0" bIns="0" anchor="ctr">
            <a:spAutoFit/>
          </a:bodyPr>
          <a:lstStyle/>
          <a:p>
            <a:pPr algn="l"/>
            <a:r>
              <a:rPr sz="950" b="0" i="0">
                <a:solidFill>
                  <a:srgbClr val="0A0A0A"/>
                </a:solidFill>
                <a:latin typeface="Open Sans Medium"/>
              </a:rPr>
              <a:t>Broker Call Interaction</a:t>
            </a:r>
          </a:p>
        </p:txBody>
      </p:sp>
      <p:sp>
        <p:nvSpPr>
          <p:cNvPr id="64" name="Rounded Rectangle 63"/>
          <p:cNvSpPr/>
          <p:nvPr/>
        </p:nvSpPr>
        <p:spPr>
          <a:xfrm>
            <a:off x="6064965" y="5292019"/>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94</a:t>
            </a:r>
            <a:endParaRPr sz="1200" i="0">
              <a:solidFill>
                <a:srgbClr val="FFFFFF"/>
              </a:solidFill>
              <a:latin typeface="+mj-lt"/>
            </a:endParaRPr>
          </a:p>
        </p:txBody>
      </p:sp>
      <p:sp>
        <p:nvSpPr>
          <p:cNvPr id="65" name="TextBox 64"/>
          <p:cNvSpPr txBox="1"/>
          <p:nvPr/>
        </p:nvSpPr>
        <p:spPr>
          <a:xfrm>
            <a:off x="6675121" y="5312808"/>
            <a:ext cx="2926079" cy="246888"/>
          </a:xfrm>
          <a:prstGeom prst="rect">
            <a:avLst/>
          </a:prstGeom>
          <a:noFill/>
        </p:spPr>
        <p:txBody>
          <a:bodyPr wrap="square" lIns="0" tIns="0" rIns="0" bIns="0" anchor="ctr">
            <a:spAutoFit/>
          </a:bodyPr>
          <a:lstStyle/>
          <a:p>
            <a:pPr algn="l"/>
            <a:r>
              <a:rPr sz="950" b="0" i="0">
                <a:solidFill>
                  <a:srgbClr val="0A0A0A"/>
                </a:solidFill>
                <a:latin typeface="Open Sans Medium"/>
              </a:rPr>
              <a:t>Location Visit</a:t>
            </a:r>
          </a:p>
        </p:txBody>
      </p:sp>
      <p:sp>
        <p:nvSpPr>
          <p:cNvPr id="66" name="Rounded Rectangle 65"/>
          <p:cNvSpPr/>
          <p:nvPr/>
        </p:nvSpPr>
        <p:spPr>
          <a:xfrm>
            <a:off x="6064965" y="5606935"/>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US" sz="1200">
                <a:solidFill>
                  <a:srgbClr val="FFFFFF"/>
                </a:solidFill>
                <a:latin typeface="+mj-lt"/>
              </a:rPr>
              <a:t>93</a:t>
            </a:r>
            <a:endParaRPr sz="1200" i="0">
              <a:solidFill>
                <a:srgbClr val="FFFFFF"/>
              </a:solidFill>
              <a:latin typeface="+mj-lt"/>
            </a:endParaRPr>
          </a:p>
        </p:txBody>
      </p:sp>
      <p:sp>
        <p:nvSpPr>
          <p:cNvPr id="67" name="TextBox 66"/>
          <p:cNvSpPr txBox="1"/>
          <p:nvPr/>
        </p:nvSpPr>
        <p:spPr>
          <a:xfrm>
            <a:off x="6675121" y="5662351"/>
            <a:ext cx="2926079" cy="246888"/>
          </a:xfrm>
          <a:prstGeom prst="rect">
            <a:avLst/>
          </a:prstGeom>
          <a:noFill/>
        </p:spPr>
        <p:txBody>
          <a:bodyPr wrap="square" lIns="0" tIns="0" rIns="0" bIns="0" anchor="ctr">
            <a:spAutoFit/>
          </a:bodyPr>
          <a:lstStyle/>
          <a:p>
            <a:pPr algn="l"/>
            <a:r>
              <a:rPr sz="950" b="0" i="0">
                <a:solidFill>
                  <a:srgbClr val="0A0A0A"/>
                </a:solidFill>
                <a:latin typeface="Open Sans Medium"/>
              </a:rPr>
              <a:t>Objection Handling</a:t>
            </a:r>
          </a:p>
        </p:txBody>
      </p:sp>
      <p:sp>
        <p:nvSpPr>
          <p:cNvPr id="68" name="Rounded Rectangle 67"/>
          <p:cNvSpPr/>
          <p:nvPr/>
        </p:nvSpPr>
        <p:spPr>
          <a:xfrm>
            <a:off x="9555480" y="5287447"/>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100</a:t>
            </a:r>
          </a:p>
        </p:txBody>
      </p:sp>
      <p:sp>
        <p:nvSpPr>
          <p:cNvPr id="69" name="TextBox 68"/>
          <p:cNvSpPr txBox="1"/>
          <p:nvPr/>
        </p:nvSpPr>
        <p:spPr>
          <a:xfrm>
            <a:off x="10168128" y="5288843"/>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Follow-Up</a:t>
            </a:r>
          </a:p>
        </p:txBody>
      </p:sp>
      <p:sp>
        <p:nvSpPr>
          <p:cNvPr id="70" name="Rounded Rectangle 69"/>
          <p:cNvSpPr/>
          <p:nvPr/>
        </p:nvSpPr>
        <p:spPr>
          <a:xfrm>
            <a:off x="9555480" y="5607395"/>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100</a:t>
            </a:r>
          </a:p>
        </p:txBody>
      </p:sp>
      <p:sp>
        <p:nvSpPr>
          <p:cNvPr id="71" name="TextBox 70"/>
          <p:cNvSpPr txBox="1"/>
          <p:nvPr/>
        </p:nvSpPr>
        <p:spPr>
          <a:xfrm>
            <a:off x="10168129" y="5602915"/>
            <a:ext cx="1536191" cy="246888"/>
          </a:xfrm>
          <a:prstGeom prst="rect">
            <a:avLst/>
          </a:prstGeom>
          <a:noFill/>
        </p:spPr>
        <p:txBody>
          <a:bodyPr wrap="square" lIns="0" tIns="0" rIns="0" bIns="0" anchor="ctr">
            <a:spAutoFit/>
          </a:bodyPr>
          <a:lstStyle/>
          <a:p>
            <a:pPr algn="l"/>
            <a:r>
              <a:rPr sz="950" b="0" i="0">
                <a:solidFill>
                  <a:srgbClr val="0A0A0A"/>
                </a:solidFill>
                <a:latin typeface="Open Sans Medium"/>
              </a:rPr>
              <a:t>Data Leakage Indicators</a:t>
            </a:r>
          </a:p>
        </p:txBody>
      </p:sp>
      <p:sp>
        <p:nvSpPr>
          <p:cNvPr id="74" name="Oval 73"/>
          <p:cNvSpPr/>
          <p:nvPr/>
        </p:nvSpPr>
        <p:spPr>
          <a:xfrm>
            <a:off x="504001" y="611523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949625" y="6115236"/>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extLst>
              <a:ext uri="{FF2B5EF4-FFF2-40B4-BE49-F238E27FC236}">
                <a16:creationId xmlns:a16="http://schemas.microsoft.com/office/drawing/2014/main" id="{862B28D9-20EC-D045-EAC7-E04A72801D52}"/>
              </a:ext>
            </a:extLst>
          </p:cNvPr>
          <p:cNvSpPr txBox="1"/>
          <p:nvPr/>
        </p:nvSpPr>
        <p:spPr>
          <a:xfrm>
            <a:off x="794525" y="6131679"/>
            <a:ext cx="1097280" cy="146194"/>
          </a:xfrm>
          <a:prstGeom prst="rect">
            <a:avLst/>
          </a:prstGeom>
          <a:noFill/>
        </p:spPr>
        <p:txBody>
          <a:bodyPr wrap="square" lIns="0" tIns="0" rIns="0" bIns="0" anchor="ctr">
            <a:spAutoFit/>
          </a:bodyPr>
          <a:lstStyle/>
          <a:p>
            <a:pPr algn="l"/>
            <a:r>
              <a:rPr lang="en-IN" sz="950">
                <a:solidFill>
                  <a:srgbClr val="55595C"/>
                </a:solidFill>
                <a:latin typeface="Open Sans Medium"/>
              </a:rPr>
              <a:t>75 and Above</a:t>
            </a:r>
            <a:endParaRPr sz="950" b="0" i="0">
              <a:solidFill>
                <a:srgbClr val="55595C"/>
              </a:solidFill>
              <a:latin typeface="Open Sans Medium"/>
            </a:endParaRPr>
          </a:p>
        </p:txBody>
      </p:sp>
      <p:sp>
        <p:nvSpPr>
          <p:cNvPr id="84" name="TextBox 83">
            <a:extLst>
              <a:ext uri="{FF2B5EF4-FFF2-40B4-BE49-F238E27FC236}">
                <a16:creationId xmlns:a16="http://schemas.microsoft.com/office/drawing/2014/main" id="{635C2584-9307-1BC5-A51F-4728D2C65D34}"/>
              </a:ext>
            </a:extLst>
          </p:cNvPr>
          <p:cNvSpPr txBox="1"/>
          <p:nvPr/>
        </p:nvSpPr>
        <p:spPr>
          <a:xfrm>
            <a:off x="2227645" y="6120951"/>
            <a:ext cx="1097280" cy="146194"/>
          </a:xfrm>
          <a:prstGeom prst="rect">
            <a:avLst/>
          </a:prstGeom>
          <a:noFill/>
        </p:spPr>
        <p:txBody>
          <a:bodyPr wrap="square" lIns="0" tIns="0" rIns="0" bIns="0" anchor="ctr">
            <a:spAutoFit/>
          </a:bodyPr>
          <a:lstStyle/>
          <a:p>
            <a:pPr algn="l"/>
            <a:r>
              <a:rPr lang="en-IN" sz="950">
                <a:solidFill>
                  <a:srgbClr val="55595C"/>
                </a:solidFill>
                <a:latin typeface="Open Sans Medium"/>
              </a:rPr>
              <a:t>Below 75</a:t>
            </a:r>
            <a:endParaRPr sz="950" b="0" i="0">
              <a:solidFill>
                <a:srgbClr val="55595C"/>
              </a:solidFill>
              <a:latin typeface="Open Sans Medium"/>
            </a:endParaRPr>
          </a:p>
        </p:txBody>
      </p:sp>
      <p:sp>
        <p:nvSpPr>
          <p:cNvPr id="11" name="TextBox 10">
            <a:extLst>
              <a:ext uri="{FF2B5EF4-FFF2-40B4-BE49-F238E27FC236}">
                <a16:creationId xmlns:a16="http://schemas.microsoft.com/office/drawing/2014/main" id="{C79E7320-D35C-CD15-96AF-B9095ED8DC07}"/>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0" y="0"/>
            <a:ext cx="12191999" cy="6080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87379" y="225433"/>
            <a:ext cx="10698480" cy="274320"/>
          </a:xfrm>
        </p:spPr>
        <p:txBody>
          <a:bodyPr vert="horz" lIns="91440" tIns="45720" rIns="91440" bIns="45720" rtlCol="0" anchor="ctr">
            <a:noAutofit/>
          </a:bodyPr>
          <a:lstStyle/>
          <a:p>
            <a:r>
              <a:rPr lang="en-IN">
                <a:latin typeface="Oswald Regular"/>
              </a:rPr>
              <a:t>KEY TAKEAWAYS</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5</a:t>
            </a:fld>
            <a:endParaRPr lang="en-IN" sz="1000" b="0" spc="0">
              <a:solidFill>
                <a:srgbClr val="AAB7C4"/>
              </a:solidFill>
              <a:latin typeface="Open Sans Medium"/>
            </a:endParaRPr>
          </a:p>
        </p:txBody>
      </p:sp>
      <p:graphicFrame>
        <p:nvGraphicFramePr>
          <p:cNvPr id="4" name="Table 3">
            <a:extLst>
              <a:ext uri="{FF2B5EF4-FFF2-40B4-BE49-F238E27FC236}">
                <a16:creationId xmlns:a16="http://schemas.microsoft.com/office/drawing/2014/main" id="{2F6B3EA3-9163-FE38-E1CF-01FADC040C01}"/>
              </a:ext>
            </a:extLst>
          </p:cNvPr>
          <p:cNvGraphicFramePr>
            <a:graphicFrameLocks noGrp="1"/>
          </p:cNvGraphicFramePr>
          <p:nvPr>
            <p:extLst>
              <p:ext uri="{D42A27DB-BD31-4B8C-83A1-F6EECF244321}">
                <p14:modId xmlns:p14="http://schemas.microsoft.com/office/powerpoint/2010/main" val="739115900"/>
              </p:ext>
            </p:extLst>
          </p:nvPr>
        </p:nvGraphicFramePr>
        <p:xfrm>
          <a:off x="405384" y="1411439"/>
          <a:ext cx="11173968" cy="4325112"/>
        </p:xfrm>
        <a:graphic>
          <a:graphicData uri="http://schemas.openxmlformats.org/drawingml/2006/table">
            <a:tbl>
              <a:tblPr>
                <a:tableStyleId>{5C22544A-7EE6-4342-B048-85BDC9FD1C3A}</a:tableStyleId>
              </a:tblPr>
              <a:tblGrid>
                <a:gridCol w="3724656">
                  <a:extLst>
                    <a:ext uri="{9D8B030D-6E8A-4147-A177-3AD203B41FA5}">
                      <a16:colId xmlns:a16="http://schemas.microsoft.com/office/drawing/2014/main" val="20000"/>
                    </a:ext>
                  </a:extLst>
                </a:gridCol>
                <a:gridCol w="3724656">
                  <a:extLst>
                    <a:ext uri="{9D8B030D-6E8A-4147-A177-3AD203B41FA5}">
                      <a16:colId xmlns:a16="http://schemas.microsoft.com/office/drawing/2014/main" val="20001"/>
                    </a:ext>
                  </a:extLst>
                </a:gridCol>
                <a:gridCol w="3724656">
                  <a:extLst>
                    <a:ext uri="{9D8B030D-6E8A-4147-A177-3AD203B41FA5}">
                      <a16:colId xmlns:a16="http://schemas.microsoft.com/office/drawing/2014/main" val="20002"/>
                    </a:ext>
                  </a:extLst>
                </a:gridCol>
              </a:tblGrid>
              <a:tr h="475488">
                <a:tc>
                  <a:txBody>
                    <a:bodyPr/>
                    <a:lstStyle/>
                    <a:p>
                      <a:pPr algn="ctr">
                        <a:lnSpc>
                          <a:spcPct val="106000"/>
                        </a:lnSpc>
                        <a:spcAft>
                          <a:spcPts val="300"/>
                        </a:spcAft>
                      </a:pPr>
                      <a:r>
                        <a:rPr lang="en-IN" sz="1600" b="1">
                          <a:solidFill>
                            <a:srgbClr val="1E4164"/>
                          </a:solidFill>
                          <a:latin typeface="Open Sans Medium"/>
                        </a:rPr>
                        <a:t>Strong Performance</a:t>
                      </a:r>
                    </a:p>
                  </a:txBody>
                  <a:tcPr marL="164592" marR="164592" marT="118872" marB="91440">
                    <a:solidFill>
                      <a:srgbClr val="DEEBF7"/>
                    </a:solidFill>
                  </a:tcPr>
                </a:tc>
                <a:tc>
                  <a:txBody>
                    <a:bodyPr/>
                    <a:lstStyle/>
                    <a:p>
                      <a:pPr algn="ctr">
                        <a:lnSpc>
                          <a:spcPct val="106000"/>
                        </a:lnSpc>
                        <a:spcAft>
                          <a:spcPts val="300"/>
                        </a:spcAft>
                      </a:pPr>
                      <a:r>
                        <a:rPr lang="en-IN" sz="1600" b="1">
                          <a:solidFill>
                            <a:srgbClr val="0B0B0C"/>
                          </a:solidFill>
                          <a:latin typeface="Open Sans Medium"/>
                        </a:rPr>
                        <a:t>Service Gaps</a:t>
                      </a:r>
                    </a:p>
                  </a:txBody>
                  <a:tcPr marL="164592" marR="164592" marT="118872" marB="91440">
                    <a:solidFill>
                      <a:srgbClr val="FFC000"/>
                    </a:solidFill>
                  </a:tcPr>
                </a:tc>
                <a:tc>
                  <a:txBody>
                    <a:bodyPr/>
                    <a:lstStyle/>
                    <a:p>
                      <a:pPr algn="ctr">
                        <a:lnSpc>
                          <a:spcPct val="106000"/>
                        </a:lnSpc>
                        <a:spcAft>
                          <a:spcPts val="300"/>
                        </a:spcAft>
                      </a:pPr>
                      <a:r>
                        <a:rPr lang="en-IN" sz="1600" b="1">
                          <a:solidFill>
                            <a:srgbClr val="D7262B"/>
                          </a:solidFill>
                          <a:latin typeface="Open Sans Medium"/>
                        </a:rPr>
                        <a:t>Critical Findings</a:t>
                      </a:r>
                    </a:p>
                  </a:txBody>
                  <a:tcPr marL="164592" marR="164592" marT="118872" marB="91440">
                    <a:solidFill>
                      <a:srgbClr val="FFC9C9"/>
                    </a:solidFill>
                  </a:tcPr>
                </a:tc>
                <a:extLst>
                  <a:ext uri="{0D108BD9-81ED-4DB2-BD59-A6C34878D82A}">
                    <a16:rowId xmlns:a16="http://schemas.microsoft.com/office/drawing/2014/main" val="10000"/>
                  </a:ext>
                </a:extLst>
              </a:tr>
              <a:tr h="969264">
                <a:tc>
                  <a:txBody>
                    <a:bodyPr/>
                    <a:lstStyle/>
                    <a:p>
                      <a:pPr algn="l">
                        <a:lnSpc>
                          <a:spcPct val="106000"/>
                        </a:lnSpc>
                        <a:spcAft>
                          <a:spcPts val="300"/>
                        </a:spcAft>
                      </a:pPr>
                      <a:r>
                        <a:rPr lang="en-US" sz="1800" b="1">
                          <a:solidFill>
                            <a:srgbClr val="1E4164"/>
                          </a:solidFill>
                          <a:latin typeface="Open Sans Medium"/>
                        </a:rPr>
                        <a:t>64% positive ratings</a:t>
                      </a:r>
                    </a:p>
                    <a:p>
                      <a:pPr algn="l">
                        <a:lnSpc>
                          <a:spcPct val="106000"/>
                        </a:lnSpc>
                        <a:spcAft>
                          <a:spcPts val="300"/>
                        </a:spcAft>
                      </a:pPr>
                      <a:r>
                        <a:rPr lang="en-US" sz="1200" b="0">
                          <a:solidFill>
                            <a:srgbClr val="292929"/>
                          </a:solidFill>
                          <a:latin typeface="Open Sans Medium"/>
                        </a:rPr>
                        <a:t>34/53 rated Excellent or Very Good</a:t>
                      </a:r>
                    </a:p>
                  </a:txBody>
                  <a:tcPr marL="164592" marR="164592" marT="118872" marB="91440">
                    <a:solidFill>
                      <a:srgbClr val="FAFAFA"/>
                    </a:solidFill>
                  </a:tcPr>
                </a:tc>
                <a:tc>
                  <a:txBody>
                    <a:bodyPr/>
                    <a:lstStyle/>
                    <a:p>
                      <a:pPr algn="l">
                        <a:lnSpc>
                          <a:spcPct val="106000"/>
                        </a:lnSpc>
                        <a:spcAft>
                          <a:spcPts val="300"/>
                        </a:spcAft>
                      </a:pPr>
                      <a:r>
                        <a:rPr lang="en-US" sz="1800" b="1">
                          <a:solidFill>
                            <a:srgbClr val="0B0B0C"/>
                          </a:solidFill>
                          <a:highlight>
                            <a:srgbClr val="FFC000"/>
                          </a:highlight>
                          <a:latin typeface="Open Sans Medium"/>
                        </a:rPr>
                        <a:t>30% missing details</a:t>
                      </a:r>
                    </a:p>
                    <a:p>
                      <a:pPr algn="l">
                        <a:lnSpc>
                          <a:spcPct val="106000"/>
                        </a:lnSpc>
                        <a:spcAft>
                          <a:spcPts val="300"/>
                        </a:spcAft>
                      </a:pPr>
                      <a:r>
                        <a:rPr lang="en-US" sz="1200" b="0">
                          <a:solidFill>
                            <a:srgbClr val="0B0B0C"/>
                          </a:solidFill>
                          <a:highlight>
                            <a:srgbClr val="FFC000"/>
                          </a:highlight>
                          <a:latin typeface="Open Sans Medium"/>
                        </a:rPr>
                        <a:t>7/23 phone and digital enquiries</a:t>
                      </a:r>
                    </a:p>
                  </a:txBody>
                  <a:tcPr marL="164592" marR="164592" marT="118872" marB="91440">
                    <a:solidFill>
                      <a:srgbClr val="FAFAFA"/>
                    </a:solidFill>
                  </a:tcPr>
                </a:tc>
                <a:tc>
                  <a:txBody>
                    <a:bodyPr/>
                    <a:lstStyle/>
                    <a:p>
                      <a:pPr algn="l">
                        <a:lnSpc>
                          <a:spcPct val="106000"/>
                        </a:lnSpc>
                        <a:spcAft>
                          <a:spcPts val="300"/>
                        </a:spcAft>
                      </a:pPr>
                      <a:r>
                        <a:rPr lang="en-US" sz="1800" b="1">
                          <a:solidFill>
                            <a:srgbClr val="D7262B"/>
                          </a:solidFill>
                          <a:latin typeface="Open Sans Medium"/>
                        </a:rPr>
                        <a:t>13% data leakages</a:t>
                      </a:r>
                    </a:p>
                    <a:p>
                      <a:pPr algn="l">
                        <a:lnSpc>
                          <a:spcPct val="106000"/>
                        </a:lnSpc>
                        <a:spcAft>
                          <a:spcPts val="300"/>
                        </a:spcAft>
                      </a:pPr>
                      <a:r>
                        <a:rPr lang="en-US" sz="1200" b="0">
                          <a:solidFill>
                            <a:srgbClr val="D7262B"/>
                          </a:solidFill>
                          <a:latin typeface="Open Sans Medium"/>
                        </a:rPr>
                        <a:t>Reported through various channels Kiosk (3), Digital (2), Office Visit (1) and Call Center (1)</a:t>
                      </a:r>
                    </a:p>
                  </a:txBody>
                  <a:tcPr marL="164592" marR="164592" marT="118872" marB="91440">
                    <a:solidFill>
                      <a:srgbClr val="FAFAFA"/>
                    </a:solidFill>
                  </a:tcPr>
                </a:tc>
                <a:extLst>
                  <a:ext uri="{0D108BD9-81ED-4DB2-BD59-A6C34878D82A}">
                    <a16:rowId xmlns:a16="http://schemas.microsoft.com/office/drawing/2014/main" val="10001"/>
                  </a:ext>
                </a:extLst>
              </a:tr>
              <a:tr h="2880360">
                <a:tc>
                  <a:txBody>
                    <a:bodyPr/>
                    <a:lstStyle/>
                    <a:p>
                      <a:pPr algn="l">
                        <a:lnSpc>
                          <a:spcPct val="106000"/>
                        </a:lnSpc>
                        <a:spcAft>
                          <a:spcPts val="600"/>
                        </a:spcAft>
                      </a:pPr>
                      <a:r>
                        <a:rPr lang="en-US" sz="1250" b="1">
                          <a:solidFill>
                            <a:srgbClr val="292929"/>
                          </a:solidFill>
                          <a:latin typeface="Open Sans Medium"/>
                        </a:rPr>
                        <a:t>Courtesy stands out:</a:t>
                      </a:r>
                      <a:r>
                        <a:rPr lang="en-US" sz="1250" b="0">
                          <a:solidFill>
                            <a:srgbClr val="292929"/>
                          </a:solidFill>
                          <a:latin typeface="Open Sans Medium"/>
                        </a:rPr>
                        <a:t> </a:t>
                      </a:r>
                      <a:r>
                        <a:rPr lang="en-US" sz="1250" b="1">
                          <a:solidFill>
                            <a:srgbClr val="1E4164"/>
                          </a:solidFill>
                          <a:latin typeface="Open Sans Medium"/>
                        </a:rPr>
                        <a:t>100%</a:t>
                      </a:r>
                      <a:r>
                        <a:rPr lang="en-US" sz="1250" b="0">
                          <a:solidFill>
                            <a:srgbClr val="292929"/>
                          </a:solidFill>
                          <a:latin typeface="Open Sans Medium"/>
                        </a:rPr>
                        <a:t> of phone/digital enquiries (23/23) and </a:t>
                      </a:r>
                      <a:r>
                        <a:rPr lang="en-US" sz="1250" b="1">
                          <a:solidFill>
                            <a:srgbClr val="1E4164"/>
                          </a:solidFill>
                          <a:latin typeface="Open Sans Medium"/>
                        </a:rPr>
                        <a:t>96%</a:t>
                      </a:r>
                      <a:r>
                        <a:rPr lang="en-US" sz="1250" b="0">
                          <a:solidFill>
                            <a:srgbClr val="292929"/>
                          </a:solidFill>
                          <a:latin typeface="Open Sans Medium"/>
                        </a:rPr>
                        <a:t> of kiosk/office visits (24/25) report polite service.</a:t>
                      </a:r>
                    </a:p>
                    <a:p>
                      <a:pPr algn="l">
                        <a:lnSpc>
                          <a:spcPct val="106000"/>
                        </a:lnSpc>
                        <a:spcAft>
                          <a:spcPts val="600"/>
                        </a:spcAft>
                      </a:pPr>
                      <a:r>
                        <a:rPr lang="en-US" sz="1250" b="1">
                          <a:solidFill>
                            <a:srgbClr val="292929"/>
                          </a:solidFill>
                          <a:latin typeface="Open Sans Medium"/>
                        </a:rPr>
                        <a:t>Advice is useful:</a:t>
                      </a:r>
                      <a:r>
                        <a:rPr lang="en-US" sz="1250" b="0">
                          <a:solidFill>
                            <a:srgbClr val="292929"/>
                          </a:solidFill>
                          <a:latin typeface="Open Sans Medium"/>
                        </a:rPr>
                        <a:t> </a:t>
                      </a:r>
                      <a:r>
                        <a:rPr lang="en-US" sz="1250" b="1">
                          <a:solidFill>
                            <a:srgbClr val="1E4164"/>
                          </a:solidFill>
                          <a:latin typeface="Open Sans Medium"/>
                        </a:rPr>
                        <a:t>92%</a:t>
                      </a:r>
                      <a:r>
                        <a:rPr lang="en-US" sz="1250" b="0">
                          <a:solidFill>
                            <a:srgbClr val="292929"/>
                          </a:solidFill>
                          <a:latin typeface="Open Sans Medium"/>
                        </a:rPr>
                        <a:t> of kiosk/office customers (23/25) had all queries answered. Comments praise project and payment-plan explanations.</a:t>
                      </a:r>
                    </a:p>
                    <a:p>
                      <a:pPr algn="l">
                        <a:lnSpc>
                          <a:spcPct val="106000"/>
                        </a:lnSpc>
                        <a:spcAft>
                          <a:spcPts val="600"/>
                        </a:spcAft>
                      </a:pPr>
                      <a:r>
                        <a:rPr lang="en-US" sz="1250" b="1">
                          <a:solidFill>
                            <a:srgbClr val="292929"/>
                          </a:solidFill>
                          <a:latin typeface="Open Sans Medium"/>
                        </a:rPr>
                        <a:t>Offices feel comfortable:</a:t>
                      </a:r>
                      <a:r>
                        <a:rPr lang="en-US" sz="1250" b="0">
                          <a:solidFill>
                            <a:srgbClr val="292929"/>
                          </a:solidFill>
                          <a:latin typeface="Open Sans Medium"/>
                        </a:rPr>
                        <a:t> Cleanliness and ambience/safety each drew </a:t>
                      </a:r>
                      <a:r>
                        <a:rPr lang="en-US" sz="1250" b="1">
                          <a:solidFill>
                            <a:srgbClr val="1E4164"/>
                          </a:solidFill>
                          <a:latin typeface="Open Sans Medium"/>
                        </a:rPr>
                        <a:t>100% </a:t>
                      </a:r>
                      <a:r>
                        <a:rPr lang="en-US" sz="1250" b="0">
                          <a:solidFill>
                            <a:srgbClr val="292929"/>
                          </a:solidFill>
                          <a:latin typeface="Open Sans Medium"/>
                        </a:rPr>
                        <a:t>of visits (10/10).</a:t>
                      </a:r>
                    </a:p>
                    <a:p>
                      <a:pPr algn="l">
                        <a:lnSpc>
                          <a:spcPct val="106000"/>
                        </a:lnSpc>
                        <a:spcAft>
                          <a:spcPts val="600"/>
                        </a:spcAft>
                      </a:pPr>
                      <a:r>
                        <a:rPr lang="en-US" sz="1250" b="1">
                          <a:solidFill>
                            <a:srgbClr val="292929"/>
                          </a:solidFill>
                          <a:latin typeface="Open Sans Medium"/>
                        </a:rPr>
                        <a:t>Demonstrations work:</a:t>
                      </a:r>
                      <a:r>
                        <a:rPr lang="en-US" sz="1250" b="0">
                          <a:solidFill>
                            <a:srgbClr val="292929"/>
                          </a:solidFill>
                          <a:latin typeface="Open Sans Medium"/>
                        </a:rPr>
                        <a:t> All 3 mock-up tours met quality expectations </a:t>
                      </a:r>
                      <a:r>
                        <a:rPr lang="en-US" sz="1250" b="1">
                          <a:solidFill>
                            <a:srgbClr val="1E4164"/>
                          </a:solidFill>
                          <a:latin typeface="Open Sans Medium"/>
                        </a:rPr>
                        <a:t>100%</a:t>
                      </a:r>
                      <a:r>
                        <a:rPr lang="en-US" sz="1250" b="0">
                          <a:solidFill>
                            <a:srgbClr val="292929"/>
                          </a:solidFill>
                          <a:latin typeface="Open Sans Medium"/>
                        </a:rPr>
                        <a:t>, appreciated for clear presentations.</a:t>
                      </a:r>
                    </a:p>
                  </a:txBody>
                  <a:tcPr marL="164592" marR="164592" marT="118872" marB="91440">
                    <a:solidFill>
                      <a:srgbClr val="FFFFFF"/>
                    </a:solidFill>
                  </a:tcPr>
                </a:tc>
                <a:tc>
                  <a:txBody>
                    <a:bodyPr/>
                    <a:lstStyle/>
                    <a:p>
                      <a:pPr algn="l">
                        <a:lnSpc>
                          <a:spcPct val="106000"/>
                        </a:lnSpc>
                        <a:spcAft>
                          <a:spcPts val="600"/>
                        </a:spcAft>
                      </a:pPr>
                      <a:r>
                        <a:rPr lang="en-US" sz="1250" b="1">
                          <a:solidFill>
                            <a:srgbClr val="292929"/>
                          </a:solidFill>
                          <a:latin typeface="Open Sans Medium"/>
                        </a:rPr>
                        <a:t>Next steps are unclear:</a:t>
                      </a:r>
                      <a:r>
                        <a:rPr lang="en-US" sz="1250" b="0">
                          <a:solidFill>
                            <a:srgbClr val="292929"/>
                          </a:solidFill>
                          <a:latin typeface="Open Sans Medium"/>
                        </a:rPr>
                        <a:t> </a:t>
                      </a:r>
                      <a:r>
                        <a:rPr lang="en-US" sz="1250" b="1">
                          <a:solidFill>
                            <a:srgbClr val="0B0B0C"/>
                          </a:solidFill>
                          <a:highlight>
                            <a:srgbClr val="FFC000"/>
                          </a:highlight>
                          <a:latin typeface="Open Sans Medium"/>
                        </a:rPr>
                        <a:t>57%</a:t>
                      </a:r>
                      <a:r>
                        <a:rPr lang="en-US" sz="1250" b="1">
                          <a:solidFill>
                            <a:srgbClr val="0B0B0C"/>
                          </a:solidFill>
                          <a:latin typeface="Open Sans Medium"/>
                        </a:rPr>
                        <a:t> </a:t>
                      </a:r>
                      <a:r>
                        <a:rPr lang="en-US" sz="1250" b="0">
                          <a:solidFill>
                            <a:srgbClr val="292929"/>
                          </a:solidFill>
                          <a:latin typeface="Open Sans Medium"/>
                        </a:rPr>
                        <a:t>of digital enquiries (8/14) received no callback timeline. Comments cited missed Zoom confirmations.</a:t>
                      </a:r>
                    </a:p>
                    <a:p>
                      <a:pPr algn="l">
                        <a:lnSpc>
                          <a:spcPct val="106000"/>
                        </a:lnSpc>
                        <a:spcAft>
                          <a:spcPts val="600"/>
                        </a:spcAft>
                      </a:pPr>
                      <a:r>
                        <a:rPr lang="en-US" sz="1250" b="1">
                          <a:solidFill>
                            <a:srgbClr val="292929"/>
                          </a:solidFill>
                          <a:latin typeface="Open Sans Medium"/>
                        </a:rPr>
                        <a:t>Details do not arrive:</a:t>
                      </a:r>
                      <a:r>
                        <a:rPr lang="en-US" sz="1250" b="0">
                          <a:solidFill>
                            <a:srgbClr val="292929"/>
                          </a:solidFill>
                          <a:latin typeface="Open Sans Medium"/>
                        </a:rPr>
                        <a:t> </a:t>
                      </a:r>
                      <a:r>
                        <a:rPr lang="en-US" sz="1250" b="1">
                          <a:solidFill>
                            <a:srgbClr val="0B0B0C"/>
                          </a:solidFill>
                          <a:highlight>
                            <a:srgbClr val="FFC000"/>
                          </a:highlight>
                          <a:latin typeface="Open Sans Medium"/>
                        </a:rPr>
                        <a:t>30%</a:t>
                      </a:r>
                      <a:r>
                        <a:rPr lang="en-US" sz="1250" b="1">
                          <a:solidFill>
                            <a:srgbClr val="A9511C"/>
                          </a:solidFill>
                          <a:latin typeface="Open Sans Medium"/>
                        </a:rPr>
                        <a:t> </a:t>
                      </a:r>
                      <a:r>
                        <a:rPr lang="en-US" sz="1250" b="0">
                          <a:solidFill>
                            <a:srgbClr val="292929"/>
                          </a:solidFill>
                          <a:latin typeface="Open Sans Medium"/>
                        </a:rPr>
                        <a:t>of phone/digital enquiries (7/23) lacked requested materials. Some customers faced pressure to visit first.</a:t>
                      </a:r>
                    </a:p>
                    <a:p>
                      <a:pPr algn="l">
                        <a:lnSpc>
                          <a:spcPct val="106000"/>
                        </a:lnSpc>
                        <a:spcAft>
                          <a:spcPts val="600"/>
                        </a:spcAft>
                      </a:pPr>
                      <a:r>
                        <a:rPr lang="en-US" sz="1250" b="1">
                          <a:solidFill>
                            <a:srgbClr val="292929"/>
                          </a:solidFill>
                          <a:latin typeface="Open Sans Medium"/>
                        </a:rPr>
                        <a:t>Follow-up is inconsistent:</a:t>
                      </a:r>
                      <a:r>
                        <a:rPr lang="en-US" sz="1250" b="0">
                          <a:solidFill>
                            <a:srgbClr val="292929"/>
                          </a:solidFill>
                          <a:latin typeface="Open Sans Medium"/>
                        </a:rPr>
                        <a:t> </a:t>
                      </a:r>
                      <a:r>
                        <a:rPr lang="en-US" sz="1250" b="1">
                          <a:solidFill>
                            <a:srgbClr val="0B0B0C"/>
                          </a:solidFill>
                          <a:highlight>
                            <a:srgbClr val="FFC000"/>
                          </a:highlight>
                          <a:latin typeface="Open Sans Medium"/>
                        </a:rPr>
                        <a:t>28%</a:t>
                      </a:r>
                      <a:r>
                        <a:rPr lang="en-US" sz="1250" b="1">
                          <a:solidFill>
                            <a:srgbClr val="0B0B0C"/>
                          </a:solidFill>
                          <a:latin typeface="Open Sans Medium"/>
                        </a:rPr>
                        <a:t> </a:t>
                      </a:r>
                      <a:r>
                        <a:rPr lang="en-US" sz="1250" b="0">
                          <a:solidFill>
                            <a:srgbClr val="292929"/>
                          </a:solidFill>
                          <a:latin typeface="Open Sans Medium"/>
                        </a:rPr>
                        <a:t>of kiosk/office customers (7/25) received no contact within 48 hours.</a:t>
                      </a:r>
                    </a:p>
                    <a:p>
                      <a:pPr algn="l">
                        <a:lnSpc>
                          <a:spcPct val="106000"/>
                        </a:lnSpc>
                        <a:spcAft>
                          <a:spcPts val="600"/>
                        </a:spcAft>
                      </a:pPr>
                      <a:r>
                        <a:rPr lang="en-US" sz="1250" b="1">
                          <a:solidFill>
                            <a:srgbClr val="292929"/>
                          </a:solidFill>
                          <a:latin typeface="Open Sans Medium"/>
                        </a:rPr>
                        <a:t>Office process is incomplete:</a:t>
                      </a:r>
                      <a:r>
                        <a:rPr lang="en-US" sz="1250" b="0">
                          <a:solidFill>
                            <a:srgbClr val="292929"/>
                          </a:solidFill>
                          <a:latin typeface="Open Sans Medium"/>
                        </a:rPr>
                        <a:t> </a:t>
                      </a:r>
                      <a:r>
                        <a:rPr lang="en-US" sz="1250" b="1">
                          <a:solidFill>
                            <a:srgbClr val="0B0B0C"/>
                          </a:solidFill>
                          <a:highlight>
                            <a:srgbClr val="FFC000"/>
                          </a:highlight>
                          <a:latin typeface="Open Sans Medium"/>
                        </a:rPr>
                        <a:t>70%</a:t>
                      </a:r>
                      <a:r>
                        <a:rPr lang="en-US" sz="1250" b="0">
                          <a:solidFill>
                            <a:srgbClr val="0B0B0C"/>
                          </a:solidFill>
                          <a:latin typeface="Open Sans Medium"/>
                        </a:rPr>
                        <a:t> </a:t>
                      </a:r>
                      <a:r>
                        <a:rPr lang="en-US" sz="1250" b="0">
                          <a:solidFill>
                            <a:srgbClr val="292929"/>
                          </a:solidFill>
                          <a:latin typeface="Open Sans Medium"/>
                        </a:rPr>
                        <a:t>of visits (7/10) lacked an enquiry form.</a:t>
                      </a:r>
                    </a:p>
                  </a:txBody>
                  <a:tcPr marL="164592" marR="164592" marT="118872" marB="91440">
                    <a:solidFill>
                      <a:srgbClr val="FFFFFF"/>
                    </a:solidFill>
                  </a:tcPr>
                </a:tc>
                <a:tc>
                  <a:txBody>
                    <a:bodyPr/>
                    <a:lstStyle/>
                    <a:p>
                      <a:pPr algn="l">
                        <a:lnSpc>
                          <a:spcPct val="106000"/>
                        </a:lnSpc>
                        <a:spcAft>
                          <a:spcPts val="600"/>
                        </a:spcAft>
                      </a:pPr>
                      <a:r>
                        <a:rPr lang="en-US" sz="1250" b="1">
                          <a:solidFill>
                            <a:srgbClr val="292929"/>
                          </a:solidFill>
                          <a:latin typeface="Open Sans Medium"/>
                        </a:rPr>
                        <a:t>Call reports need review:</a:t>
                      </a:r>
                      <a:r>
                        <a:rPr lang="en-US" sz="1250" b="0">
                          <a:solidFill>
                            <a:srgbClr val="292929"/>
                          </a:solidFill>
                          <a:latin typeface="Open Sans Medium"/>
                        </a:rPr>
                        <a:t> Comments identify 4 external-broker contacts (4/53, </a:t>
                      </a:r>
                      <a:r>
                        <a:rPr lang="en-US" sz="1250" b="1" kern="1200">
                          <a:solidFill>
                            <a:srgbClr val="D7262B"/>
                          </a:solidFill>
                          <a:latin typeface="Open Sans Medium"/>
                          <a:ea typeface="+mn-ea"/>
                          <a:cs typeface="+mn-cs"/>
                        </a:rPr>
                        <a:t>8</a:t>
                      </a:r>
                      <a:r>
                        <a:rPr lang="en-US" sz="1250" b="1">
                          <a:solidFill>
                            <a:srgbClr val="D7262B"/>
                          </a:solidFill>
                          <a:latin typeface="Open Sans Medium"/>
                        </a:rPr>
                        <a:t>%</a:t>
                      </a:r>
                      <a:r>
                        <a:rPr lang="en-US" sz="1250" b="0">
                          <a:solidFill>
                            <a:srgbClr val="292929"/>
                          </a:solidFill>
                          <a:latin typeface="Open Sans Medium"/>
                        </a:rPr>
                        <a:t>) and 3 internal Binghatti handoff (3/53, </a:t>
                      </a:r>
                      <a:r>
                        <a:rPr lang="en-US" sz="1250" b="1" kern="1200">
                          <a:solidFill>
                            <a:srgbClr val="D7262B"/>
                          </a:solidFill>
                          <a:latin typeface="Open Sans Medium"/>
                          <a:ea typeface="+mn-ea"/>
                          <a:cs typeface="+mn-cs"/>
                        </a:rPr>
                        <a:t>6</a:t>
                      </a:r>
                      <a:r>
                        <a:rPr lang="en-US" sz="1250" b="1">
                          <a:solidFill>
                            <a:srgbClr val="D7262B"/>
                          </a:solidFill>
                          <a:latin typeface="Open Sans Medium"/>
                        </a:rPr>
                        <a:t>%</a:t>
                      </a:r>
                      <a:r>
                        <a:rPr lang="en-US" sz="1250" b="0">
                          <a:solidFill>
                            <a:srgbClr val="292929"/>
                          </a:solidFill>
                          <a:latin typeface="Open Sans Medium"/>
                        </a:rPr>
                        <a:t>).</a:t>
                      </a:r>
                    </a:p>
                    <a:p>
                      <a:pPr algn="l">
                        <a:lnSpc>
                          <a:spcPct val="106000"/>
                        </a:lnSpc>
                        <a:spcAft>
                          <a:spcPts val="600"/>
                        </a:spcAft>
                      </a:pPr>
                      <a:r>
                        <a:rPr lang="en-US" sz="1250" b="1">
                          <a:solidFill>
                            <a:srgbClr val="292929"/>
                          </a:solidFill>
                          <a:latin typeface="Open Sans Medium"/>
                        </a:rPr>
                        <a:t>Discount controls:</a:t>
                      </a:r>
                      <a:r>
                        <a:rPr lang="en-US" sz="1250" b="0">
                          <a:solidFill>
                            <a:srgbClr val="292929"/>
                          </a:solidFill>
                          <a:latin typeface="Open Sans Medium"/>
                        </a:rPr>
                        <a:t> </a:t>
                      </a:r>
                      <a:r>
                        <a:rPr lang="en-US" sz="1250" b="1">
                          <a:solidFill>
                            <a:srgbClr val="D7262B"/>
                          </a:solidFill>
                          <a:latin typeface="Open Sans Medium"/>
                        </a:rPr>
                        <a:t>17%</a:t>
                      </a:r>
                      <a:r>
                        <a:rPr lang="en-US" sz="1250" b="0">
                          <a:solidFill>
                            <a:srgbClr val="292929"/>
                          </a:solidFill>
                          <a:latin typeface="Open Sans Medium"/>
                        </a:rPr>
                        <a:t> of valid answers (4/23) affirm broker passbacks. Some comments describe direct discounts, requiring review.</a:t>
                      </a:r>
                    </a:p>
                    <a:p>
                      <a:pPr algn="l">
                        <a:lnSpc>
                          <a:spcPct val="106000"/>
                        </a:lnSpc>
                        <a:spcAft>
                          <a:spcPts val="600"/>
                        </a:spcAft>
                      </a:pPr>
                      <a:r>
                        <a:rPr lang="en-US" sz="1250" b="1">
                          <a:solidFill>
                            <a:srgbClr val="292929"/>
                          </a:solidFill>
                          <a:latin typeface="Open Sans Medium"/>
                        </a:rPr>
                        <a:t>Offer secrecy:</a:t>
                      </a:r>
                      <a:r>
                        <a:rPr lang="en-US" sz="1250" b="0">
                          <a:solidFill>
                            <a:srgbClr val="292929"/>
                          </a:solidFill>
                          <a:latin typeface="Open Sans Medium"/>
                        </a:rPr>
                        <a:t> </a:t>
                      </a:r>
                      <a:r>
                        <a:rPr lang="en-US" sz="1250" b="1">
                          <a:solidFill>
                            <a:srgbClr val="D7262B"/>
                          </a:solidFill>
                          <a:latin typeface="Open Sans Medium"/>
                        </a:rPr>
                        <a:t>17%</a:t>
                      </a:r>
                      <a:r>
                        <a:rPr lang="en-US" sz="1250" b="0">
                          <a:solidFill>
                            <a:srgbClr val="292929"/>
                          </a:solidFill>
                          <a:latin typeface="Open Sans Medium"/>
                        </a:rPr>
                        <a:t> of valid answers (4/23) report requests to keep the final offer confidential.</a:t>
                      </a:r>
                    </a:p>
                    <a:p>
                      <a:pPr algn="l">
                        <a:lnSpc>
                          <a:spcPct val="106000"/>
                        </a:lnSpc>
                        <a:spcAft>
                          <a:spcPts val="600"/>
                        </a:spcAft>
                      </a:pPr>
                      <a:r>
                        <a:rPr lang="en-US" sz="1250" b="1">
                          <a:solidFill>
                            <a:srgbClr val="292929"/>
                          </a:solidFill>
                          <a:latin typeface="Open Sans Medium"/>
                        </a:rPr>
                        <a:t>Office access failure:</a:t>
                      </a:r>
                      <a:r>
                        <a:rPr lang="en-US" sz="1250" b="0">
                          <a:solidFill>
                            <a:srgbClr val="292929"/>
                          </a:solidFill>
                          <a:latin typeface="Open Sans Medium"/>
                        </a:rPr>
                        <a:t> H Hotel scored </a:t>
                      </a:r>
                      <a:r>
                        <a:rPr lang="en-US" sz="1250" b="1">
                          <a:solidFill>
                            <a:srgbClr val="D7262B"/>
                          </a:solidFill>
                          <a:latin typeface="Open Sans Medium"/>
                        </a:rPr>
                        <a:t>39%</a:t>
                      </a:r>
                      <a:r>
                        <a:rPr lang="en-US" sz="1250" b="0">
                          <a:solidFill>
                            <a:srgbClr val="292929"/>
                          </a:solidFill>
                          <a:latin typeface="Open Sans Medium"/>
                        </a:rPr>
                        <a:t>. One shopper described repeated redirection and limited assistance.</a:t>
                      </a:r>
                    </a:p>
                  </a:txBody>
                  <a:tcPr marL="164592" marR="164592" marT="118872" marB="91440">
                    <a:solidFill>
                      <a:srgbClr val="FFFFFF"/>
                    </a:solidFill>
                  </a:tcPr>
                </a:tc>
                <a:extLst>
                  <a:ext uri="{0D108BD9-81ED-4DB2-BD59-A6C34878D82A}">
                    <a16:rowId xmlns:a16="http://schemas.microsoft.com/office/drawing/2014/main" val="10002"/>
                  </a:ext>
                </a:extLst>
              </a:tr>
            </a:tbl>
          </a:graphicData>
        </a:graphic>
      </p:graphicFrame>
      <p:sp>
        <p:nvSpPr>
          <p:cNvPr id="11" name="TextBox 10">
            <a:extLst>
              <a:ext uri="{FF2B5EF4-FFF2-40B4-BE49-F238E27FC236}">
                <a16:creationId xmlns:a16="http://schemas.microsoft.com/office/drawing/2014/main" id="{34D96651-9A30-C5B3-B37F-52FEBF589C8F}"/>
              </a:ext>
            </a:extLst>
          </p:cNvPr>
          <p:cNvSpPr txBox="1"/>
          <p:nvPr/>
        </p:nvSpPr>
        <p:spPr>
          <a:xfrm>
            <a:off x="405385" y="777240"/>
            <a:ext cx="11173968" cy="505459"/>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91440" bIns="0" anchor="t">
            <a:spAutoFit/>
          </a:bodyPr>
          <a:lstStyle/>
          <a:p>
            <a:pPr>
              <a:lnSpc>
                <a:spcPct val="105000"/>
              </a:lnSpc>
            </a:pPr>
            <a:r>
              <a:rPr lang="en-US" sz="1600">
                <a:solidFill>
                  <a:srgbClr val="292929"/>
                </a:solidFill>
              </a:rPr>
              <a:t>Closing reception, digital enquiry gaps, addressing integrity concerns and broker interactions should be the immediate priority, while sustaining strengths in courtesy, mock-up presentations and follow-up.</a:t>
            </a:r>
          </a:p>
        </p:txBody>
      </p:sp>
      <p:sp>
        <p:nvSpPr>
          <p:cNvPr id="3" name="TextBox 2">
            <a:extLst>
              <a:ext uri="{FF2B5EF4-FFF2-40B4-BE49-F238E27FC236}">
                <a16:creationId xmlns:a16="http://schemas.microsoft.com/office/drawing/2014/main" id="{902034A8-82E4-799D-45FE-F59A1B681AC7}"/>
              </a:ext>
            </a:extLst>
          </p:cNvPr>
          <p:cNvSpPr txBox="1"/>
          <p:nvPr/>
        </p:nvSpPr>
        <p:spPr>
          <a:xfrm>
            <a:off x="609600" y="5998029"/>
            <a:ext cx="5323114" cy="246221"/>
          </a:xfrm>
          <a:prstGeom prst="rect">
            <a:avLst/>
          </a:prstGeom>
          <a:noFill/>
        </p:spPr>
        <p:txBody>
          <a:bodyPr wrap="square" rtlCol="0">
            <a:spAutoFit/>
          </a:bodyPr>
          <a:lstStyle/>
          <a:p>
            <a:r>
              <a:rPr lang="en-IN" sz="1000">
                <a:solidFill>
                  <a:srgbClr val="0B0B0C"/>
                </a:solidFill>
              </a:rPr>
              <a:t>*Note: The percentages are derived from Channel based “Yes/No” responses</a:t>
            </a:r>
          </a:p>
        </p:txBody>
      </p:sp>
      <p:pic>
        <p:nvPicPr>
          <p:cNvPr id="14" name="Picture 13">
            <a:extLst>
              <a:ext uri="{FF2B5EF4-FFF2-40B4-BE49-F238E27FC236}">
                <a16:creationId xmlns:a16="http://schemas.microsoft.com/office/drawing/2014/main" id="{AF7B1AF9-03E5-EBD0-4302-207D137435BD}"/>
              </a:ext>
            </a:extLst>
          </p:cNvPr>
          <p:cNvPicPr>
            <a:picLocks noChangeAspect="1"/>
          </p:cNvPicPr>
          <p:nvPr/>
        </p:nvPicPr>
        <p:blipFill>
          <a:blip r:embed="rId2"/>
          <a:srcRect l="5500" t="24978" r="5500" b="24978"/>
          <a:stretch>
            <a:fillRect/>
          </a:stretch>
        </p:blipFill>
        <p:spPr>
          <a:xfrm>
            <a:off x="9579006" y="186105"/>
            <a:ext cx="1805126" cy="466206"/>
          </a:xfrm>
          <a:prstGeom prst="rect">
            <a:avLst/>
          </a:prstGeom>
        </p:spPr>
      </p:pic>
      <p:sp>
        <p:nvSpPr>
          <p:cNvPr id="9" name="TextBox 8">
            <a:extLst>
              <a:ext uri="{FF2B5EF4-FFF2-40B4-BE49-F238E27FC236}">
                <a16:creationId xmlns:a16="http://schemas.microsoft.com/office/drawing/2014/main" id="{CA165807-940E-8E2C-4370-6941E7F600F9}"/>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LOCATION AND CHANNEL PERFORMANCE</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6</a:t>
            </a:fld>
            <a:endParaRPr lang="en-IN" sz="1000" b="0" spc="0">
              <a:solidFill>
                <a:srgbClr val="AAB7C4"/>
              </a:solidFill>
              <a:latin typeface="Open Sans Medium"/>
            </a:endParaRPr>
          </a:p>
        </p:txBody>
      </p:sp>
      <p:sp>
        <p:nvSpPr>
          <p:cNvPr id="7" name="TextBox 6"/>
          <p:cNvSpPr txBox="1"/>
          <p:nvPr/>
        </p:nvSpPr>
        <p:spPr>
          <a:xfrm>
            <a:off x="457200" y="738282"/>
            <a:ext cx="1135134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t>Offices show the widest spread of any channel</a:t>
            </a:r>
          </a:p>
        </p:txBody>
      </p:sp>
      <p:sp>
        <p:nvSpPr>
          <p:cNvPr id="8" name="TextBox 7"/>
          <p:cNvSpPr txBox="1"/>
          <p:nvPr/>
        </p:nvSpPr>
        <p:spPr>
          <a:xfrm>
            <a:off x="525079" y="1156489"/>
            <a:ext cx="5699858" cy="338554"/>
          </a:xfrm>
          <a:prstGeom prst="rect">
            <a:avLst/>
          </a:prstGeom>
          <a:noFill/>
        </p:spPr>
        <p:txBody>
          <a:bodyPr wrap="square" lIns="0" tIns="0" rIns="0" bIns="0" anchor="t">
            <a:spAutoFit/>
          </a:bodyPr>
          <a:lstStyle/>
          <a:p>
            <a:pPr algn="l"/>
            <a:r>
              <a:rPr sz="1100" b="0">
                <a:solidFill>
                  <a:srgbClr val="0B0B0C"/>
                </a:solidFill>
                <a:latin typeface="Open Sans Medium"/>
              </a:rPr>
              <a:t>Total score by location, grouped by channel and sorted within each channel. Evaluations per location in </a:t>
            </a:r>
            <a:r>
              <a:rPr lang="en-US" sz="1100" b="0">
                <a:solidFill>
                  <a:srgbClr val="0B0B0C"/>
                </a:solidFill>
                <a:latin typeface="Open Sans Medium"/>
              </a:rPr>
              <a:t>parenthesis</a:t>
            </a:r>
            <a:r>
              <a:rPr sz="1100" b="0">
                <a:solidFill>
                  <a:srgbClr val="0B0B0C"/>
                </a:solidFill>
                <a:latin typeface="Open Sans Medium"/>
              </a:rPr>
              <a:t>.</a:t>
            </a:r>
          </a:p>
        </p:txBody>
      </p:sp>
      <p:graphicFrame>
        <p:nvGraphicFramePr>
          <p:cNvPr id="9" name="Chart 8" descr="Chart"/>
          <p:cNvGraphicFramePr>
            <a:graphicFrameLocks noGrp="1"/>
          </p:cNvGraphicFramePr>
          <p:nvPr>
            <p:extLst>
              <p:ext uri="{D42A27DB-BD31-4B8C-83A1-F6EECF244321}">
                <p14:modId xmlns:p14="http://schemas.microsoft.com/office/powerpoint/2010/main" val="4277635941"/>
              </p:ext>
            </p:extLst>
          </p:nvPr>
        </p:nvGraphicFramePr>
        <p:xfrm>
          <a:off x="365760" y="1463040"/>
          <a:ext cx="78181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8334756" y="1151047"/>
            <a:ext cx="3383280" cy="161583"/>
          </a:xfrm>
          <a:prstGeom prst="rect">
            <a:avLst/>
          </a:prstGeom>
          <a:noFill/>
        </p:spPr>
        <p:txBody>
          <a:bodyPr wrap="square" lIns="0" tIns="0" rIns="0" bIns="0" anchor="t">
            <a:spAutoFit/>
          </a:bodyPr>
          <a:lstStyle/>
          <a:p>
            <a:pPr algn="l"/>
            <a:r>
              <a:rPr sz="1050" b="1" i="0">
                <a:solidFill>
                  <a:srgbClr val="0A0A0A"/>
                </a:solidFill>
                <a:latin typeface="Open Sans Medium"/>
              </a:rPr>
              <a:t>AVERAGE </a:t>
            </a:r>
            <a:r>
              <a:rPr lang="en-IN" sz="1050" b="1" i="0">
                <a:solidFill>
                  <a:srgbClr val="0A0A0A"/>
                </a:solidFill>
                <a:latin typeface="Open Sans Medium"/>
              </a:rPr>
              <a:t>SCORES </a:t>
            </a:r>
            <a:r>
              <a:rPr sz="1050" b="1" i="0">
                <a:solidFill>
                  <a:srgbClr val="0A0A0A"/>
                </a:solidFill>
                <a:latin typeface="Open Sans Medium"/>
              </a:rPr>
              <a:t>BY CHANNEL</a:t>
            </a:r>
          </a:p>
        </p:txBody>
      </p:sp>
      <p:sp>
        <p:nvSpPr>
          <p:cNvPr id="11" name="Rounded Rectangle 10"/>
          <p:cNvSpPr/>
          <p:nvPr/>
        </p:nvSpPr>
        <p:spPr>
          <a:xfrm>
            <a:off x="8321040" y="1396181"/>
            <a:ext cx="3410712" cy="352988"/>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85632" y="1423025"/>
            <a:ext cx="2194560" cy="329306"/>
          </a:xfrm>
          <a:prstGeom prst="rect">
            <a:avLst/>
          </a:prstGeom>
          <a:noFill/>
        </p:spPr>
        <p:txBody>
          <a:bodyPr wrap="square" lIns="0" tIns="0" rIns="0" bIns="0" anchor="ctr">
            <a:spAutoFit/>
          </a:bodyPr>
          <a:lstStyle/>
          <a:p>
            <a:pPr algn="l"/>
            <a:r>
              <a:rPr sz="1150" b="1" i="0">
                <a:solidFill>
                  <a:srgbClr val="0A0A0A"/>
                </a:solidFill>
                <a:latin typeface="Open Sans Medium"/>
              </a:rPr>
              <a:t>Digital
</a:t>
            </a:r>
            <a:r>
              <a:rPr sz="950" b="0" i="0">
                <a:solidFill>
                  <a:srgbClr val="55595C"/>
                </a:solidFill>
                <a:latin typeface="Open Sans Medium"/>
              </a:rPr>
              <a:t>14 evaluations, 50 to 9</a:t>
            </a:r>
            <a:r>
              <a:rPr lang="en-IN" sz="950" b="0" i="0">
                <a:solidFill>
                  <a:srgbClr val="55595C"/>
                </a:solidFill>
                <a:latin typeface="Open Sans Medium"/>
              </a:rPr>
              <a:t>7</a:t>
            </a:r>
            <a:endParaRPr sz="950" b="0" i="0">
              <a:solidFill>
                <a:srgbClr val="55595C"/>
              </a:solidFill>
              <a:latin typeface="Open Sans Medium"/>
            </a:endParaRPr>
          </a:p>
        </p:txBody>
      </p:sp>
      <p:sp>
        <p:nvSpPr>
          <p:cNvPr id="13" name="Rounded Rectangle 12"/>
          <p:cNvSpPr/>
          <p:nvPr/>
        </p:nvSpPr>
        <p:spPr>
          <a:xfrm>
            <a:off x="10789920" y="1425747"/>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82</a:t>
            </a:r>
          </a:p>
        </p:txBody>
      </p:sp>
      <p:sp>
        <p:nvSpPr>
          <p:cNvPr id="14" name="Rounded Rectangle 13"/>
          <p:cNvSpPr/>
          <p:nvPr/>
        </p:nvSpPr>
        <p:spPr>
          <a:xfrm>
            <a:off x="8321040" y="1839358"/>
            <a:ext cx="3410712" cy="416754"/>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81748" y="1892801"/>
            <a:ext cx="2194561" cy="323165"/>
          </a:xfrm>
          <a:prstGeom prst="rect">
            <a:avLst/>
          </a:prstGeom>
          <a:noFill/>
        </p:spPr>
        <p:txBody>
          <a:bodyPr wrap="square" lIns="0" tIns="0" rIns="0" bIns="0" anchor="ctr">
            <a:spAutoFit/>
          </a:bodyPr>
          <a:lstStyle/>
          <a:p>
            <a:pPr algn="l"/>
            <a:r>
              <a:rPr sz="1150" b="1" i="0">
                <a:solidFill>
                  <a:srgbClr val="0A0A0A"/>
                </a:solidFill>
                <a:latin typeface="Open Sans Medium"/>
              </a:rPr>
              <a:t>Call </a:t>
            </a:r>
            <a:r>
              <a:rPr lang="en-IN" sz="1150" b="1" i="0" err="1">
                <a:solidFill>
                  <a:srgbClr val="0A0A0A"/>
                </a:solidFill>
                <a:latin typeface="Open Sans Medium"/>
              </a:rPr>
              <a:t>Center</a:t>
            </a:r>
            <a:r>
              <a:rPr sz="1150" b="1" i="0">
                <a:solidFill>
                  <a:srgbClr val="0A0A0A"/>
                </a:solidFill>
                <a:latin typeface="Open Sans Medium"/>
              </a:rPr>
              <a:t>
</a:t>
            </a:r>
            <a:r>
              <a:rPr sz="950" b="0" i="0">
                <a:solidFill>
                  <a:srgbClr val="55595C"/>
                </a:solidFill>
                <a:latin typeface="Open Sans Medium"/>
              </a:rPr>
              <a:t>9 evaluations, 65 to 9</a:t>
            </a:r>
            <a:r>
              <a:rPr lang="en-IN" sz="950" b="0" i="0">
                <a:solidFill>
                  <a:srgbClr val="55595C"/>
                </a:solidFill>
                <a:latin typeface="Open Sans Medium"/>
              </a:rPr>
              <a:t>4</a:t>
            </a:r>
            <a:endParaRPr sz="950" b="0" i="0">
              <a:solidFill>
                <a:srgbClr val="55595C"/>
              </a:solidFill>
              <a:latin typeface="Open Sans Medium"/>
            </a:endParaRPr>
          </a:p>
        </p:txBody>
      </p:sp>
      <p:sp>
        <p:nvSpPr>
          <p:cNvPr id="16" name="Rounded Rectangle 15"/>
          <p:cNvSpPr/>
          <p:nvPr/>
        </p:nvSpPr>
        <p:spPr>
          <a:xfrm>
            <a:off x="10813469" y="1902633"/>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84</a:t>
            </a:r>
          </a:p>
        </p:txBody>
      </p:sp>
      <p:sp>
        <p:nvSpPr>
          <p:cNvPr id="17" name="Rounded Rectangle 16"/>
          <p:cNvSpPr/>
          <p:nvPr/>
        </p:nvSpPr>
        <p:spPr>
          <a:xfrm>
            <a:off x="8321040" y="2671787"/>
            <a:ext cx="3410712" cy="530352"/>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85632" y="2775380"/>
            <a:ext cx="2194560" cy="323165"/>
          </a:xfrm>
          <a:prstGeom prst="rect">
            <a:avLst/>
          </a:prstGeom>
          <a:noFill/>
        </p:spPr>
        <p:txBody>
          <a:bodyPr wrap="square" lIns="0" tIns="0" rIns="0" bIns="0" anchor="ctr">
            <a:spAutoFit/>
          </a:bodyPr>
          <a:lstStyle/>
          <a:p>
            <a:pPr algn="l"/>
            <a:r>
              <a:rPr sz="1150" b="1" i="0">
                <a:solidFill>
                  <a:srgbClr val="0A0A0A"/>
                </a:solidFill>
                <a:latin typeface="Open Sans Medium"/>
              </a:rPr>
              <a:t>Kiosk
</a:t>
            </a:r>
            <a:r>
              <a:rPr sz="950" b="0" i="0">
                <a:solidFill>
                  <a:srgbClr val="55595C"/>
                </a:solidFill>
                <a:latin typeface="Open Sans Medium"/>
              </a:rPr>
              <a:t>1</a:t>
            </a:r>
            <a:r>
              <a:rPr lang="en-IN" sz="950" b="0" i="0">
                <a:solidFill>
                  <a:srgbClr val="55595C"/>
                </a:solidFill>
                <a:latin typeface="Open Sans Medium"/>
              </a:rPr>
              <a:t>6</a:t>
            </a:r>
            <a:r>
              <a:rPr sz="950" b="0" i="0">
                <a:solidFill>
                  <a:srgbClr val="55595C"/>
                </a:solidFill>
                <a:latin typeface="Open Sans Medium"/>
              </a:rPr>
              <a:t> evaluations, 43 to 100</a:t>
            </a:r>
          </a:p>
        </p:txBody>
      </p:sp>
      <p:sp>
        <p:nvSpPr>
          <p:cNvPr id="19" name="Rounded Rectangle 18"/>
          <p:cNvSpPr/>
          <p:nvPr/>
        </p:nvSpPr>
        <p:spPr>
          <a:xfrm>
            <a:off x="10817090" y="2790659"/>
            <a:ext cx="545019"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i="0">
                <a:solidFill>
                  <a:srgbClr val="FFFFFF"/>
                </a:solidFill>
                <a:latin typeface="+mj-lt"/>
              </a:rPr>
              <a:t>83</a:t>
            </a:r>
          </a:p>
        </p:txBody>
      </p:sp>
      <p:sp>
        <p:nvSpPr>
          <p:cNvPr id="20" name="Rounded Rectangle 19"/>
          <p:cNvSpPr/>
          <p:nvPr/>
        </p:nvSpPr>
        <p:spPr>
          <a:xfrm>
            <a:off x="8321040" y="3739896"/>
            <a:ext cx="3410712" cy="530352"/>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85632" y="3843489"/>
            <a:ext cx="2194560" cy="323165"/>
          </a:xfrm>
          <a:prstGeom prst="rect">
            <a:avLst/>
          </a:prstGeom>
          <a:noFill/>
        </p:spPr>
        <p:txBody>
          <a:bodyPr wrap="square" lIns="0" tIns="0" rIns="0" bIns="0" anchor="ctr">
            <a:spAutoFit/>
          </a:bodyPr>
          <a:lstStyle/>
          <a:p>
            <a:pPr algn="l"/>
            <a:r>
              <a:rPr sz="1150" b="1" i="0">
                <a:solidFill>
                  <a:srgbClr val="0A0A0A"/>
                </a:solidFill>
                <a:latin typeface="Open Sans Medium"/>
              </a:rPr>
              <a:t>Office </a:t>
            </a:r>
            <a:r>
              <a:rPr lang="en-US" sz="1150" b="1" i="0">
                <a:solidFill>
                  <a:srgbClr val="0A0A0A"/>
                </a:solidFill>
                <a:latin typeface="Open Sans Medium"/>
              </a:rPr>
              <a:t>V</a:t>
            </a:r>
            <a:r>
              <a:rPr sz="1150" b="1" i="0">
                <a:solidFill>
                  <a:srgbClr val="0A0A0A"/>
                </a:solidFill>
                <a:latin typeface="Open Sans Medium"/>
              </a:rPr>
              <a:t>isit
</a:t>
            </a:r>
            <a:r>
              <a:rPr sz="950" b="0" i="0">
                <a:solidFill>
                  <a:srgbClr val="55595C"/>
                </a:solidFill>
                <a:latin typeface="Open Sans Medium"/>
              </a:rPr>
              <a:t>10 evaluations, </a:t>
            </a:r>
            <a:r>
              <a:rPr lang="en-IN" sz="950" b="0" i="0">
                <a:solidFill>
                  <a:srgbClr val="55595C"/>
                </a:solidFill>
                <a:latin typeface="Open Sans Medium"/>
              </a:rPr>
              <a:t>39 </a:t>
            </a:r>
            <a:r>
              <a:rPr sz="950" b="0" i="0">
                <a:solidFill>
                  <a:srgbClr val="55595C"/>
                </a:solidFill>
                <a:latin typeface="Open Sans Medium"/>
              </a:rPr>
              <a:t>to </a:t>
            </a:r>
            <a:r>
              <a:rPr lang="en-IN" sz="950" b="0" i="0">
                <a:solidFill>
                  <a:srgbClr val="55595C"/>
                </a:solidFill>
                <a:latin typeface="Open Sans Medium"/>
              </a:rPr>
              <a:t>95</a:t>
            </a:r>
            <a:endParaRPr sz="950" b="0" i="0">
              <a:solidFill>
                <a:srgbClr val="55595C"/>
              </a:solidFill>
              <a:latin typeface="Open Sans Medium"/>
            </a:endParaRPr>
          </a:p>
        </p:txBody>
      </p:sp>
      <p:sp>
        <p:nvSpPr>
          <p:cNvPr id="22" name="Rounded Rectangle 21"/>
          <p:cNvSpPr/>
          <p:nvPr/>
        </p:nvSpPr>
        <p:spPr>
          <a:xfrm>
            <a:off x="10844784" y="3858768"/>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200">
                <a:solidFill>
                  <a:srgbClr val="FFFFFF"/>
                </a:solidFill>
                <a:latin typeface="+mj-lt"/>
              </a:rPr>
              <a:t>78</a:t>
            </a:r>
          </a:p>
        </p:txBody>
      </p:sp>
      <p:sp>
        <p:nvSpPr>
          <p:cNvPr id="23" name="Rounded Rectangle 22"/>
          <p:cNvSpPr/>
          <p:nvPr/>
        </p:nvSpPr>
        <p:spPr>
          <a:xfrm>
            <a:off x="8321040" y="5101918"/>
            <a:ext cx="3410712" cy="530352"/>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85632" y="5205511"/>
            <a:ext cx="2194560" cy="323165"/>
          </a:xfrm>
          <a:prstGeom prst="rect">
            <a:avLst/>
          </a:prstGeom>
          <a:noFill/>
        </p:spPr>
        <p:txBody>
          <a:bodyPr wrap="square" lIns="0" tIns="0" rIns="0" bIns="0" anchor="ctr">
            <a:spAutoFit/>
          </a:bodyPr>
          <a:lstStyle/>
          <a:p>
            <a:pPr algn="l"/>
            <a:r>
              <a:rPr sz="1150" b="1" i="0">
                <a:solidFill>
                  <a:srgbClr val="0A0A0A"/>
                </a:solidFill>
                <a:latin typeface="Open Sans Medium"/>
              </a:rPr>
              <a:t>Third Party
</a:t>
            </a:r>
            <a:r>
              <a:rPr sz="950" b="0" i="0">
                <a:solidFill>
                  <a:srgbClr val="55595C"/>
                </a:solidFill>
                <a:latin typeface="Open Sans Medium"/>
              </a:rPr>
              <a:t>4 evaluations, </a:t>
            </a:r>
            <a:r>
              <a:rPr lang="en-IN" sz="950" b="0" i="0">
                <a:solidFill>
                  <a:srgbClr val="55595C"/>
                </a:solidFill>
                <a:latin typeface="Open Sans Medium"/>
              </a:rPr>
              <a:t>75 </a:t>
            </a:r>
            <a:r>
              <a:rPr sz="950" b="0" i="0">
                <a:solidFill>
                  <a:srgbClr val="55595C"/>
                </a:solidFill>
                <a:latin typeface="Open Sans Medium"/>
              </a:rPr>
              <a:t>to </a:t>
            </a:r>
            <a:r>
              <a:rPr lang="en-IN" sz="950" b="0" i="0">
                <a:solidFill>
                  <a:srgbClr val="55595C"/>
                </a:solidFill>
                <a:latin typeface="Open Sans Medium"/>
              </a:rPr>
              <a:t>98</a:t>
            </a:r>
            <a:endParaRPr sz="950" b="0" i="0">
              <a:solidFill>
                <a:srgbClr val="55595C"/>
              </a:solidFill>
              <a:latin typeface="Open Sans Medium"/>
            </a:endParaRPr>
          </a:p>
        </p:txBody>
      </p:sp>
      <p:sp>
        <p:nvSpPr>
          <p:cNvPr id="25" name="Rounded Rectangle 24"/>
          <p:cNvSpPr/>
          <p:nvPr/>
        </p:nvSpPr>
        <p:spPr>
          <a:xfrm>
            <a:off x="10902096" y="5220790"/>
            <a:ext cx="548640" cy="292608"/>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200" i="0">
                <a:solidFill>
                  <a:srgbClr val="FFFFFF"/>
                </a:solidFill>
                <a:latin typeface="+mj-lt"/>
              </a:rPr>
              <a:t>87</a:t>
            </a:r>
            <a:endParaRPr sz="1200" i="0">
              <a:solidFill>
                <a:srgbClr val="FFFFFF"/>
              </a:solidFill>
              <a:latin typeface="+mj-lt"/>
            </a:endParaRPr>
          </a:p>
        </p:txBody>
      </p:sp>
      <p:sp>
        <p:nvSpPr>
          <p:cNvPr id="26" name="TextBox 25"/>
          <p:cNvSpPr txBox="1"/>
          <p:nvPr/>
        </p:nvSpPr>
        <p:spPr>
          <a:xfrm>
            <a:off x="6377006" y="6119718"/>
            <a:ext cx="4467778" cy="484748"/>
          </a:xfrm>
          <a:prstGeom prst="rect">
            <a:avLst/>
          </a:prstGeom>
          <a:noFill/>
        </p:spPr>
        <p:txBody>
          <a:bodyPr wrap="square" lIns="0" tIns="0" rIns="0" bIns="0" anchor="t">
            <a:spAutoFit/>
          </a:bodyPr>
          <a:lstStyle/>
          <a:p>
            <a:pPr algn="l"/>
            <a:r>
              <a:rPr sz="1050" b="0" i="0">
                <a:solidFill>
                  <a:srgbClr val="0B0B0C"/>
                </a:solidFill>
                <a:latin typeface="Open Sans Medium"/>
              </a:rPr>
              <a:t>The </a:t>
            </a:r>
            <a:r>
              <a:rPr lang="en-US" sz="1050" b="0" i="0">
                <a:solidFill>
                  <a:srgbClr val="0B0B0C"/>
                </a:solidFill>
                <a:latin typeface="Open Sans Medium"/>
              </a:rPr>
              <a:t>top scoring location</a:t>
            </a:r>
            <a:r>
              <a:rPr sz="1050" b="0" i="0">
                <a:solidFill>
                  <a:srgbClr val="0B0B0C"/>
                </a:solidFill>
                <a:latin typeface="Open Sans Medium"/>
              </a:rPr>
              <a:t> </a:t>
            </a:r>
            <a:r>
              <a:rPr sz="1050" b="0" i="0">
                <a:solidFill>
                  <a:srgbClr val="1A1A1A"/>
                </a:solidFill>
                <a:latin typeface="Open Sans Medium"/>
              </a:rPr>
              <a:t>(</a:t>
            </a:r>
            <a:r>
              <a:rPr lang="en-IN" sz="1050" b="1">
                <a:latin typeface="Open Sans Medium"/>
              </a:rPr>
              <a:t>Sales Boutique, 94</a:t>
            </a:r>
            <a:r>
              <a:rPr sz="1050" b="0">
                <a:solidFill>
                  <a:srgbClr val="1A1A1A"/>
                </a:solidFill>
                <a:latin typeface="Open Sans Medium"/>
              </a:rPr>
              <a:t>)</a:t>
            </a:r>
            <a:r>
              <a:rPr sz="1050" b="0" i="0">
                <a:solidFill>
                  <a:srgbClr val="1A1A1A"/>
                </a:solidFill>
                <a:latin typeface="Open Sans Medium"/>
              </a:rPr>
              <a:t> and the </a:t>
            </a:r>
            <a:r>
              <a:rPr lang="en-US" sz="1050" b="0" i="0">
                <a:solidFill>
                  <a:srgbClr val="1A1A1A"/>
                </a:solidFill>
                <a:latin typeface="Open Sans Medium"/>
              </a:rPr>
              <a:t>bottom scoring location</a:t>
            </a:r>
            <a:r>
              <a:rPr sz="1050" b="0" i="0">
                <a:solidFill>
                  <a:srgbClr val="1A1A1A"/>
                </a:solidFill>
                <a:latin typeface="Open Sans Medium"/>
              </a:rPr>
              <a:t> (</a:t>
            </a:r>
            <a:r>
              <a:rPr sz="1050" b="1">
                <a:solidFill>
                  <a:srgbClr val="D7262B"/>
                </a:solidFill>
                <a:latin typeface="Open Sans Medium"/>
              </a:rPr>
              <a:t>H Hotel, </a:t>
            </a:r>
            <a:r>
              <a:rPr lang="en-IN" sz="1050" b="1">
                <a:solidFill>
                  <a:srgbClr val="D7262B"/>
                </a:solidFill>
                <a:latin typeface="Open Sans Medium"/>
              </a:rPr>
              <a:t>39</a:t>
            </a:r>
            <a:r>
              <a:rPr sz="1050" b="0" i="0">
                <a:solidFill>
                  <a:srgbClr val="1A1A1A"/>
                </a:solidFill>
                <a:latin typeface="Open Sans Medium"/>
              </a:rPr>
              <a:t>) are </a:t>
            </a:r>
            <a:r>
              <a:rPr lang="en-IN" sz="1050" b="0" i="0">
                <a:solidFill>
                  <a:srgbClr val="1A1A1A"/>
                </a:solidFill>
                <a:latin typeface="Open Sans Medium"/>
              </a:rPr>
              <a:t>55 points</a:t>
            </a:r>
            <a:r>
              <a:rPr sz="1050" b="0" i="0">
                <a:solidFill>
                  <a:srgbClr val="1A1A1A"/>
                </a:solidFill>
                <a:latin typeface="Open Sans Medium"/>
              </a:rPr>
              <a:t> apart. No channel averages 90 or above. Third Party is the only one in the 85 to </a:t>
            </a:r>
            <a:r>
              <a:rPr lang="en-IN" sz="1050">
                <a:solidFill>
                  <a:srgbClr val="1A1A1A"/>
                </a:solidFill>
                <a:latin typeface="Open Sans Medium"/>
              </a:rPr>
              <a:t>90</a:t>
            </a:r>
            <a:r>
              <a:rPr sz="1050" b="0" i="0">
                <a:solidFill>
                  <a:srgbClr val="1A1A1A"/>
                </a:solidFill>
                <a:latin typeface="Open Sans Medium"/>
              </a:rPr>
              <a:t> band.</a:t>
            </a:r>
          </a:p>
        </p:txBody>
      </p:sp>
      <p:sp>
        <p:nvSpPr>
          <p:cNvPr id="41" name="Oval 40">
            <a:extLst>
              <a:ext uri="{FF2B5EF4-FFF2-40B4-BE49-F238E27FC236}">
                <a16:creationId xmlns:a16="http://schemas.microsoft.com/office/drawing/2014/main" id="{6E783F23-6413-A87D-6AFD-D84B7FFC9879}"/>
              </a:ext>
            </a:extLst>
          </p:cNvPr>
          <p:cNvSpPr/>
          <p:nvPr/>
        </p:nvSpPr>
        <p:spPr>
          <a:xfrm>
            <a:off x="1783080" y="6099917"/>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a:extLst>
              <a:ext uri="{FF2B5EF4-FFF2-40B4-BE49-F238E27FC236}">
                <a16:creationId xmlns:a16="http://schemas.microsoft.com/office/drawing/2014/main" id="{96E5BAC0-20F9-1DDE-E7E8-58A0C32A6A9E}"/>
              </a:ext>
            </a:extLst>
          </p:cNvPr>
          <p:cNvSpPr/>
          <p:nvPr/>
        </p:nvSpPr>
        <p:spPr>
          <a:xfrm>
            <a:off x="3228704" y="6099921"/>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2603B946-0CF8-547F-227E-41C4350A6C68}"/>
              </a:ext>
            </a:extLst>
          </p:cNvPr>
          <p:cNvSpPr txBox="1"/>
          <p:nvPr/>
        </p:nvSpPr>
        <p:spPr>
          <a:xfrm>
            <a:off x="2073604" y="6123010"/>
            <a:ext cx="1097280" cy="132904"/>
          </a:xfrm>
          <a:prstGeom prst="rect">
            <a:avLst/>
          </a:prstGeom>
          <a:noFill/>
        </p:spPr>
        <p:txBody>
          <a:bodyPr wrap="square" lIns="0" tIns="0" rIns="0" bIns="0" anchor="ctr">
            <a:spAutoFit/>
          </a:bodyPr>
          <a:lstStyle/>
          <a:p>
            <a:pPr algn="l"/>
            <a:r>
              <a:rPr lang="en-IN" sz="950">
                <a:solidFill>
                  <a:srgbClr val="55595C"/>
                </a:solidFill>
                <a:latin typeface="Open Sans Medium"/>
              </a:rPr>
              <a:t>75 and Above</a:t>
            </a:r>
            <a:endParaRPr sz="950" b="0" i="0">
              <a:solidFill>
                <a:srgbClr val="55595C"/>
              </a:solidFill>
              <a:latin typeface="Open Sans Medium"/>
            </a:endParaRPr>
          </a:p>
        </p:txBody>
      </p:sp>
      <p:sp>
        <p:nvSpPr>
          <p:cNvPr id="47" name="TextBox 46">
            <a:extLst>
              <a:ext uri="{FF2B5EF4-FFF2-40B4-BE49-F238E27FC236}">
                <a16:creationId xmlns:a16="http://schemas.microsoft.com/office/drawing/2014/main" id="{C771D63F-4BEA-EB8F-A087-7C161823FD04}"/>
              </a:ext>
            </a:extLst>
          </p:cNvPr>
          <p:cNvSpPr txBox="1"/>
          <p:nvPr/>
        </p:nvSpPr>
        <p:spPr>
          <a:xfrm>
            <a:off x="3506724" y="6112282"/>
            <a:ext cx="1097280" cy="132904"/>
          </a:xfrm>
          <a:prstGeom prst="rect">
            <a:avLst/>
          </a:prstGeom>
          <a:noFill/>
        </p:spPr>
        <p:txBody>
          <a:bodyPr wrap="square" lIns="0" tIns="0" rIns="0" bIns="0" anchor="ctr">
            <a:spAutoFit/>
          </a:bodyPr>
          <a:lstStyle/>
          <a:p>
            <a:pPr algn="l"/>
            <a:r>
              <a:rPr lang="en-IN" sz="950">
                <a:solidFill>
                  <a:srgbClr val="55595C"/>
                </a:solidFill>
                <a:latin typeface="Open Sans Medium"/>
              </a:rPr>
              <a:t>Below 75</a:t>
            </a:r>
            <a:endParaRPr sz="950" b="0" i="0">
              <a:solidFill>
                <a:srgbClr val="55595C"/>
              </a:solidFill>
              <a:latin typeface="Open Sans Medium"/>
            </a:endParaRPr>
          </a:p>
        </p:txBody>
      </p:sp>
      <p:cxnSp>
        <p:nvCxnSpPr>
          <p:cNvPr id="29" name="Straight Connector 28">
            <a:extLst>
              <a:ext uri="{FF2B5EF4-FFF2-40B4-BE49-F238E27FC236}">
                <a16:creationId xmlns:a16="http://schemas.microsoft.com/office/drawing/2014/main" id="{CA73A2D2-F32A-25DD-1C77-F6C3DD2ED866}"/>
              </a:ext>
            </a:extLst>
          </p:cNvPr>
          <p:cNvCxnSpPr>
            <a:cxnSpLocks/>
          </p:cNvCxnSpPr>
          <p:nvPr/>
        </p:nvCxnSpPr>
        <p:spPr>
          <a:xfrm>
            <a:off x="731520" y="1874519"/>
            <a:ext cx="6702552" cy="0"/>
          </a:xfrm>
          <a:prstGeom prst="line">
            <a:avLst/>
          </a:prstGeom>
          <a:ln w="19050">
            <a:solidFill>
              <a:srgbClr val="A6A6A6"/>
            </a:solidFill>
            <a:prstDash val="sysDot"/>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2AE5DAB1-4F54-720B-8FE8-11D05C1C1600}"/>
              </a:ext>
            </a:extLst>
          </p:cNvPr>
          <p:cNvCxnSpPr>
            <a:cxnSpLocks/>
          </p:cNvCxnSpPr>
          <p:nvPr/>
        </p:nvCxnSpPr>
        <p:spPr>
          <a:xfrm>
            <a:off x="731520" y="2285999"/>
            <a:ext cx="6702552" cy="0"/>
          </a:xfrm>
          <a:prstGeom prst="line">
            <a:avLst/>
          </a:prstGeom>
          <a:ln w="19050">
            <a:solidFill>
              <a:srgbClr val="A6A6A6"/>
            </a:solidFill>
            <a:prstDash val="sysDot"/>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4BD1E2C4-7F64-D502-F0C9-C14D8FAFD967}"/>
              </a:ext>
            </a:extLst>
          </p:cNvPr>
          <p:cNvCxnSpPr>
            <a:cxnSpLocks/>
          </p:cNvCxnSpPr>
          <p:nvPr/>
        </p:nvCxnSpPr>
        <p:spPr>
          <a:xfrm>
            <a:off x="731520" y="3592285"/>
            <a:ext cx="6702552" cy="0"/>
          </a:xfrm>
          <a:prstGeom prst="line">
            <a:avLst/>
          </a:prstGeom>
          <a:ln w="19050">
            <a:solidFill>
              <a:srgbClr val="A6A6A6"/>
            </a:solidFill>
            <a:prstDash val="sysDot"/>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416C1472-FC85-3C77-5AF9-A2AFB4667E36}"/>
              </a:ext>
            </a:extLst>
          </p:cNvPr>
          <p:cNvCxnSpPr>
            <a:cxnSpLocks/>
          </p:cNvCxnSpPr>
          <p:nvPr/>
        </p:nvCxnSpPr>
        <p:spPr>
          <a:xfrm>
            <a:off x="731520" y="5101918"/>
            <a:ext cx="6702552" cy="0"/>
          </a:xfrm>
          <a:prstGeom prst="line">
            <a:avLst/>
          </a:prstGeom>
          <a:ln w="19050">
            <a:solidFill>
              <a:srgbClr val="A6A6A6"/>
            </a:solidFill>
            <a:prstDash val="sysDot"/>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4FC63D9D-C7FB-6432-A402-43E788B295AC}"/>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94F8A80-95E5-97A5-82EA-183402F10EE8}"/>
              </a:ext>
            </a:extLst>
          </p:cNvPr>
          <p:cNvSpPr>
            <a:spLocks noGrp="1"/>
          </p:cNvSpPr>
          <p:nvPr>
            <p:ph type="title"/>
          </p:nvPr>
        </p:nvSpPr>
        <p:spPr>
          <a:xfrm>
            <a:off x="694900" y="2267832"/>
            <a:ext cx="8785001" cy="1000668"/>
          </a:xfrm>
        </p:spPr>
        <p:txBody>
          <a:bodyPr/>
          <a:lstStyle/>
          <a:p>
            <a:r>
              <a:rPr lang="en-SG" sz="3800"/>
              <a:t>CHANNEL</a:t>
            </a:r>
            <a:r>
              <a:rPr lang="en-SG" sz="3800" noProof="0"/>
              <a:t> ANALYSIS</a:t>
            </a:r>
          </a:p>
        </p:txBody>
      </p:sp>
      <p:sp>
        <p:nvSpPr>
          <p:cNvPr id="8" name="Text Placeholder 7">
            <a:extLst>
              <a:ext uri="{FF2B5EF4-FFF2-40B4-BE49-F238E27FC236}">
                <a16:creationId xmlns:a16="http://schemas.microsoft.com/office/drawing/2014/main" id="{B8F5DB42-611A-221F-6EB6-E6B0F43836F0}"/>
              </a:ext>
            </a:extLst>
          </p:cNvPr>
          <p:cNvSpPr>
            <a:spLocks noGrp="1"/>
          </p:cNvSpPr>
          <p:nvPr>
            <p:ph type="body" idx="1"/>
          </p:nvPr>
        </p:nvSpPr>
        <p:spPr>
          <a:xfrm>
            <a:off x="694900" y="3365956"/>
            <a:ext cx="8785002" cy="3117369"/>
          </a:xfrm>
        </p:spPr>
        <p:txBody>
          <a:bodyPr>
            <a:normAutofit/>
          </a:bodyPr>
          <a:lstStyle/>
          <a:p>
            <a:pPr marL="342900" indent="-342900">
              <a:buFont typeface="Arial" panose="020B0604020202020204" pitchFamily="34" charset="0"/>
              <a:buChar char="•"/>
            </a:pPr>
            <a:r>
              <a:rPr lang="en-SG" sz="1600" noProof="0">
                <a:solidFill>
                  <a:srgbClr val="0B0B0C"/>
                </a:solidFill>
                <a:latin typeface="+mn-lt"/>
              </a:rPr>
              <a:t>Digital</a:t>
            </a:r>
          </a:p>
          <a:p>
            <a:pPr marL="342900" indent="-342900">
              <a:buFont typeface="Arial" panose="020B0604020202020204" pitchFamily="34" charset="0"/>
              <a:buChar char="•"/>
            </a:pPr>
            <a:r>
              <a:rPr lang="en-SG" sz="1600">
                <a:solidFill>
                  <a:srgbClr val="0B0B0C"/>
                </a:solidFill>
                <a:latin typeface="+mn-lt"/>
              </a:rPr>
              <a:t>Call </a:t>
            </a:r>
            <a:r>
              <a:rPr lang="en-SG" sz="1600" err="1">
                <a:solidFill>
                  <a:srgbClr val="0B0B0C"/>
                </a:solidFill>
                <a:latin typeface="+mn-lt"/>
              </a:rPr>
              <a:t>Center</a:t>
            </a:r>
            <a:endParaRPr lang="en-SG" sz="1600" noProof="0">
              <a:solidFill>
                <a:srgbClr val="0B0B0C"/>
              </a:solidFill>
              <a:latin typeface="+mn-lt"/>
            </a:endParaRPr>
          </a:p>
          <a:p>
            <a:pPr marL="342900" indent="-342900">
              <a:buFont typeface="Arial" panose="020B0604020202020204" pitchFamily="34" charset="0"/>
              <a:buChar char="•"/>
            </a:pPr>
            <a:r>
              <a:rPr lang="en-SG" sz="1600">
                <a:solidFill>
                  <a:srgbClr val="0B0B0C"/>
                </a:solidFill>
                <a:latin typeface="+mn-lt"/>
              </a:rPr>
              <a:t>Kiosk</a:t>
            </a:r>
            <a:endParaRPr lang="en-SG" sz="1600" noProof="0">
              <a:solidFill>
                <a:srgbClr val="0B0B0C"/>
              </a:solidFill>
              <a:latin typeface="+mn-lt"/>
            </a:endParaRPr>
          </a:p>
          <a:p>
            <a:pPr marL="342900" indent="-342900">
              <a:buFont typeface="Arial" panose="020B0604020202020204" pitchFamily="34" charset="0"/>
              <a:buChar char="•"/>
            </a:pPr>
            <a:r>
              <a:rPr lang="en-SG" sz="1600">
                <a:solidFill>
                  <a:srgbClr val="0B0B0C"/>
                </a:solidFill>
                <a:latin typeface="+mn-lt"/>
              </a:rPr>
              <a:t>Office Visit</a:t>
            </a:r>
            <a:endParaRPr lang="en-SG" sz="1600" noProof="0">
              <a:solidFill>
                <a:srgbClr val="0B0B0C"/>
              </a:solidFill>
              <a:latin typeface="+mn-lt"/>
            </a:endParaRPr>
          </a:p>
          <a:p>
            <a:pPr marL="342900" indent="-342900">
              <a:buFont typeface="Arial" panose="020B0604020202020204" pitchFamily="34" charset="0"/>
              <a:buChar char="•"/>
            </a:pPr>
            <a:r>
              <a:rPr lang="en-SG" sz="1600">
                <a:solidFill>
                  <a:srgbClr val="0B0B0C"/>
                </a:solidFill>
                <a:latin typeface="+mn-lt"/>
              </a:rPr>
              <a:t>Third Party</a:t>
            </a:r>
            <a:endParaRPr lang="en-SG" sz="1600" noProof="0">
              <a:solidFill>
                <a:srgbClr val="0B0B0C"/>
              </a:solidFill>
              <a:latin typeface="+mn-lt"/>
            </a:endParaRPr>
          </a:p>
        </p:txBody>
      </p:sp>
      <p:sp>
        <p:nvSpPr>
          <p:cNvPr id="3" name="Title 6">
            <a:extLst>
              <a:ext uri="{FF2B5EF4-FFF2-40B4-BE49-F238E27FC236}">
                <a16:creationId xmlns:a16="http://schemas.microsoft.com/office/drawing/2014/main" id="{4656F0BE-B2BB-4D7C-27A5-DA2F7871783D}"/>
              </a:ext>
            </a:extLst>
          </p:cNvPr>
          <p:cNvSpPr txBox="1">
            <a:spLocks/>
          </p:cNvSpPr>
          <p:nvPr/>
        </p:nvSpPr>
        <p:spPr>
          <a:xfrm>
            <a:off x="8188504" y="6218480"/>
            <a:ext cx="1700652" cy="3690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0000"/>
                </a:solidFill>
                <a:latin typeface="+mj-lt"/>
                <a:ea typeface="+mj-ea"/>
                <a:cs typeface="+mj-cs"/>
              </a:defRPr>
            </a:lvl1pPr>
          </a:lstStyle>
          <a:p>
            <a:pPr algn="r"/>
            <a:r>
              <a:rPr lang="en-SG" sz="1400">
                <a:latin typeface="+mn-lt"/>
              </a:rPr>
              <a:t>Prepared by</a:t>
            </a:r>
          </a:p>
        </p:txBody>
      </p:sp>
      <p:pic>
        <p:nvPicPr>
          <p:cNvPr id="5" name="Picture 4">
            <a:extLst>
              <a:ext uri="{FF2B5EF4-FFF2-40B4-BE49-F238E27FC236}">
                <a16:creationId xmlns:a16="http://schemas.microsoft.com/office/drawing/2014/main" id="{3E72CACD-CFBA-431A-4739-36ECE5106ECD}"/>
              </a:ext>
            </a:extLst>
          </p:cNvPr>
          <p:cNvPicPr>
            <a:picLocks noChangeAspect="1"/>
          </p:cNvPicPr>
          <p:nvPr/>
        </p:nvPicPr>
        <p:blipFill>
          <a:blip r:embed="rId2"/>
          <a:stretch>
            <a:fillRect/>
          </a:stretch>
        </p:blipFill>
        <p:spPr>
          <a:xfrm>
            <a:off x="694901" y="300287"/>
            <a:ext cx="3521044" cy="1967545"/>
          </a:xfrm>
          <a:prstGeom prst="rect">
            <a:avLst/>
          </a:prstGeom>
        </p:spPr>
      </p:pic>
      <p:sp>
        <p:nvSpPr>
          <p:cNvPr id="6" name="TextBox 5">
            <a:extLst>
              <a:ext uri="{FF2B5EF4-FFF2-40B4-BE49-F238E27FC236}">
                <a16:creationId xmlns:a16="http://schemas.microsoft.com/office/drawing/2014/main" id="{E910206B-3B25-CC05-2EDC-0286524AD9E6}"/>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extLst>
      <p:ext uri="{BB962C8B-B14F-4D97-AF65-F5344CB8AC3E}">
        <p14:creationId xmlns:p14="http://schemas.microsoft.com/office/powerpoint/2010/main" val="2354206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Pentagon 15">
            <a:extLst>
              <a:ext uri="{FF2B5EF4-FFF2-40B4-BE49-F238E27FC236}">
                <a16:creationId xmlns:a16="http://schemas.microsoft.com/office/drawing/2014/main" id="{39B06690-E447-7A0F-A3EF-0B346B56B7D1}"/>
              </a:ext>
            </a:extLst>
          </p:cNvPr>
          <p:cNvSpPr/>
          <p:nvPr/>
        </p:nvSpPr>
        <p:spPr>
          <a:xfrm>
            <a:off x="3127248" y="1664208"/>
            <a:ext cx="4347972" cy="393192"/>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DIGITAL</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8</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Digital: Customer Journey and Scores</a:t>
            </a:r>
          </a:p>
        </p:txBody>
      </p:sp>
      <p:sp>
        <p:nvSpPr>
          <p:cNvPr id="8" name="TextBox 7"/>
          <p:cNvSpPr txBox="1"/>
          <p:nvPr/>
        </p:nvSpPr>
        <p:spPr>
          <a:xfrm>
            <a:off x="457200" y="1216152"/>
            <a:ext cx="11247120" cy="169277"/>
          </a:xfrm>
          <a:prstGeom prst="rect">
            <a:avLst/>
          </a:prstGeom>
          <a:noFill/>
        </p:spPr>
        <p:txBody>
          <a:bodyPr wrap="square" lIns="0" tIns="0" rIns="0" bIns="0" anchor="t">
            <a:spAutoFit/>
          </a:bodyPr>
          <a:lstStyle/>
          <a:p>
            <a:pPr algn="l"/>
            <a:r>
              <a:rPr sz="1100" b="0">
                <a:solidFill>
                  <a:srgbClr val="0B0B0C"/>
                </a:solidFill>
                <a:latin typeface="Open Sans Medium"/>
              </a:rPr>
              <a:t>The whole journey is remote: a social-media or web-form enquiry, then a call or WhatsApp from a </a:t>
            </a:r>
            <a:r>
              <a:rPr lang="en-IN" sz="1100" b="0" err="1">
                <a:solidFill>
                  <a:srgbClr val="0B0B0C"/>
                </a:solidFill>
                <a:latin typeface="Open Sans Medium"/>
              </a:rPr>
              <a:t>Binghatti</a:t>
            </a:r>
            <a:r>
              <a:rPr sz="1100" b="0">
                <a:solidFill>
                  <a:srgbClr val="0B0B0C"/>
                </a:solidFill>
                <a:latin typeface="Open Sans Medium"/>
              </a:rPr>
              <a:t> executive.</a:t>
            </a:r>
          </a:p>
        </p:txBody>
      </p:sp>
      <p:sp>
        <p:nvSpPr>
          <p:cNvPr id="9" name="Rounded Rectangle 8"/>
          <p:cNvSpPr/>
          <p:nvPr/>
        </p:nvSpPr>
        <p:spPr>
          <a:xfrm>
            <a:off x="457200" y="1664208"/>
            <a:ext cx="2514600" cy="4343400"/>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01368"/>
            <a:ext cx="2103120" cy="192024"/>
          </a:xfrm>
          <a:prstGeom prst="rect">
            <a:avLst/>
          </a:prstGeom>
          <a:noFill/>
        </p:spPr>
        <p:txBody>
          <a:bodyPr wrap="square" lIns="0" tIns="0" rIns="0" bIns="0" anchor="t">
            <a:spAutoFit/>
          </a:bodyPr>
          <a:lstStyle/>
          <a:p>
            <a:pPr algn="l"/>
            <a:r>
              <a:rPr sz="900" b="1" i="0">
                <a:solidFill>
                  <a:srgbClr val="BFC3C7"/>
                </a:solidFill>
                <a:latin typeface="Open Sans Medium"/>
              </a:rPr>
              <a:t>CHANNEL</a:t>
            </a:r>
          </a:p>
        </p:txBody>
      </p:sp>
      <p:sp>
        <p:nvSpPr>
          <p:cNvPr id="11" name="TextBox 10"/>
          <p:cNvSpPr txBox="1"/>
          <p:nvPr/>
        </p:nvSpPr>
        <p:spPr>
          <a:xfrm>
            <a:off x="640080" y="1984248"/>
            <a:ext cx="2194560" cy="356616"/>
          </a:xfrm>
          <a:prstGeom prst="rect">
            <a:avLst/>
          </a:prstGeom>
          <a:noFill/>
        </p:spPr>
        <p:txBody>
          <a:bodyPr wrap="square" lIns="0" tIns="0" rIns="0" bIns="0" anchor="ctr">
            <a:spAutoFit/>
          </a:bodyPr>
          <a:lstStyle/>
          <a:p>
            <a:pPr algn="l"/>
            <a:r>
              <a:rPr sz="2000" b="1" i="0">
                <a:solidFill>
                  <a:srgbClr val="FFFFFF"/>
                </a:solidFill>
                <a:latin typeface="Open Sans Medium"/>
              </a:rPr>
              <a:t>Digital</a:t>
            </a:r>
          </a:p>
        </p:txBody>
      </p:sp>
      <p:sp>
        <p:nvSpPr>
          <p:cNvPr id="12" name="TextBox 11"/>
          <p:cNvSpPr txBox="1"/>
          <p:nvPr/>
        </p:nvSpPr>
        <p:spPr>
          <a:xfrm>
            <a:off x="640080" y="2377440"/>
            <a:ext cx="2148840" cy="457200"/>
          </a:xfrm>
          <a:prstGeom prst="rect">
            <a:avLst/>
          </a:prstGeom>
          <a:noFill/>
        </p:spPr>
        <p:txBody>
          <a:bodyPr wrap="square" lIns="0" tIns="0" rIns="0" bIns="0" anchor="t">
            <a:spAutoFit/>
          </a:bodyPr>
          <a:lstStyle/>
          <a:p>
            <a:pPr algn="l"/>
            <a:r>
              <a:rPr sz="950" b="0" i="0">
                <a:solidFill>
                  <a:srgbClr val="BFC3C7"/>
                </a:solidFill>
                <a:latin typeface="Open Sans Medium"/>
              </a:rPr>
              <a:t>Instagram, Facebook and web-form enquiry answered by a Binghatti executive</a:t>
            </a:r>
          </a:p>
        </p:txBody>
      </p:sp>
      <p:sp>
        <p:nvSpPr>
          <p:cNvPr id="13" name="TextBox 12"/>
          <p:cNvSpPr txBox="1"/>
          <p:nvPr/>
        </p:nvSpPr>
        <p:spPr>
          <a:xfrm>
            <a:off x="640080" y="2890171"/>
            <a:ext cx="2148840" cy="492443"/>
          </a:xfrm>
          <a:prstGeom prst="rect">
            <a:avLst/>
          </a:prstGeom>
          <a:noFill/>
        </p:spPr>
        <p:txBody>
          <a:bodyPr wrap="square" lIns="0" tIns="0" rIns="0" bIns="0" anchor="ctr">
            <a:spAutoFit/>
          </a:bodyPr>
          <a:lstStyle/>
          <a:p>
            <a:pPr algn="l"/>
            <a:r>
              <a:rPr lang="en-IN" sz="3200" b="1" i="0">
                <a:solidFill>
                  <a:srgbClr val="FFFFFF"/>
                </a:solidFill>
                <a:latin typeface="Open Sans Medium"/>
              </a:rPr>
              <a:t>82%</a:t>
            </a:r>
          </a:p>
        </p:txBody>
      </p:sp>
      <p:sp>
        <p:nvSpPr>
          <p:cNvPr id="14" name="TextBox 13"/>
          <p:cNvSpPr txBox="1"/>
          <p:nvPr/>
        </p:nvSpPr>
        <p:spPr>
          <a:xfrm>
            <a:off x="640080" y="3401568"/>
            <a:ext cx="2148840" cy="210312"/>
          </a:xfrm>
          <a:prstGeom prst="rect">
            <a:avLst/>
          </a:prstGeom>
          <a:noFill/>
        </p:spPr>
        <p:txBody>
          <a:bodyPr wrap="square" lIns="0" tIns="0" rIns="0" bIns="0" anchor="t">
            <a:spAutoFit/>
          </a:bodyPr>
          <a:lstStyle/>
          <a:p>
            <a:pPr algn="l"/>
            <a:r>
              <a:rPr sz="950" b="0" i="0">
                <a:solidFill>
                  <a:srgbClr val="BFC3C7"/>
                </a:solidFill>
                <a:latin typeface="Open Sans Medium"/>
              </a:rPr>
              <a:t>Average total score</a:t>
            </a:r>
          </a:p>
        </p:txBody>
      </p:sp>
      <p:sp>
        <p:nvSpPr>
          <p:cNvPr id="15" name="TextBox 14"/>
          <p:cNvSpPr txBox="1"/>
          <p:nvPr/>
        </p:nvSpPr>
        <p:spPr>
          <a:xfrm>
            <a:off x="640080" y="3776472"/>
            <a:ext cx="2194560" cy="974626"/>
          </a:xfrm>
          <a:prstGeom prst="rect">
            <a:avLst/>
          </a:prstGeom>
          <a:noFill/>
        </p:spPr>
        <p:txBody>
          <a:bodyPr wrap="square" lIns="0" tIns="0" rIns="0" bIns="0" anchor="t">
            <a:spAutoFit/>
          </a:bodyPr>
          <a:lstStyle/>
          <a:p>
            <a:pPr marL="137160" indent="-137160" algn="l">
              <a:spcAft>
                <a:spcPts val="500"/>
              </a:spcAft>
              <a:buFont typeface="Arial"/>
              <a:buChar char="•"/>
            </a:pPr>
            <a:r>
              <a:rPr lang="en-US" sz="1100" b="0" i="0">
                <a:solidFill>
                  <a:srgbClr val="FFFFFF"/>
                </a:solidFill>
                <a:latin typeface="Open Sans Medium"/>
              </a:rPr>
              <a:t>14 evaluations, scores 50 to 97</a:t>
            </a:r>
          </a:p>
          <a:p>
            <a:pPr marL="137160" indent="-137160" algn="l">
              <a:spcAft>
                <a:spcPts val="500"/>
              </a:spcAft>
              <a:buFont typeface="Arial"/>
              <a:buChar char="•"/>
            </a:pPr>
            <a:r>
              <a:rPr lang="en-US" sz="1100" b="0" i="0">
                <a:solidFill>
                  <a:srgbClr val="FFFFFF"/>
                </a:solidFill>
                <a:latin typeface="Open Sans Medium"/>
              </a:rPr>
              <a:t>Instagram 8, Facebook 4, web form 1, hotline 1</a:t>
            </a:r>
          </a:p>
          <a:p>
            <a:pPr marL="137160" indent="-137160" algn="l">
              <a:spcAft>
                <a:spcPts val="500"/>
              </a:spcAft>
              <a:buFont typeface="Arial"/>
              <a:buChar char="•"/>
            </a:pPr>
            <a:r>
              <a:rPr lang="en-US" sz="1100" b="0" i="0">
                <a:solidFill>
                  <a:srgbClr val="FFFFFF"/>
                </a:solidFill>
                <a:latin typeface="Open Sans Medium"/>
              </a:rPr>
              <a:t>Service rating: 5 Excellent, 1 Very Good, 8 Good</a:t>
            </a:r>
          </a:p>
        </p:txBody>
      </p:sp>
      <p:sp>
        <p:nvSpPr>
          <p:cNvPr id="17" name="TextBox 16"/>
          <p:cNvSpPr txBox="1"/>
          <p:nvPr/>
        </p:nvSpPr>
        <p:spPr>
          <a:xfrm>
            <a:off x="3255264" y="1780012"/>
            <a:ext cx="3799332" cy="161583"/>
          </a:xfrm>
          <a:prstGeom prst="rect">
            <a:avLst/>
          </a:prstGeom>
          <a:noFill/>
        </p:spPr>
        <p:txBody>
          <a:bodyPr wrap="square" lIns="0" tIns="0" rIns="0" bIns="0" anchor="ctr">
            <a:spAutoFit/>
          </a:bodyPr>
          <a:lstStyle/>
          <a:p>
            <a:pPr algn="l"/>
            <a:r>
              <a:rPr sz="1050" b="1" i="0">
                <a:solidFill>
                  <a:srgbClr val="0B0B0C"/>
                </a:solidFill>
                <a:latin typeface="Open Sans Medium"/>
              </a:rPr>
              <a:t>1  PRE-VISIT</a:t>
            </a:r>
          </a:p>
        </p:txBody>
      </p:sp>
      <p:sp>
        <p:nvSpPr>
          <p:cNvPr id="18" name="Rounded Rectangle 17"/>
          <p:cNvSpPr/>
          <p:nvPr/>
        </p:nvSpPr>
        <p:spPr>
          <a:xfrm>
            <a:off x="3127248" y="2167128"/>
            <a:ext cx="4256532"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64408" y="2278360"/>
            <a:ext cx="3250692" cy="161583"/>
          </a:xfrm>
          <a:prstGeom prst="rect">
            <a:avLst/>
          </a:prstGeom>
          <a:noFill/>
        </p:spPr>
        <p:txBody>
          <a:bodyPr wrap="square" lIns="0" tIns="0" rIns="0" bIns="0" anchor="ctr">
            <a:spAutoFit/>
          </a:bodyPr>
          <a:lstStyle/>
          <a:p>
            <a:pPr algn="l"/>
            <a:r>
              <a:rPr sz="1050" b="1" i="0">
                <a:solidFill>
                  <a:srgbClr val="0A0A0A"/>
                </a:solidFill>
                <a:latin typeface="Open Sans Medium"/>
              </a:rPr>
              <a:t>Digital </a:t>
            </a:r>
            <a:r>
              <a:rPr lang="en-IN" sz="1050" b="1" i="0">
                <a:solidFill>
                  <a:srgbClr val="0A0A0A"/>
                </a:solidFill>
                <a:latin typeface="Open Sans Medium"/>
              </a:rPr>
              <a:t>Enquiry</a:t>
            </a:r>
            <a:endParaRPr sz="1050" b="1" i="0">
              <a:solidFill>
                <a:srgbClr val="0A0A0A"/>
              </a:solidFill>
              <a:latin typeface="Open Sans Medium"/>
            </a:endParaRPr>
          </a:p>
        </p:txBody>
      </p:sp>
      <p:sp>
        <p:nvSpPr>
          <p:cNvPr id="20" name="Rounded Rectangle 19"/>
          <p:cNvSpPr/>
          <p:nvPr/>
        </p:nvSpPr>
        <p:spPr>
          <a:xfrm>
            <a:off x="6560819" y="2240280"/>
            <a:ext cx="547200" cy="291600"/>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100" i="0">
                <a:solidFill>
                  <a:srgbClr val="FFFFFF"/>
                </a:solidFill>
                <a:latin typeface="+mj-lt"/>
              </a:rPr>
              <a:t>63</a:t>
            </a:r>
            <a:endParaRPr sz="1100" i="0">
              <a:solidFill>
                <a:srgbClr val="FFFFFF"/>
              </a:solidFill>
              <a:latin typeface="+mj-lt"/>
            </a:endParaRPr>
          </a:p>
        </p:txBody>
      </p:sp>
      <p:sp>
        <p:nvSpPr>
          <p:cNvPr id="21" name="TextBox 20"/>
          <p:cNvSpPr txBox="1"/>
          <p:nvPr/>
        </p:nvSpPr>
        <p:spPr>
          <a:xfrm>
            <a:off x="3264408" y="253288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IN" sz="850" b="0" i="0">
                <a:solidFill>
                  <a:srgbClr val="55595C"/>
                </a:solidFill>
                <a:latin typeface="Open Sans Medium"/>
              </a:rPr>
              <a:t>13</a:t>
            </a:r>
            <a:endParaRPr sz="850" b="0" i="0">
              <a:solidFill>
                <a:srgbClr val="55595C"/>
              </a:solidFill>
              <a:latin typeface="Open Sans Medium"/>
            </a:endParaRPr>
          </a:p>
        </p:txBody>
      </p:sp>
      <p:sp>
        <p:nvSpPr>
          <p:cNvPr id="22" name="TextBox 21"/>
          <p:cNvSpPr txBox="1"/>
          <p:nvPr/>
        </p:nvSpPr>
        <p:spPr>
          <a:xfrm>
            <a:off x="3264408" y="2752344"/>
            <a:ext cx="3982212" cy="792525"/>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First reply within 5 minutes: </a:t>
            </a:r>
            <a:r>
              <a:rPr lang="en-US" sz="1100" b="1" i="0">
                <a:solidFill>
                  <a:srgbClr val="0A0A0A"/>
                </a:solidFill>
                <a:latin typeface="Open Sans Medium"/>
              </a:rPr>
              <a:t>50%</a:t>
            </a:r>
            <a:r>
              <a:rPr lang="en-US" sz="1100" b="0" i="0">
                <a:solidFill>
                  <a:srgbClr val="0A0A0A"/>
                </a:solidFill>
                <a:latin typeface="Open Sans Medium"/>
              </a:rPr>
              <a:t> (7 of 14)</a:t>
            </a:r>
          </a:p>
          <a:p>
            <a:pPr marL="137160" indent="-137160" algn="l">
              <a:spcAft>
                <a:spcPts val="300"/>
              </a:spcAft>
              <a:buFont typeface="Arial"/>
              <a:buChar char="•"/>
            </a:pPr>
            <a:r>
              <a:rPr lang="en-US" sz="1100" b="0" i="0">
                <a:solidFill>
                  <a:srgbClr val="0A0A0A"/>
                </a:solidFill>
                <a:latin typeface="Open Sans Medium"/>
              </a:rPr>
              <a:t>Callback confirmed: </a:t>
            </a:r>
            <a:r>
              <a:rPr lang="en-US" sz="1100" b="1" i="0">
                <a:solidFill>
                  <a:srgbClr val="0A0A0A"/>
                </a:solidFill>
                <a:latin typeface="Open Sans Medium"/>
              </a:rPr>
              <a:t>64%</a:t>
            </a:r>
            <a:r>
              <a:rPr lang="en-US" sz="1100" b="0" i="0">
                <a:solidFill>
                  <a:srgbClr val="0A0A0A"/>
                </a:solidFill>
                <a:latin typeface="Open Sans Medium"/>
              </a:rPr>
              <a:t> (9 of 14)</a:t>
            </a:r>
          </a:p>
          <a:p>
            <a:pPr marL="137160" indent="-137160" algn="l">
              <a:spcAft>
                <a:spcPts val="300"/>
              </a:spcAft>
              <a:buFont typeface="Arial"/>
              <a:buChar char="•"/>
            </a:pPr>
            <a:r>
              <a:rPr lang="en-US" sz="1100" b="0" i="0">
                <a:solidFill>
                  <a:srgbClr val="0A0A0A"/>
                </a:solidFill>
                <a:latin typeface="Open Sans Medium"/>
              </a:rPr>
              <a:t>Callback timeline proposed: </a:t>
            </a:r>
            <a:r>
              <a:rPr lang="en-US" sz="1100" b="1" i="0">
                <a:solidFill>
                  <a:srgbClr val="0A0A0A"/>
                </a:solidFill>
                <a:latin typeface="Open Sans Medium"/>
              </a:rPr>
              <a:t>43%</a:t>
            </a:r>
            <a:r>
              <a:rPr lang="en-US" sz="1100" b="0" i="0">
                <a:solidFill>
                  <a:srgbClr val="0A0A0A"/>
                </a:solidFill>
                <a:latin typeface="Open Sans Medium"/>
              </a:rPr>
              <a:t> (6 of 14)</a:t>
            </a:r>
          </a:p>
          <a:p>
            <a:pPr marL="137160" indent="-137160" algn="l">
              <a:spcAft>
                <a:spcPts val="300"/>
              </a:spcAft>
              <a:buFont typeface="Arial"/>
              <a:buChar char="•"/>
            </a:pPr>
            <a:r>
              <a:rPr lang="en-US" sz="1100" b="0" i="0">
                <a:solidFill>
                  <a:srgbClr val="0A0A0A"/>
                </a:solidFill>
                <a:latin typeface="Open Sans Medium"/>
              </a:rPr>
              <a:t>Social reply within 9 business hours: </a:t>
            </a:r>
            <a:r>
              <a:rPr lang="en-US" sz="1100" b="1" i="0">
                <a:solidFill>
                  <a:srgbClr val="0A0A0A"/>
                </a:solidFill>
                <a:latin typeface="Open Sans Medium"/>
              </a:rPr>
              <a:t>79%</a:t>
            </a:r>
            <a:r>
              <a:rPr lang="en-US" sz="1100" b="0" i="0">
                <a:solidFill>
                  <a:srgbClr val="0A0A0A"/>
                </a:solidFill>
                <a:latin typeface="Open Sans Medium"/>
              </a:rPr>
              <a:t> (11 of 14)</a:t>
            </a:r>
          </a:p>
        </p:txBody>
      </p:sp>
      <p:sp>
        <p:nvSpPr>
          <p:cNvPr id="23" name="Rounded Rectangle 22"/>
          <p:cNvSpPr/>
          <p:nvPr/>
        </p:nvSpPr>
        <p:spPr>
          <a:xfrm>
            <a:off x="3127248" y="4133088"/>
            <a:ext cx="4256532" cy="1874520"/>
          </a:xfrm>
          <a:prstGeom prst="roundRect">
            <a:avLst>
              <a:gd name="adj" fmla="val 6000"/>
            </a:avLst>
          </a:prstGeom>
          <a:solidFill>
            <a:schemeClr val="bg1">
              <a:lumMod val="95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64408" y="4244320"/>
            <a:ext cx="3250692" cy="161583"/>
          </a:xfrm>
          <a:prstGeom prst="rect">
            <a:avLst/>
          </a:prstGeom>
          <a:noFill/>
        </p:spPr>
        <p:txBody>
          <a:bodyPr wrap="square" lIns="0" tIns="0" rIns="0" bIns="0" anchor="ctr">
            <a:spAutoFit/>
          </a:bodyPr>
          <a:lstStyle/>
          <a:p>
            <a:pPr algn="l"/>
            <a:r>
              <a:rPr lang="en-IN" sz="1050" b="1" i="0">
                <a:solidFill>
                  <a:srgbClr val="0A0A0A"/>
                </a:solidFill>
                <a:latin typeface="Open Sans Medium"/>
              </a:rPr>
              <a:t>Sales Executive: In Person: Remote</a:t>
            </a:r>
            <a:endParaRPr sz="1050" b="1" i="0">
              <a:solidFill>
                <a:srgbClr val="0A0A0A"/>
              </a:solidFill>
              <a:latin typeface="Open Sans Medium"/>
            </a:endParaRPr>
          </a:p>
        </p:txBody>
      </p:sp>
      <p:sp>
        <p:nvSpPr>
          <p:cNvPr id="25" name="Rounded Rectangle 24"/>
          <p:cNvSpPr/>
          <p:nvPr/>
        </p:nvSpPr>
        <p:spPr>
          <a:xfrm>
            <a:off x="6560819" y="420624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100" i="0">
                <a:solidFill>
                  <a:srgbClr val="FFFFFF"/>
                </a:solidFill>
                <a:latin typeface="+mj-lt"/>
              </a:rPr>
              <a:t>82</a:t>
            </a:r>
            <a:endParaRPr sz="1100" i="0">
              <a:solidFill>
                <a:srgbClr val="FFFFFF"/>
              </a:solidFill>
              <a:latin typeface="+mj-lt"/>
            </a:endParaRPr>
          </a:p>
        </p:txBody>
      </p:sp>
      <p:sp>
        <p:nvSpPr>
          <p:cNvPr id="26" name="TextBox 25"/>
          <p:cNvSpPr txBox="1"/>
          <p:nvPr/>
        </p:nvSpPr>
        <p:spPr>
          <a:xfrm>
            <a:off x="3264408" y="449884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IN" sz="850" b="0" i="0">
                <a:solidFill>
                  <a:srgbClr val="55595C"/>
                </a:solidFill>
                <a:latin typeface="Open Sans Medium"/>
              </a:rPr>
              <a:t>14</a:t>
            </a:r>
            <a:endParaRPr sz="850" b="0" i="0">
              <a:solidFill>
                <a:srgbClr val="55595C"/>
              </a:solidFill>
              <a:latin typeface="Open Sans Medium"/>
            </a:endParaRPr>
          </a:p>
        </p:txBody>
      </p:sp>
      <p:sp>
        <p:nvSpPr>
          <p:cNvPr id="27" name="TextBox 26"/>
          <p:cNvSpPr txBox="1"/>
          <p:nvPr/>
        </p:nvSpPr>
        <p:spPr>
          <a:xfrm>
            <a:off x="3264408" y="4718304"/>
            <a:ext cx="3982212" cy="754053"/>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Courtesy, project info, price, appointment offer and clear language: </a:t>
            </a:r>
            <a:r>
              <a:rPr lang="en-US" sz="1100" b="1" i="0">
                <a:solidFill>
                  <a:schemeClr val="bg2">
                    <a:lumMod val="10000"/>
                  </a:schemeClr>
                </a:solidFill>
                <a:latin typeface="Open Sans Medium"/>
              </a:rPr>
              <a:t>100%</a:t>
            </a:r>
            <a:r>
              <a:rPr lang="en-US" sz="1100" b="0" i="0">
                <a:solidFill>
                  <a:schemeClr val="bg2">
                    <a:lumMod val="10000"/>
                  </a:schemeClr>
                </a:solidFill>
                <a:latin typeface="Open Sans Medium"/>
              </a:rPr>
              <a:t> </a:t>
            </a:r>
            <a:r>
              <a:rPr lang="en-US" sz="1100" b="0" i="0">
                <a:solidFill>
                  <a:srgbClr val="0A0A0A"/>
                </a:solidFill>
                <a:latin typeface="Open Sans Medium"/>
              </a:rPr>
              <a:t>(n=14)</a:t>
            </a:r>
          </a:p>
          <a:p>
            <a:pPr marL="137160" indent="-137160" algn="l">
              <a:spcAft>
                <a:spcPts val="300"/>
              </a:spcAft>
              <a:buFont typeface="Arial"/>
              <a:buChar char="•"/>
            </a:pPr>
            <a:r>
              <a:rPr lang="en-US" sz="1100" b="0" i="0">
                <a:solidFill>
                  <a:srgbClr val="0A0A0A"/>
                </a:solidFill>
                <a:latin typeface="Open Sans Medium"/>
              </a:rPr>
              <a:t>Brochure or material offered: </a:t>
            </a:r>
            <a:r>
              <a:rPr lang="en-US" sz="1100" b="1" i="0">
                <a:solidFill>
                  <a:srgbClr val="0A0A0A"/>
                </a:solidFill>
                <a:latin typeface="Open Sans Medium"/>
              </a:rPr>
              <a:t>93%</a:t>
            </a:r>
          </a:p>
          <a:p>
            <a:pPr marL="137160" indent="-137160" algn="l">
              <a:spcAft>
                <a:spcPts val="300"/>
              </a:spcAft>
              <a:buFont typeface="Arial"/>
              <a:buChar char="•"/>
            </a:pPr>
            <a:r>
              <a:rPr lang="en-US" sz="1100" b="0" i="0">
                <a:solidFill>
                  <a:srgbClr val="0A0A0A"/>
                </a:solidFill>
                <a:latin typeface="Open Sans Medium"/>
              </a:rPr>
              <a:t>Requested details received: </a:t>
            </a:r>
            <a:r>
              <a:rPr lang="en-US" sz="1100" b="1">
                <a:solidFill>
                  <a:srgbClr val="0A0A0A"/>
                </a:solidFill>
                <a:latin typeface="Open Sans Medium"/>
              </a:rPr>
              <a:t>71</a:t>
            </a:r>
            <a:r>
              <a:rPr lang="en-US" sz="1100" b="1" i="0">
                <a:solidFill>
                  <a:srgbClr val="0A0A0A"/>
                </a:solidFill>
                <a:latin typeface="Open Sans Medium"/>
              </a:rPr>
              <a:t>%</a:t>
            </a:r>
            <a:r>
              <a:rPr lang="en-US" sz="1100" b="0" i="0">
                <a:solidFill>
                  <a:srgbClr val="0A0A0A"/>
                </a:solidFill>
                <a:latin typeface="Open Sans Medium"/>
              </a:rPr>
              <a:t> (10 of 14)</a:t>
            </a:r>
          </a:p>
        </p:txBody>
      </p:sp>
      <p:sp>
        <p:nvSpPr>
          <p:cNvPr id="28" name="Chevron 27"/>
          <p:cNvSpPr/>
          <p:nvPr/>
        </p:nvSpPr>
        <p:spPr>
          <a:xfrm>
            <a:off x="7383780" y="1664208"/>
            <a:ext cx="4439412" cy="393192"/>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67828" y="1780012"/>
            <a:ext cx="3890772"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a:t>
            </a:r>
          </a:p>
        </p:txBody>
      </p:sp>
      <p:sp>
        <p:nvSpPr>
          <p:cNvPr id="30" name="Rounded Rectangle 29"/>
          <p:cNvSpPr/>
          <p:nvPr/>
        </p:nvSpPr>
        <p:spPr>
          <a:xfrm>
            <a:off x="7475220" y="2167128"/>
            <a:ext cx="4256532" cy="3840480"/>
          </a:xfrm>
          <a:prstGeom prst="roundRect">
            <a:avLst>
              <a:gd name="adj" fmla="val 6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12380" y="2221992"/>
            <a:ext cx="3250692" cy="274320"/>
          </a:xfrm>
          <a:prstGeom prst="rect">
            <a:avLst/>
          </a:prstGeom>
          <a:noFill/>
        </p:spPr>
        <p:txBody>
          <a:bodyPr wrap="square" lIns="0" tIns="0" rIns="0" bIns="0" anchor="ctr">
            <a:spAutoFit/>
          </a:bodyPr>
          <a:lstStyle/>
          <a:p>
            <a:pPr algn="l"/>
            <a:r>
              <a:rPr sz="1050" b="1" i="0">
                <a:solidFill>
                  <a:srgbClr val="0A0A0A"/>
                </a:solidFill>
                <a:latin typeface="Open Sans Medium"/>
              </a:rPr>
              <a:t>Data Leakage Indicators</a:t>
            </a:r>
          </a:p>
        </p:txBody>
      </p:sp>
      <p:sp>
        <p:nvSpPr>
          <p:cNvPr id="32" name="Rounded Rectangle 31"/>
          <p:cNvSpPr/>
          <p:nvPr/>
        </p:nvSpPr>
        <p:spPr>
          <a:xfrm>
            <a:off x="10908792" y="224028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100" i="0">
                <a:solidFill>
                  <a:srgbClr val="FFFFFF"/>
                </a:solidFill>
                <a:latin typeface="+mj-lt"/>
              </a:rPr>
              <a:t>93</a:t>
            </a:r>
            <a:endParaRPr sz="1100" i="0">
              <a:solidFill>
                <a:srgbClr val="FFFFFF"/>
              </a:solidFill>
              <a:latin typeface="+mj-lt"/>
            </a:endParaRPr>
          </a:p>
        </p:txBody>
      </p:sp>
      <p:sp>
        <p:nvSpPr>
          <p:cNvPr id="33" name="TextBox 32"/>
          <p:cNvSpPr txBox="1"/>
          <p:nvPr/>
        </p:nvSpPr>
        <p:spPr>
          <a:xfrm>
            <a:off x="7612380" y="2532888"/>
            <a:ext cx="3982212" cy="130805"/>
          </a:xfrm>
          <a:prstGeom prst="rect">
            <a:avLst/>
          </a:prstGeom>
          <a:noFill/>
        </p:spPr>
        <p:txBody>
          <a:bodyPr wrap="square" lIns="0" tIns="0" rIns="0" bIns="0" anchor="t">
            <a:spAutoFit/>
          </a:bodyPr>
          <a:lstStyle/>
          <a:p>
            <a:pPr algn="l"/>
            <a:r>
              <a:rPr lang="en-US" sz="850" b="0" i="0">
                <a:solidFill>
                  <a:srgbClr val="55595C"/>
                </a:solidFill>
                <a:latin typeface="Open Sans Medium"/>
              </a:rPr>
              <a:t>T</a:t>
            </a:r>
            <a:r>
              <a:rPr sz="850" b="0" i="0">
                <a:solidFill>
                  <a:srgbClr val="55595C"/>
                </a:solidFill>
                <a:latin typeface="Open Sans Medium"/>
              </a:rPr>
              <a:t>hird-party call</a:t>
            </a:r>
            <a:r>
              <a:rPr lang="en-US" sz="850" b="0" i="0">
                <a:solidFill>
                  <a:srgbClr val="55595C"/>
                </a:solidFill>
                <a:latin typeface="Open Sans Medium"/>
              </a:rPr>
              <a:t> received</a:t>
            </a:r>
            <a:r>
              <a:rPr sz="850" b="0" i="0">
                <a:solidFill>
                  <a:srgbClr val="55595C"/>
                </a:solidFill>
                <a:latin typeface="Open Sans Medium"/>
              </a:rPr>
              <a:t>: </a:t>
            </a:r>
            <a:r>
              <a:rPr lang="en-IN" sz="850" b="0" i="0">
                <a:solidFill>
                  <a:srgbClr val="55595C"/>
                </a:solidFill>
                <a:latin typeface="Open Sans Medium"/>
              </a:rPr>
              <a:t>2 </a:t>
            </a:r>
            <a:r>
              <a:rPr sz="850" b="0" i="0">
                <a:solidFill>
                  <a:srgbClr val="55595C"/>
                </a:solidFill>
                <a:latin typeface="Open Sans Medium"/>
              </a:rPr>
              <a:t>of </a:t>
            </a:r>
            <a:r>
              <a:rPr lang="en-IN" sz="850" b="0" i="0">
                <a:solidFill>
                  <a:srgbClr val="55595C"/>
                </a:solidFill>
                <a:latin typeface="Open Sans Medium"/>
              </a:rPr>
              <a:t>14</a:t>
            </a:r>
            <a:endParaRPr sz="850" b="0" i="0">
              <a:solidFill>
                <a:srgbClr val="55595C"/>
              </a:solidFill>
              <a:latin typeface="Open Sans Medium"/>
            </a:endParaRPr>
          </a:p>
        </p:txBody>
      </p:sp>
      <p:sp>
        <p:nvSpPr>
          <p:cNvPr id="34" name="TextBox 33"/>
          <p:cNvSpPr txBox="1"/>
          <p:nvPr/>
        </p:nvSpPr>
        <p:spPr>
          <a:xfrm>
            <a:off x="7612380" y="2752344"/>
            <a:ext cx="3982212" cy="923330"/>
          </a:xfrm>
          <a:prstGeom prst="rect">
            <a:avLst/>
          </a:prstGeom>
          <a:noFill/>
        </p:spPr>
        <p:txBody>
          <a:bodyPr wrap="square" lIns="0" tIns="0" rIns="0" bIns="0" anchor="t">
            <a:spAutoFit/>
          </a:bodyPr>
          <a:lstStyle/>
          <a:p>
            <a:pPr marL="137160" indent="-137160">
              <a:spcAft>
                <a:spcPts val="300"/>
              </a:spcAft>
              <a:buFont typeface="Arial"/>
              <a:buChar char="•"/>
            </a:pPr>
            <a:r>
              <a:rPr lang="en-US" sz="1100" b="0" i="0">
                <a:solidFill>
                  <a:srgbClr val="0A0A0A"/>
                </a:solidFill>
                <a:latin typeface="Open Sans Medium"/>
              </a:rPr>
              <a:t>Two evaluators were called by an outside broker after a gap of one and  three days respectively </a:t>
            </a:r>
          </a:p>
          <a:p>
            <a:pPr marL="137160" indent="-137160">
              <a:spcAft>
                <a:spcPts val="300"/>
              </a:spcAft>
              <a:buFont typeface="Arial"/>
              <a:buChar char="•"/>
            </a:pPr>
            <a:r>
              <a:rPr lang="en-US" sz="1100">
                <a:solidFill>
                  <a:srgbClr val="0A0A0A"/>
                </a:solidFill>
                <a:latin typeface="Open Sans Medium"/>
              </a:rPr>
              <a:t>These enquiries were from</a:t>
            </a:r>
            <a:r>
              <a:rPr lang="en-US" sz="1100" b="0" i="0">
                <a:solidFill>
                  <a:srgbClr val="0A0A0A"/>
                </a:solidFill>
                <a:latin typeface="Open Sans Medium"/>
              </a:rPr>
              <a:t> an Instagram  (V.29389</a:t>
            </a:r>
            <a:r>
              <a:rPr lang="en-US" sz="1100">
                <a:solidFill>
                  <a:srgbClr val="0A0A0A"/>
                </a:solidFill>
                <a:latin typeface="Open Sans Medium"/>
              </a:rPr>
              <a:t>) and a Webform  (</a:t>
            </a:r>
            <a:r>
              <a:rPr lang="en-IN" sz="1100">
                <a:solidFill>
                  <a:srgbClr val="0A0A0A"/>
                </a:solidFill>
                <a:latin typeface="Open Sans Medium"/>
              </a:rPr>
              <a:t>V.23788) </a:t>
            </a:r>
            <a:endParaRPr lang="en-US" sz="1100" b="0" i="0">
              <a:solidFill>
                <a:srgbClr val="0A0A0A"/>
              </a:solidFill>
              <a:latin typeface="Open Sans Medium"/>
            </a:endParaRPr>
          </a:p>
          <a:p>
            <a:pPr marL="137160" indent="-137160" algn="l">
              <a:spcAft>
                <a:spcPts val="300"/>
              </a:spcAft>
              <a:buFont typeface="Arial"/>
              <a:buChar char="•"/>
            </a:pPr>
            <a:r>
              <a:rPr lang="en-US" sz="1100">
                <a:solidFill>
                  <a:srgbClr val="0A0A0A"/>
                </a:solidFill>
                <a:latin typeface="Open Sans Medium"/>
              </a:rPr>
              <a:t>In both the cases the call was from </a:t>
            </a:r>
            <a:r>
              <a:rPr lang="en-US" sz="1100" b="1">
                <a:solidFill>
                  <a:srgbClr val="D7262B"/>
                </a:solidFill>
                <a:latin typeface="Open Sans Medium"/>
              </a:rPr>
              <a:t>Profound Realtors</a:t>
            </a:r>
          </a:p>
        </p:txBody>
      </p:sp>
      <p:sp>
        <p:nvSpPr>
          <p:cNvPr id="5" name="TextBox 4">
            <a:extLst>
              <a:ext uri="{FF2B5EF4-FFF2-40B4-BE49-F238E27FC236}">
                <a16:creationId xmlns:a16="http://schemas.microsoft.com/office/drawing/2014/main" id="{770233D3-0ED0-F5B9-2F7F-C82B64AE28F7}"/>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10698480" cy="475488"/>
          </a:xfrm>
        </p:spPr>
        <p:txBody>
          <a:bodyPr/>
          <a:lstStyle/>
          <a:p>
            <a:r>
              <a:rPr sz="3000" b="0">
                <a:solidFill>
                  <a:srgbClr val="000000"/>
                </a:solidFill>
                <a:latin typeface="Oswald Regular"/>
              </a:rPr>
              <a:t>DIGITAL</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9</a:t>
            </a:fld>
            <a:endParaRPr lang="en-IN" sz="1000" b="0" spc="0">
              <a:solidFill>
                <a:srgbClr val="AAB7C4"/>
              </a:solidFill>
              <a:latin typeface="Open Sans Medium"/>
            </a:endParaRPr>
          </a:p>
        </p:txBody>
      </p:sp>
      <p:sp>
        <p:nvSpPr>
          <p:cNvPr id="7" name="Rounded Rectangle 6"/>
          <p:cNvSpPr/>
          <p:nvPr/>
        </p:nvSpPr>
        <p:spPr>
          <a:xfrm>
            <a:off x="457200" y="777240"/>
            <a:ext cx="11274552" cy="512064"/>
          </a:xfrm>
          <a:prstGeom prst="roundRect">
            <a:avLst>
              <a:gd name="adj" fmla="val 6000"/>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IN">
              <a:latin typeface="+mj-lt"/>
            </a:endParaRPr>
          </a:p>
        </p:txBody>
      </p:sp>
      <p:sp>
        <p:nvSpPr>
          <p:cNvPr id="8" name="TextBox 7"/>
          <p:cNvSpPr txBox="1"/>
          <p:nvPr/>
        </p:nvSpPr>
        <p:spPr>
          <a:xfrm>
            <a:off x="658368" y="933244"/>
            <a:ext cx="10881360" cy="200055"/>
          </a:xfrm>
          <a:prstGeom prst="rect">
            <a:avLst/>
          </a:prstGeom>
          <a:noFill/>
        </p:spPr>
        <p:txBody>
          <a:bodyPr wrap="square" lIns="0" tIns="0" rIns="0" bIns="0" anchor="ctr">
            <a:spAutoFit/>
          </a:bodyPr>
          <a:lstStyle/>
          <a:p>
            <a:pPr algn="l"/>
            <a:r>
              <a:rPr sz="1200" b="1" i="0">
                <a:solidFill>
                  <a:srgbClr val="0B0B0C"/>
                </a:solidFill>
                <a:latin typeface="Open Sans Medium"/>
              </a:rPr>
              <a:t>KEY TAKEAWAY   </a:t>
            </a:r>
            <a:r>
              <a:rPr sz="1300" b="0" i="0">
                <a:solidFill>
                  <a:srgbClr val="0B0B0C"/>
                </a:solidFill>
                <a:latin typeface="Open Sans Medium"/>
              </a:rPr>
              <a:t>Executives </a:t>
            </a:r>
            <a:r>
              <a:rPr lang="en-IN" sz="1300" b="0" i="0">
                <a:solidFill>
                  <a:srgbClr val="0B0B0C"/>
                </a:solidFill>
                <a:latin typeface="Open Sans Medium"/>
              </a:rPr>
              <a:t>were courteous and informative</a:t>
            </a:r>
            <a:r>
              <a:rPr sz="1300" b="0" i="0">
                <a:solidFill>
                  <a:srgbClr val="0B0B0C"/>
                </a:solidFill>
                <a:latin typeface="Open Sans Medium"/>
              </a:rPr>
              <a:t>, </a:t>
            </a:r>
            <a:r>
              <a:rPr lang="en-IN" sz="1300" b="0" i="0">
                <a:solidFill>
                  <a:srgbClr val="0B0B0C"/>
                </a:solidFill>
                <a:latin typeface="Open Sans Medium"/>
              </a:rPr>
              <a:t>but callback commitments </a:t>
            </a:r>
            <a:r>
              <a:rPr sz="1300" b="0" i="0">
                <a:solidFill>
                  <a:srgbClr val="0B0B0C"/>
                </a:solidFill>
                <a:latin typeface="Open Sans Medium"/>
              </a:rPr>
              <a:t>and </a:t>
            </a:r>
            <a:r>
              <a:rPr lang="en-IN" sz="1300" b="0" i="0">
                <a:solidFill>
                  <a:srgbClr val="0B0B0C"/>
                </a:solidFill>
                <a:latin typeface="Open Sans Medium"/>
              </a:rPr>
              <a:t>delivery of requested </a:t>
            </a:r>
            <a:r>
              <a:rPr sz="1300" b="0" i="0">
                <a:solidFill>
                  <a:srgbClr val="0B0B0C"/>
                </a:solidFill>
                <a:latin typeface="Open Sans Medium"/>
              </a:rPr>
              <a:t>details</a:t>
            </a:r>
            <a:r>
              <a:rPr lang="en-IN" sz="1300" b="0" i="0">
                <a:solidFill>
                  <a:srgbClr val="0B0B0C"/>
                </a:solidFill>
                <a:latin typeface="Open Sans Medium"/>
              </a:rPr>
              <a:t> were inconsistent.</a:t>
            </a:r>
            <a:endParaRPr sz="1300" b="0" i="0">
              <a:solidFill>
                <a:srgbClr val="0B0B0C"/>
              </a:solidFill>
              <a:latin typeface="Open Sans Medium"/>
            </a:endParaRPr>
          </a:p>
        </p:txBody>
      </p:sp>
      <p:sp>
        <p:nvSpPr>
          <p:cNvPr id="9" name="TextBox 8"/>
          <p:cNvSpPr txBox="1"/>
          <p:nvPr/>
        </p:nvSpPr>
        <p:spPr>
          <a:xfrm>
            <a:off x="457200" y="1455400"/>
            <a:ext cx="2194560" cy="161583"/>
          </a:xfrm>
          <a:prstGeom prst="rect">
            <a:avLst/>
          </a:prstGeom>
          <a:noFill/>
        </p:spPr>
        <p:txBody>
          <a:bodyPr wrap="square" lIns="0" tIns="0" rIns="0" bIns="0" anchor="ctr">
            <a:spAutoFit/>
          </a:bodyPr>
          <a:lstStyle/>
          <a:p>
            <a:pPr algn="l"/>
            <a:r>
              <a:rPr lang="en-US" sz="1050" b="1" i="0">
                <a:solidFill>
                  <a:srgbClr val="0B0B0C"/>
                </a:solidFill>
                <a:latin typeface="Open Sans Medium"/>
              </a:rPr>
              <a:t>DIGITAL ENQUIRY</a:t>
            </a:r>
          </a:p>
        </p:txBody>
      </p:sp>
      <p:graphicFrame>
        <p:nvGraphicFramePr>
          <p:cNvPr id="11" name="Chart 10" descr="Chart"/>
          <p:cNvGraphicFramePr>
            <a:graphicFrameLocks noGrp="1"/>
          </p:cNvGraphicFramePr>
          <p:nvPr>
            <p:extLst>
              <p:ext uri="{D42A27DB-BD31-4B8C-83A1-F6EECF244321}">
                <p14:modId xmlns:p14="http://schemas.microsoft.com/office/powerpoint/2010/main" val="2330719432"/>
              </p:ext>
            </p:extLst>
          </p:nvPr>
        </p:nvGraphicFramePr>
        <p:xfrm>
          <a:off x="365759" y="1655064"/>
          <a:ext cx="3762895" cy="1682496"/>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4388844" y="1466049"/>
            <a:ext cx="1966234" cy="161583"/>
          </a:xfrm>
          <a:prstGeom prst="rect">
            <a:avLst/>
          </a:prstGeom>
          <a:noFill/>
        </p:spPr>
        <p:txBody>
          <a:bodyPr wrap="square" lIns="0" tIns="0" rIns="0" bIns="0" anchor="ctr">
            <a:spAutoFit/>
          </a:bodyPr>
          <a:lstStyle/>
          <a:p>
            <a:pPr algn="l"/>
            <a:r>
              <a:rPr lang="en-US" sz="1050" b="1" i="0">
                <a:solidFill>
                  <a:srgbClr val="0B0B0C"/>
                </a:solidFill>
                <a:latin typeface="Open Sans Medium"/>
              </a:rPr>
              <a:t>DATA LEAKAGE INDICATORS</a:t>
            </a:r>
          </a:p>
        </p:txBody>
      </p:sp>
      <p:sp>
        <p:nvSpPr>
          <p:cNvPr id="14" name="Rounded Rectangle 13"/>
          <p:cNvSpPr/>
          <p:nvPr/>
        </p:nvSpPr>
        <p:spPr>
          <a:xfrm>
            <a:off x="4311533" y="1746504"/>
            <a:ext cx="2043545" cy="149961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606" y="1992593"/>
            <a:ext cx="1600472" cy="369332"/>
          </a:xfrm>
          <a:prstGeom prst="rect">
            <a:avLst/>
          </a:prstGeom>
          <a:noFill/>
        </p:spPr>
        <p:txBody>
          <a:bodyPr wrap="square" lIns="0" tIns="0" rIns="0" bIns="0" anchor="ctr">
            <a:spAutoFit/>
          </a:bodyPr>
          <a:lstStyle/>
          <a:p>
            <a:pPr algn="l"/>
            <a:r>
              <a:rPr lang="en-US" sz="2400" i="0">
                <a:solidFill>
                  <a:srgbClr val="D7262B"/>
                </a:solidFill>
                <a:latin typeface="+mj-lt"/>
              </a:rPr>
              <a:t>14%</a:t>
            </a:r>
            <a:endParaRPr sz="2400" i="0">
              <a:solidFill>
                <a:srgbClr val="D7262B"/>
              </a:solidFill>
              <a:latin typeface="+mj-lt"/>
            </a:endParaRPr>
          </a:p>
        </p:txBody>
      </p:sp>
      <p:sp>
        <p:nvSpPr>
          <p:cNvPr id="16" name="TextBox 15"/>
          <p:cNvSpPr txBox="1"/>
          <p:nvPr/>
        </p:nvSpPr>
        <p:spPr>
          <a:xfrm>
            <a:off x="4754606" y="2535703"/>
            <a:ext cx="1474744" cy="292388"/>
          </a:xfrm>
          <a:prstGeom prst="rect">
            <a:avLst/>
          </a:prstGeom>
          <a:noFill/>
        </p:spPr>
        <p:txBody>
          <a:bodyPr wrap="square" lIns="0" tIns="0" rIns="0" bIns="0" anchor="t">
            <a:spAutoFit/>
          </a:bodyPr>
          <a:lstStyle/>
          <a:p>
            <a:pPr algn="l"/>
            <a:r>
              <a:rPr lang="en-US" sz="950" b="0" i="0">
                <a:solidFill>
                  <a:srgbClr val="55595C"/>
                </a:solidFill>
                <a:latin typeface="Open Sans Medium"/>
              </a:rPr>
              <a:t>T</a:t>
            </a:r>
            <a:r>
              <a:rPr sz="950" b="0" i="0">
                <a:solidFill>
                  <a:srgbClr val="55595C"/>
                </a:solidFill>
                <a:latin typeface="Open Sans Medium"/>
              </a:rPr>
              <a:t>hird-party </a:t>
            </a:r>
            <a:r>
              <a:rPr lang="en-US" sz="950" b="0" i="0">
                <a:solidFill>
                  <a:srgbClr val="55595C"/>
                </a:solidFill>
                <a:latin typeface="Open Sans Medium"/>
              </a:rPr>
              <a:t>calls received</a:t>
            </a:r>
          </a:p>
          <a:p>
            <a:pPr algn="l"/>
            <a:r>
              <a:rPr sz="950" b="0" i="0">
                <a:solidFill>
                  <a:srgbClr val="55595C"/>
                </a:solidFill>
                <a:latin typeface="Open Sans Medium"/>
              </a:rPr>
              <a:t>(</a:t>
            </a:r>
            <a:r>
              <a:rPr lang="en-IN" sz="950">
                <a:solidFill>
                  <a:srgbClr val="55595C"/>
                </a:solidFill>
                <a:latin typeface="Open Sans Medium"/>
              </a:rPr>
              <a:t>2</a:t>
            </a:r>
            <a:r>
              <a:rPr sz="950" b="0" i="0">
                <a:solidFill>
                  <a:srgbClr val="55595C"/>
                </a:solidFill>
                <a:latin typeface="Open Sans Medium"/>
              </a:rPr>
              <a:t> of 1</a:t>
            </a:r>
            <a:r>
              <a:rPr lang="en-IN" sz="950" b="0" i="0">
                <a:solidFill>
                  <a:srgbClr val="55595C"/>
                </a:solidFill>
                <a:latin typeface="Open Sans Medium"/>
              </a:rPr>
              <a:t>4</a:t>
            </a:r>
            <a:r>
              <a:rPr sz="950" b="0" i="0">
                <a:solidFill>
                  <a:srgbClr val="55595C"/>
                </a:solidFill>
                <a:latin typeface="Open Sans Medium"/>
              </a:rPr>
              <a:t>)</a:t>
            </a:r>
          </a:p>
        </p:txBody>
      </p:sp>
      <p:sp>
        <p:nvSpPr>
          <p:cNvPr id="17" name="TextBox 16"/>
          <p:cNvSpPr txBox="1"/>
          <p:nvPr/>
        </p:nvSpPr>
        <p:spPr>
          <a:xfrm>
            <a:off x="457200" y="3439648"/>
            <a:ext cx="4983480" cy="161583"/>
          </a:xfrm>
          <a:prstGeom prst="rect">
            <a:avLst/>
          </a:prstGeom>
          <a:noFill/>
        </p:spPr>
        <p:txBody>
          <a:bodyPr wrap="square" lIns="0" tIns="0" rIns="0" bIns="0" anchor="ctr">
            <a:spAutoFit/>
          </a:bodyPr>
          <a:lstStyle/>
          <a:p>
            <a:pPr algn="l"/>
            <a:r>
              <a:rPr lang="en-IN" sz="1050" b="1" i="0">
                <a:solidFill>
                  <a:srgbClr val="0B0B0C"/>
                </a:solidFill>
                <a:latin typeface="Open Sans Medium"/>
              </a:rPr>
              <a:t>SALES EXECUTIVE | IN PERSON: REMOTE</a:t>
            </a:r>
          </a:p>
        </p:txBody>
      </p:sp>
      <p:graphicFrame>
        <p:nvGraphicFramePr>
          <p:cNvPr id="19" name="Chart 18" descr="Chart"/>
          <p:cNvGraphicFramePr>
            <a:graphicFrameLocks noGrp="1"/>
          </p:cNvGraphicFramePr>
          <p:nvPr>
            <p:extLst>
              <p:ext uri="{D42A27DB-BD31-4B8C-83A1-F6EECF244321}">
                <p14:modId xmlns:p14="http://schemas.microsoft.com/office/powerpoint/2010/main" val="2439434744"/>
              </p:ext>
            </p:extLst>
          </p:nvPr>
        </p:nvGraphicFramePr>
        <p:xfrm>
          <a:off x="365760" y="3639312"/>
          <a:ext cx="6080760" cy="1728216"/>
        </p:xfrm>
        <a:graphic>
          <a:graphicData uri="http://schemas.openxmlformats.org/drawingml/2006/chart">
            <c:chart xmlns:c="http://schemas.openxmlformats.org/drawingml/2006/chart" xmlns:r="http://schemas.openxmlformats.org/officeDocument/2006/relationships" r:id="rId3"/>
          </a:graphicData>
        </a:graphic>
      </p:graphicFrame>
      <p:sp>
        <p:nvSpPr>
          <p:cNvPr id="20" name="Rounded Rectangle 19"/>
          <p:cNvSpPr/>
          <p:nvPr/>
        </p:nvSpPr>
        <p:spPr>
          <a:xfrm>
            <a:off x="6537960" y="1417320"/>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720840" y="159105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0" y="1579569"/>
            <a:ext cx="4645152" cy="169277"/>
          </a:xfrm>
          <a:prstGeom prst="rect">
            <a:avLst/>
          </a:prstGeom>
          <a:noFill/>
        </p:spPr>
        <p:txBody>
          <a:bodyPr wrap="square" lIns="0" tIns="0" rIns="0" bIns="0" anchor="ctr">
            <a:spAutoFit/>
          </a:bodyPr>
          <a:lstStyle/>
          <a:p>
            <a:pPr algn="l"/>
            <a:r>
              <a:rPr lang="en-IN" sz="1100" b="1" i="0">
                <a:solidFill>
                  <a:srgbClr val="0A0A0A"/>
                </a:solidFill>
              </a:rPr>
              <a:t>AREAS THAT WENT WELL</a:t>
            </a:r>
          </a:p>
        </p:txBody>
      </p:sp>
      <p:sp>
        <p:nvSpPr>
          <p:cNvPr id="23" name="TextBox 22"/>
          <p:cNvSpPr txBox="1"/>
          <p:nvPr/>
        </p:nvSpPr>
        <p:spPr>
          <a:xfrm>
            <a:off x="6720840" y="1874519"/>
            <a:ext cx="4828031" cy="1061829"/>
          </a:xfrm>
          <a:prstGeom prst="rect">
            <a:avLst/>
          </a:prstGeom>
          <a:noFill/>
        </p:spPr>
        <p:txBody>
          <a:bodyPr wrap="square" lIns="0" tIns="0" rIns="0" bIns="0" anchor="t">
            <a:spAutoFit/>
          </a:bodyPr>
          <a:lstStyle/>
          <a:p>
            <a:pPr marL="137160" indent="-137160">
              <a:spcAft>
                <a:spcPts val="300"/>
              </a:spcAft>
              <a:buFont typeface="Arial"/>
              <a:buChar char="•"/>
            </a:pPr>
            <a:r>
              <a:rPr lang="en-US" sz="1000">
                <a:solidFill>
                  <a:srgbClr val="0A0A0A"/>
                </a:solidFill>
              </a:rPr>
              <a:t>Executives were commonly described as polite, courteous and professional, with clear and respectful conversations</a:t>
            </a:r>
          </a:p>
          <a:p>
            <a:pPr marL="137160" indent="-137160">
              <a:lnSpc>
                <a:spcPct val="120000"/>
              </a:lnSpc>
              <a:spcAft>
                <a:spcPts val="300"/>
              </a:spcAft>
              <a:buFont typeface="Arial"/>
              <a:buChar char="•"/>
            </a:pPr>
            <a:r>
              <a:rPr lang="en-US" sz="1000">
                <a:solidFill>
                  <a:srgbClr val="0A0A0A"/>
                </a:solidFill>
              </a:rPr>
              <a:t>Executives explained locations, amenities, unit options, prices, handover dates and payment plans with good knowledge</a:t>
            </a:r>
          </a:p>
          <a:p>
            <a:pPr marL="137160" indent="-137160">
              <a:spcAft>
                <a:spcPts val="300"/>
              </a:spcAft>
              <a:buFont typeface="Arial"/>
              <a:buChar char="•"/>
            </a:pPr>
            <a:r>
              <a:rPr lang="en-US" sz="1000">
                <a:solidFill>
                  <a:srgbClr val="0A0A0A"/>
                </a:solidFill>
              </a:rPr>
              <a:t>Several customers received brochures, floor plans, project pictures or payment details through WhatsApp after the interaction</a:t>
            </a:r>
            <a:endParaRPr sz="1000" b="0" i="0">
              <a:solidFill>
                <a:srgbClr val="0A0A0A"/>
              </a:solidFill>
              <a:latin typeface="Open Sans Medium"/>
            </a:endParaRPr>
          </a:p>
        </p:txBody>
      </p:sp>
      <p:sp>
        <p:nvSpPr>
          <p:cNvPr id="24" name="Rounded Rectangle 23"/>
          <p:cNvSpPr/>
          <p:nvPr/>
        </p:nvSpPr>
        <p:spPr>
          <a:xfrm>
            <a:off x="6537960" y="3419856"/>
            <a:ext cx="5193792" cy="1911096"/>
          </a:xfrm>
          <a:prstGeom prst="roundRect">
            <a:avLst>
              <a:gd name="adj" fmla="val 6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720840" y="3593592"/>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0" y="3585952"/>
            <a:ext cx="4645152" cy="161583"/>
          </a:xfrm>
          <a:prstGeom prst="rect">
            <a:avLst/>
          </a:prstGeom>
          <a:noFill/>
        </p:spPr>
        <p:txBody>
          <a:bodyPr wrap="square" lIns="0" tIns="0" rIns="0" bIns="0" anchor="ctr">
            <a:spAutoFit/>
          </a:bodyPr>
          <a:lstStyle/>
          <a:p>
            <a:pPr algn="l"/>
            <a:r>
              <a:rPr lang="en-US" sz="1050" b="1" i="0">
                <a:solidFill>
                  <a:srgbClr val="0A0A0A"/>
                </a:solidFill>
              </a:rPr>
              <a:t>AREAS THAT DID NOT GO WELL</a:t>
            </a:r>
          </a:p>
        </p:txBody>
      </p:sp>
      <p:sp>
        <p:nvSpPr>
          <p:cNvPr id="27" name="TextBox 26"/>
          <p:cNvSpPr txBox="1"/>
          <p:nvPr/>
        </p:nvSpPr>
        <p:spPr>
          <a:xfrm>
            <a:off x="6720840" y="3877056"/>
            <a:ext cx="4828031" cy="1171859"/>
          </a:xfrm>
          <a:prstGeom prst="rect">
            <a:avLst/>
          </a:prstGeom>
          <a:noFill/>
        </p:spPr>
        <p:txBody>
          <a:bodyPr wrap="square" lIns="0" tIns="0" rIns="0" bIns="0" anchor="t">
            <a:spAutoFit/>
          </a:bodyPr>
          <a:lstStyle/>
          <a:p>
            <a:pPr marL="137160" indent="-137160">
              <a:lnSpc>
                <a:spcPct val="120000"/>
              </a:lnSpc>
              <a:spcAft>
                <a:spcPts val="300"/>
              </a:spcAft>
              <a:buFont typeface="Arial"/>
              <a:buChar char="•"/>
            </a:pPr>
            <a:r>
              <a:rPr lang="en-US" sz="1000">
                <a:solidFill>
                  <a:srgbClr val="0A0A0A"/>
                </a:solidFill>
              </a:rPr>
              <a:t>Discounts, floor plans, payment plans and complete project details were sometimes tied to an office visit or event</a:t>
            </a:r>
          </a:p>
          <a:p>
            <a:pPr marL="137160" indent="-137160">
              <a:lnSpc>
                <a:spcPct val="120000"/>
              </a:lnSpc>
              <a:spcAft>
                <a:spcPts val="300"/>
              </a:spcAft>
              <a:buFont typeface="Arial"/>
              <a:buChar char="•"/>
            </a:pPr>
            <a:r>
              <a:rPr lang="en-US" sz="1000">
                <a:solidFill>
                  <a:srgbClr val="0A0A0A"/>
                </a:solidFill>
              </a:rPr>
              <a:t>Amenities, layouts or requested documents were occasionally withheld or only partly explained before a meeting</a:t>
            </a:r>
          </a:p>
          <a:p>
            <a:pPr marL="137160" indent="-137160">
              <a:lnSpc>
                <a:spcPct val="120000"/>
              </a:lnSpc>
              <a:spcAft>
                <a:spcPts val="300"/>
              </a:spcAft>
              <a:buFont typeface="Arial"/>
              <a:buChar char="•"/>
            </a:pPr>
            <a:r>
              <a:rPr lang="en-IN" sz="1000" b="0" i="0">
                <a:solidFill>
                  <a:srgbClr val="0A0A0A"/>
                </a:solidFill>
                <a:latin typeface="Open Sans Medium"/>
              </a:rPr>
              <a:t>Two</a:t>
            </a:r>
            <a:r>
              <a:rPr sz="1000" b="0" i="0">
                <a:solidFill>
                  <a:srgbClr val="0A0A0A"/>
                </a:solidFill>
                <a:latin typeface="Open Sans Medium"/>
              </a:rPr>
              <a:t> digital </a:t>
            </a:r>
            <a:r>
              <a:rPr lang="en-IN" sz="1000" b="0" i="0">
                <a:solidFill>
                  <a:srgbClr val="0A0A0A"/>
                </a:solidFill>
                <a:latin typeface="Open Sans Medium"/>
              </a:rPr>
              <a:t>enquiries</a:t>
            </a:r>
            <a:r>
              <a:rPr sz="1000" b="0" i="0">
                <a:solidFill>
                  <a:srgbClr val="0A0A0A"/>
                </a:solidFill>
                <a:latin typeface="Open Sans Medium"/>
              </a:rPr>
              <a:t> were later called by </a:t>
            </a:r>
            <a:r>
              <a:rPr sz="1000" b="1" i="0">
                <a:solidFill>
                  <a:srgbClr val="D7262B"/>
                </a:solidFill>
                <a:latin typeface="Open Sans Medium"/>
              </a:rPr>
              <a:t>Profound Realtors </a:t>
            </a:r>
            <a:r>
              <a:rPr sz="1000" b="0" i="0">
                <a:solidFill>
                  <a:srgbClr val="0A0A0A"/>
                </a:solidFill>
                <a:latin typeface="Open Sans Medium"/>
              </a:rPr>
              <a:t>(V.29389)</a:t>
            </a:r>
            <a:r>
              <a:rPr lang="en-IN" sz="1000" b="0" i="0">
                <a:solidFill>
                  <a:srgbClr val="0A0A0A"/>
                </a:solidFill>
                <a:latin typeface="Open Sans Medium"/>
              </a:rPr>
              <a:t> and (V.23788)</a:t>
            </a:r>
            <a:endParaRPr sz="1000" b="0" i="0">
              <a:solidFill>
                <a:srgbClr val="0A0A0A"/>
              </a:solidFill>
              <a:latin typeface="Open Sans Medium"/>
            </a:endParaRPr>
          </a:p>
        </p:txBody>
      </p:sp>
      <p:sp>
        <p:nvSpPr>
          <p:cNvPr id="28" name="Rounded Rectangle 27"/>
          <p:cNvSpPr/>
          <p:nvPr/>
        </p:nvSpPr>
        <p:spPr>
          <a:xfrm>
            <a:off x="365759" y="5440680"/>
            <a:ext cx="11365993" cy="603504"/>
          </a:xfrm>
          <a:prstGeom prst="roundRect">
            <a:avLst>
              <a:gd name="adj" fmla="val 6000"/>
            </a:avLst>
          </a:prstGeom>
          <a:solidFill>
            <a:schemeClr val="bg1">
              <a:lumMod val="95000"/>
            </a:schemeClr>
          </a:solidFill>
          <a:ln w="127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5573155"/>
            <a:ext cx="10881360" cy="338554"/>
          </a:xfrm>
          <a:prstGeom prst="rect">
            <a:avLst/>
          </a:prstGeom>
          <a:noFill/>
        </p:spPr>
        <p:txBody>
          <a:bodyPr wrap="square" lIns="0" tIns="0" rIns="0" bIns="0" anchor="ctr">
            <a:spAutoFit/>
          </a:bodyPr>
          <a:lstStyle/>
          <a:p>
            <a:pPr algn="l"/>
            <a:r>
              <a:rPr sz="950" b="1" i="0">
                <a:solidFill>
                  <a:srgbClr val="0A0A0A"/>
                </a:solidFill>
                <a:latin typeface="Open Sans Medium"/>
              </a:rPr>
              <a:t>RECOMMENDATION   </a:t>
            </a:r>
            <a:r>
              <a:rPr lang="en-US" sz="1100" b="0" i="0">
                <a:solidFill>
                  <a:srgbClr val="0A0A0A"/>
                </a:solidFill>
                <a:latin typeface="Open Sans Medium"/>
              </a:rPr>
              <a:t>Standardize digital follow-up by assigning an owner and confirming a callback time for every enquiry. Share requested project details without making an office visit a prerequisite and track each request through completion stage.</a:t>
            </a:r>
            <a:endParaRPr sz="1100" b="0" i="0">
              <a:solidFill>
                <a:srgbClr val="0A0A0A"/>
              </a:solidFill>
              <a:latin typeface="Open Sans Medium"/>
            </a:endParaRPr>
          </a:p>
        </p:txBody>
      </p:sp>
      <p:sp>
        <p:nvSpPr>
          <p:cNvPr id="3" name="TextBox 24">
            <a:extLst>
              <a:ext uri="{FF2B5EF4-FFF2-40B4-BE49-F238E27FC236}">
                <a16:creationId xmlns:a16="http://schemas.microsoft.com/office/drawing/2014/main" id="{52AF29A4-9C9B-2628-EBF1-12FDEB17859B}"/>
              </a:ext>
            </a:extLst>
          </p:cNvPr>
          <p:cNvSpPr txBox="1"/>
          <p:nvPr/>
        </p:nvSpPr>
        <p:spPr>
          <a:xfrm>
            <a:off x="6720840" y="6080760"/>
            <a:ext cx="4565904"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B0B0C"/>
                </a:solidFill>
              </a:rPr>
              <a:t>*Insights generated from analysis of comments</a:t>
            </a:r>
          </a:p>
        </p:txBody>
      </p:sp>
      <p:sp>
        <p:nvSpPr>
          <p:cNvPr id="10" name="TextBox 9">
            <a:extLst>
              <a:ext uri="{FF2B5EF4-FFF2-40B4-BE49-F238E27FC236}">
                <a16:creationId xmlns:a16="http://schemas.microsoft.com/office/drawing/2014/main" id="{A79371EF-27D9-0C72-BDF0-791B37B7BAC3}"/>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547" y="166937"/>
            <a:ext cx="10789920" cy="475488"/>
          </a:xfrm>
        </p:spPr>
        <p:txBody>
          <a:bodyPr/>
          <a:lstStyle/>
          <a:p>
            <a:r>
              <a:rPr sz="3000" b="0">
                <a:solidFill>
                  <a:srgbClr val="000000"/>
                </a:solidFill>
                <a:latin typeface="Oswald Regular"/>
              </a:rPr>
              <a:t>CALL </a:t>
            </a:r>
            <a:r>
              <a:rPr lang="en-IN" sz="3000" b="0">
                <a:solidFill>
                  <a:srgbClr val="000000"/>
                </a:solidFill>
                <a:latin typeface="Oswald Regular"/>
              </a:rPr>
              <a:t>CENTER</a:t>
            </a:r>
            <a:endParaRPr sz="3000" b="0">
              <a:solidFill>
                <a:srgbClr val="000000"/>
              </a:solidFill>
              <a:latin typeface="Oswald Regular"/>
            </a:endParaRP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10</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Call Center: C</a:t>
            </a:r>
            <a:r>
              <a:rPr lang="en-IN" err="1"/>
              <a:t>ustomer</a:t>
            </a:r>
            <a:r>
              <a:rPr lang="en-IN"/>
              <a:t> Journey and Scores</a:t>
            </a:r>
          </a:p>
        </p:txBody>
      </p:sp>
      <p:sp>
        <p:nvSpPr>
          <p:cNvPr id="8" name="TextBox 7"/>
          <p:cNvSpPr txBox="1"/>
          <p:nvPr/>
        </p:nvSpPr>
        <p:spPr>
          <a:xfrm>
            <a:off x="457200" y="1216152"/>
            <a:ext cx="11274552" cy="169277"/>
          </a:xfrm>
          <a:prstGeom prst="rect">
            <a:avLst/>
          </a:prstGeom>
          <a:noFill/>
        </p:spPr>
        <p:txBody>
          <a:bodyPr wrap="square" lIns="91440" tIns="0" rIns="0" bIns="0" anchor="t">
            <a:spAutoFit/>
          </a:bodyPr>
          <a:lstStyle/>
          <a:p>
            <a:pPr algn="l"/>
            <a:r>
              <a:rPr sz="1100" b="0">
                <a:solidFill>
                  <a:srgbClr val="0B0B0C"/>
                </a:solidFill>
                <a:latin typeface="Open Sans Medium"/>
              </a:rPr>
              <a:t>A phone journey: the call to </a:t>
            </a:r>
            <a:r>
              <a:rPr sz="1100" b="0" err="1">
                <a:solidFill>
                  <a:srgbClr val="0B0B0C"/>
                </a:solidFill>
                <a:latin typeface="Open Sans Medium"/>
              </a:rPr>
              <a:t>Binghatti's</a:t>
            </a:r>
            <a:r>
              <a:rPr sz="1100" b="0">
                <a:solidFill>
                  <a:srgbClr val="0B0B0C"/>
                </a:solidFill>
                <a:latin typeface="Open Sans Medium"/>
              </a:rPr>
              <a:t> sales number and the executive's callback.</a:t>
            </a:r>
          </a:p>
        </p:txBody>
      </p:sp>
      <p:sp>
        <p:nvSpPr>
          <p:cNvPr id="9" name="Rounded Rectangle 8"/>
          <p:cNvSpPr/>
          <p:nvPr/>
        </p:nvSpPr>
        <p:spPr>
          <a:xfrm>
            <a:off x="457200" y="1664208"/>
            <a:ext cx="2514600" cy="4343400"/>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01368"/>
            <a:ext cx="2103120" cy="192024"/>
          </a:xfrm>
          <a:prstGeom prst="rect">
            <a:avLst/>
          </a:prstGeom>
          <a:noFill/>
        </p:spPr>
        <p:txBody>
          <a:bodyPr wrap="square" lIns="0" tIns="0" rIns="0" bIns="0" anchor="t">
            <a:spAutoFit/>
          </a:bodyPr>
          <a:lstStyle/>
          <a:p>
            <a:pPr algn="l"/>
            <a:r>
              <a:rPr sz="900" b="1" i="0">
                <a:solidFill>
                  <a:srgbClr val="BFC3C7"/>
                </a:solidFill>
                <a:latin typeface="Open Sans Medium"/>
              </a:rPr>
              <a:t>CHANNEL</a:t>
            </a:r>
          </a:p>
        </p:txBody>
      </p:sp>
      <p:sp>
        <p:nvSpPr>
          <p:cNvPr id="11" name="TextBox 10"/>
          <p:cNvSpPr txBox="1"/>
          <p:nvPr/>
        </p:nvSpPr>
        <p:spPr>
          <a:xfrm>
            <a:off x="640080" y="2008667"/>
            <a:ext cx="2194560" cy="307777"/>
          </a:xfrm>
          <a:prstGeom prst="rect">
            <a:avLst/>
          </a:prstGeom>
          <a:noFill/>
        </p:spPr>
        <p:txBody>
          <a:bodyPr wrap="square" lIns="0" tIns="0" rIns="0" bIns="0" anchor="ctr">
            <a:spAutoFit/>
          </a:bodyPr>
          <a:lstStyle/>
          <a:p>
            <a:pPr algn="l"/>
            <a:r>
              <a:rPr sz="2000" b="1" i="0">
                <a:solidFill>
                  <a:srgbClr val="FFFFFF"/>
                </a:solidFill>
                <a:latin typeface="Open Sans Medium"/>
              </a:rPr>
              <a:t>Call </a:t>
            </a:r>
            <a:r>
              <a:rPr lang="en-IN" sz="2000" b="1" i="0">
                <a:solidFill>
                  <a:srgbClr val="FFFFFF"/>
                </a:solidFill>
                <a:latin typeface="Open Sans Medium"/>
              </a:rPr>
              <a:t>Center</a:t>
            </a:r>
            <a:endParaRPr sz="2000" b="1" i="0">
              <a:solidFill>
                <a:srgbClr val="FFFFFF"/>
              </a:solidFill>
              <a:latin typeface="Open Sans Medium"/>
            </a:endParaRPr>
          </a:p>
        </p:txBody>
      </p:sp>
      <p:sp>
        <p:nvSpPr>
          <p:cNvPr id="12" name="TextBox 11"/>
          <p:cNvSpPr txBox="1"/>
          <p:nvPr/>
        </p:nvSpPr>
        <p:spPr>
          <a:xfrm>
            <a:off x="640080" y="2377440"/>
            <a:ext cx="2148840" cy="457200"/>
          </a:xfrm>
          <a:prstGeom prst="rect">
            <a:avLst/>
          </a:prstGeom>
          <a:noFill/>
        </p:spPr>
        <p:txBody>
          <a:bodyPr wrap="square" lIns="0" tIns="0" rIns="0" bIns="0" anchor="t">
            <a:spAutoFit/>
          </a:bodyPr>
          <a:lstStyle/>
          <a:p>
            <a:pPr algn="l"/>
            <a:r>
              <a:rPr sz="950" b="0" i="0">
                <a:solidFill>
                  <a:srgbClr val="BFC3C7"/>
                </a:solidFill>
                <a:latin typeface="Open Sans Medium"/>
              </a:rPr>
              <a:t>Call to Binghatti's sales number, including the callback</a:t>
            </a:r>
          </a:p>
        </p:txBody>
      </p:sp>
      <p:sp>
        <p:nvSpPr>
          <p:cNvPr id="13" name="TextBox 12"/>
          <p:cNvSpPr txBox="1"/>
          <p:nvPr/>
        </p:nvSpPr>
        <p:spPr>
          <a:xfrm>
            <a:off x="640080" y="2890171"/>
            <a:ext cx="2148840" cy="492443"/>
          </a:xfrm>
          <a:prstGeom prst="rect">
            <a:avLst/>
          </a:prstGeom>
          <a:noFill/>
        </p:spPr>
        <p:txBody>
          <a:bodyPr wrap="square" lIns="0" tIns="0" rIns="0" bIns="0" anchor="ctr">
            <a:spAutoFit/>
          </a:bodyPr>
          <a:lstStyle/>
          <a:p>
            <a:pPr algn="l"/>
            <a:r>
              <a:rPr lang="en-IN" sz="3200" b="1" i="0">
                <a:solidFill>
                  <a:srgbClr val="FFFFFF"/>
                </a:solidFill>
                <a:latin typeface="Open Sans Medium"/>
              </a:rPr>
              <a:t>8</a:t>
            </a:r>
            <a:r>
              <a:rPr lang="en-IN" sz="3200" b="1">
                <a:solidFill>
                  <a:srgbClr val="FFFFFF"/>
                </a:solidFill>
                <a:latin typeface="Open Sans Medium"/>
              </a:rPr>
              <a:t>4</a:t>
            </a:r>
            <a:r>
              <a:rPr lang="en-IN" sz="3200" b="1" i="0">
                <a:solidFill>
                  <a:srgbClr val="FFFFFF"/>
                </a:solidFill>
                <a:latin typeface="Open Sans Medium"/>
              </a:rPr>
              <a:t>%</a:t>
            </a:r>
          </a:p>
        </p:txBody>
      </p:sp>
      <p:sp>
        <p:nvSpPr>
          <p:cNvPr id="14" name="TextBox 13"/>
          <p:cNvSpPr txBox="1"/>
          <p:nvPr/>
        </p:nvSpPr>
        <p:spPr>
          <a:xfrm>
            <a:off x="640080" y="3401568"/>
            <a:ext cx="2148840" cy="210312"/>
          </a:xfrm>
          <a:prstGeom prst="rect">
            <a:avLst/>
          </a:prstGeom>
          <a:noFill/>
        </p:spPr>
        <p:txBody>
          <a:bodyPr wrap="square" lIns="0" tIns="0" rIns="0" bIns="0" anchor="t">
            <a:spAutoFit/>
          </a:bodyPr>
          <a:lstStyle/>
          <a:p>
            <a:pPr algn="l"/>
            <a:r>
              <a:rPr sz="950" b="0" i="0">
                <a:solidFill>
                  <a:srgbClr val="BFC3C7"/>
                </a:solidFill>
                <a:latin typeface="Open Sans Medium"/>
              </a:rPr>
              <a:t>Average total score</a:t>
            </a:r>
          </a:p>
        </p:txBody>
      </p:sp>
      <p:sp>
        <p:nvSpPr>
          <p:cNvPr id="15" name="TextBox 14"/>
          <p:cNvSpPr txBox="1"/>
          <p:nvPr/>
        </p:nvSpPr>
        <p:spPr>
          <a:xfrm>
            <a:off x="640080" y="3776472"/>
            <a:ext cx="2194560" cy="1377300"/>
          </a:xfrm>
          <a:prstGeom prst="rect">
            <a:avLst/>
          </a:prstGeom>
          <a:noFill/>
        </p:spPr>
        <p:txBody>
          <a:bodyPr wrap="square" lIns="0" tIns="0" rIns="0" bIns="0" anchor="t">
            <a:spAutoFit/>
          </a:bodyPr>
          <a:lstStyle/>
          <a:p>
            <a:pPr marL="137160" indent="-137160" algn="l">
              <a:spcAft>
                <a:spcPts val="500"/>
              </a:spcAft>
              <a:buFont typeface="Arial"/>
              <a:buChar char="•"/>
            </a:pPr>
            <a:r>
              <a:rPr lang="en-US" sz="1100" b="0" i="0">
                <a:solidFill>
                  <a:srgbClr val="FFFFFF"/>
                </a:solidFill>
                <a:latin typeface="Open Sans Medium"/>
              </a:rPr>
              <a:t>9 evaluations, scores 65 to 94</a:t>
            </a:r>
          </a:p>
          <a:p>
            <a:pPr marL="137160" indent="-137160" algn="l">
              <a:spcAft>
                <a:spcPts val="500"/>
              </a:spcAft>
              <a:buFont typeface="Arial"/>
              <a:buChar char="•"/>
            </a:pPr>
            <a:r>
              <a:rPr lang="en-US" sz="1100" b="0" i="0">
                <a:solidFill>
                  <a:srgbClr val="FFFFFF"/>
                </a:solidFill>
                <a:latin typeface="Open Sans Medium"/>
              </a:rPr>
              <a:t>7 of 9 calls answered within 20 seconds</a:t>
            </a:r>
          </a:p>
          <a:p>
            <a:pPr marL="137160" indent="-137160" algn="l">
              <a:spcAft>
                <a:spcPts val="500"/>
              </a:spcAft>
              <a:buFont typeface="Arial"/>
              <a:buChar char="•"/>
            </a:pPr>
            <a:r>
              <a:rPr lang="en-US" sz="1100" b="0" i="0">
                <a:solidFill>
                  <a:srgbClr val="FFFFFF"/>
                </a:solidFill>
                <a:latin typeface="Open Sans Medium"/>
              </a:rPr>
              <a:t>Service rating: 1 Excellent, 7 Very Good, 1 Fair</a:t>
            </a:r>
          </a:p>
          <a:p>
            <a:pPr marL="137160" indent="-137160" algn="l">
              <a:spcAft>
                <a:spcPts val="500"/>
              </a:spcAft>
              <a:buFont typeface="Arial"/>
              <a:buChar char="•"/>
            </a:pPr>
            <a:r>
              <a:rPr lang="en-US" sz="1100" b="0" i="0">
                <a:solidFill>
                  <a:srgbClr val="FFFFFF"/>
                </a:solidFill>
                <a:latin typeface="Open Sans Medium"/>
              </a:rPr>
              <a:t>Follow-Up is not asked beyond the 9-hour callback</a:t>
            </a:r>
          </a:p>
        </p:txBody>
      </p:sp>
      <p:sp>
        <p:nvSpPr>
          <p:cNvPr id="16" name="Pentagon 15"/>
          <p:cNvSpPr/>
          <p:nvPr/>
        </p:nvSpPr>
        <p:spPr>
          <a:xfrm>
            <a:off x="3127248" y="1664208"/>
            <a:ext cx="4347972" cy="393192"/>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64408" y="1664208"/>
            <a:ext cx="3799332" cy="393192"/>
          </a:xfrm>
          <a:prstGeom prst="rect">
            <a:avLst/>
          </a:prstGeom>
          <a:noFill/>
        </p:spPr>
        <p:txBody>
          <a:bodyPr wrap="square" lIns="0" tIns="0" rIns="0" bIns="0" anchor="ctr">
            <a:spAutoFit/>
          </a:bodyPr>
          <a:lstStyle>
            <a:defPPr>
              <a:defRPr lang="en-US"/>
            </a:defPPr>
            <a:lvl1pPr>
              <a:defRPr sz="1050" b="1" i="0">
                <a:solidFill>
                  <a:srgbClr val="0B0B0C"/>
                </a:solidFill>
                <a:latin typeface="Open Sans Medium"/>
              </a:defRPr>
            </a:lvl1pPr>
          </a:lstStyle>
          <a:p>
            <a:r>
              <a:t>1  PRE-VISIT</a:t>
            </a:r>
          </a:p>
        </p:txBody>
      </p:sp>
      <p:sp>
        <p:nvSpPr>
          <p:cNvPr id="18" name="Rounded Rectangle 17"/>
          <p:cNvSpPr/>
          <p:nvPr/>
        </p:nvSpPr>
        <p:spPr>
          <a:xfrm>
            <a:off x="3127248" y="2167128"/>
            <a:ext cx="4256532" cy="3840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64408" y="2278360"/>
            <a:ext cx="3250692" cy="161583"/>
          </a:xfrm>
          <a:prstGeom prst="rect">
            <a:avLst/>
          </a:prstGeom>
          <a:noFill/>
        </p:spPr>
        <p:txBody>
          <a:bodyPr wrap="square" lIns="0" tIns="0" rIns="0" bIns="0" anchor="ctr">
            <a:spAutoFit/>
          </a:bodyPr>
          <a:lstStyle/>
          <a:p>
            <a:pPr algn="l"/>
            <a:r>
              <a:rPr sz="1050" b="1" i="0">
                <a:solidFill>
                  <a:srgbClr val="0A0A0A"/>
                </a:solidFill>
                <a:latin typeface="Open Sans Medium"/>
              </a:rPr>
              <a:t>Call </a:t>
            </a:r>
            <a:r>
              <a:rPr lang="en-IN" sz="1050" b="1" i="0">
                <a:solidFill>
                  <a:srgbClr val="0A0A0A"/>
                </a:solidFill>
                <a:latin typeface="Open Sans Medium"/>
              </a:rPr>
              <a:t>Center</a:t>
            </a:r>
            <a:endParaRPr sz="1050" b="1" i="0">
              <a:solidFill>
                <a:srgbClr val="0A0A0A"/>
              </a:solidFill>
              <a:latin typeface="Open Sans Medium"/>
            </a:endParaRPr>
          </a:p>
        </p:txBody>
      </p:sp>
      <p:sp>
        <p:nvSpPr>
          <p:cNvPr id="20" name="Rounded Rectangle 19"/>
          <p:cNvSpPr/>
          <p:nvPr/>
        </p:nvSpPr>
        <p:spPr>
          <a:xfrm>
            <a:off x="6560819" y="224028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50" i="0">
                <a:solidFill>
                  <a:srgbClr val="FFFFFF"/>
                </a:solidFill>
                <a:latin typeface="+mj-lt"/>
              </a:rPr>
              <a:t>82</a:t>
            </a:r>
          </a:p>
        </p:txBody>
      </p:sp>
      <p:sp>
        <p:nvSpPr>
          <p:cNvPr id="21" name="TextBox 20"/>
          <p:cNvSpPr txBox="1"/>
          <p:nvPr/>
        </p:nvSpPr>
        <p:spPr>
          <a:xfrm>
            <a:off x="3264408" y="253288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n=9</a:t>
            </a:r>
          </a:p>
        </p:txBody>
      </p:sp>
      <p:sp>
        <p:nvSpPr>
          <p:cNvPr id="22" name="TextBox 21"/>
          <p:cNvSpPr txBox="1"/>
          <p:nvPr/>
        </p:nvSpPr>
        <p:spPr>
          <a:xfrm>
            <a:off x="3264408" y="2752344"/>
            <a:ext cx="3982212" cy="1599925"/>
          </a:xfrm>
          <a:prstGeom prst="rect">
            <a:avLst/>
          </a:prstGeom>
          <a:noFill/>
        </p:spPr>
        <p:txBody>
          <a:bodyPr wrap="square" lIns="0" tIns="0" rIns="0" bIns="0" anchor="t">
            <a:spAutoFit/>
          </a:bodyPr>
          <a:lstStyle/>
          <a:p>
            <a:pPr marL="137160" indent="-137160" algn="l">
              <a:lnSpc>
                <a:spcPct val="120000"/>
              </a:lnSpc>
              <a:spcAft>
                <a:spcPts val="300"/>
              </a:spcAft>
              <a:buFont typeface="Arial"/>
              <a:buChar char="•"/>
            </a:pPr>
            <a:r>
              <a:rPr sz="1100" b="0" i="0">
                <a:solidFill>
                  <a:srgbClr val="0A0A0A"/>
                </a:solidFill>
                <a:latin typeface="Open Sans Medium"/>
              </a:rPr>
              <a:t>Answered on first attempt and courteous: </a:t>
            </a:r>
            <a:r>
              <a:rPr lang="en-IN" sz="1100" b="1" i="0">
                <a:solidFill>
                  <a:srgbClr val="0A0A0A"/>
                </a:solidFill>
                <a:latin typeface="Open Sans Medium"/>
              </a:rPr>
              <a:t>100%</a:t>
            </a:r>
            <a:r>
              <a:rPr sz="1100" b="0" i="0">
                <a:solidFill>
                  <a:srgbClr val="0A0A0A"/>
                </a:solidFill>
                <a:latin typeface="Open Sans Medium"/>
              </a:rPr>
              <a:t> (n=9)</a:t>
            </a:r>
          </a:p>
          <a:p>
            <a:pPr marL="137160" indent="-137160" algn="l">
              <a:lnSpc>
                <a:spcPct val="120000"/>
              </a:lnSpc>
              <a:spcAft>
                <a:spcPts val="300"/>
              </a:spcAft>
              <a:buFont typeface="Arial"/>
              <a:buChar char="•"/>
            </a:pPr>
            <a:r>
              <a:rPr sz="1100" b="0" i="0">
                <a:solidFill>
                  <a:srgbClr val="0A0A0A"/>
                </a:solidFill>
                <a:latin typeface="Open Sans Medium"/>
              </a:rPr>
              <a:t>Project and location info given: </a:t>
            </a:r>
            <a:r>
              <a:rPr lang="en-IN" sz="1100" b="1" i="0">
                <a:solidFill>
                  <a:srgbClr val="0A0A0A"/>
                </a:solidFill>
                <a:latin typeface="Open Sans Medium"/>
              </a:rPr>
              <a:t>89%</a:t>
            </a:r>
            <a:r>
              <a:rPr lang="en-IN" sz="1100" b="0" i="0">
                <a:solidFill>
                  <a:srgbClr val="0A0A0A"/>
                </a:solidFill>
                <a:latin typeface="Open Sans Medium"/>
              </a:rPr>
              <a:t> (n=8)</a:t>
            </a:r>
          </a:p>
          <a:p>
            <a:pPr marL="137160" indent="-137160" algn="l">
              <a:lnSpc>
                <a:spcPct val="120000"/>
              </a:lnSpc>
              <a:spcAft>
                <a:spcPts val="300"/>
              </a:spcAft>
              <a:buFont typeface="Arial"/>
              <a:buChar char="•"/>
            </a:pPr>
            <a:r>
              <a:rPr sz="1100" b="0" i="0">
                <a:solidFill>
                  <a:srgbClr val="0A0A0A"/>
                </a:solidFill>
                <a:latin typeface="Open Sans Medium"/>
              </a:rPr>
              <a:t>Starting price shared: </a:t>
            </a:r>
            <a:r>
              <a:rPr lang="en-IN" sz="1100" b="1" i="0">
                <a:solidFill>
                  <a:srgbClr val="0A0A0A"/>
                </a:solidFill>
                <a:latin typeface="Open Sans Medium"/>
              </a:rPr>
              <a:t>88%</a:t>
            </a:r>
            <a:r>
              <a:rPr sz="1100" b="0" i="0">
                <a:solidFill>
                  <a:srgbClr val="0A0A0A"/>
                </a:solidFill>
                <a:latin typeface="Open Sans Medium"/>
              </a:rPr>
              <a:t> (7 of 8)</a:t>
            </a:r>
          </a:p>
          <a:p>
            <a:pPr marL="137160" indent="-137160" algn="l">
              <a:lnSpc>
                <a:spcPct val="120000"/>
              </a:lnSpc>
              <a:spcAft>
                <a:spcPts val="300"/>
              </a:spcAft>
              <a:buFont typeface="Arial"/>
              <a:buChar char="•"/>
            </a:pPr>
            <a:r>
              <a:rPr sz="1100" b="0" i="0">
                <a:solidFill>
                  <a:srgbClr val="0A0A0A"/>
                </a:solidFill>
                <a:latin typeface="Open Sans Medium"/>
              </a:rPr>
              <a:t>Site-visit appointment offered: </a:t>
            </a:r>
            <a:r>
              <a:rPr lang="en-IN" sz="1100" b="1" i="0">
                <a:solidFill>
                  <a:srgbClr val="0A0A0A"/>
                </a:solidFill>
                <a:latin typeface="Open Sans Medium"/>
              </a:rPr>
              <a:t>78%</a:t>
            </a:r>
            <a:r>
              <a:rPr lang="en-IN" sz="1100" b="0" i="0">
                <a:solidFill>
                  <a:srgbClr val="0A0A0A"/>
                </a:solidFill>
                <a:latin typeface="Open Sans Medium"/>
              </a:rPr>
              <a:t> (n=7)</a:t>
            </a:r>
            <a:endParaRPr sz="1100" b="0" i="0">
              <a:solidFill>
                <a:srgbClr val="0A0A0A"/>
              </a:solidFill>
              <a:latin typeface="Open Sans Medium"/>
            </a:endParaRPr>
          </a:p>
          <a:p>
            <a:pPr marL="137160" indent="-137160" algn="l">
              <a:lnSpc>
                <a:spcPct val="120000"/>
              </a:lnSpc>
              <a:spcAft>
                <a:spcPts val="300"/>
              </a:spcAft>
              <a:buFont typeface="Arial"/>
              <a:buChar char="•"/>
            </a:pPr>
            <a:r>
              <a:rPr sz="1100" b="0" i="0">
                <a:solidFill>
                  <a:srgbClr val="0A0A0A"/>
                </a:solidFill>
                <a:latin typeface="Open Sans Medium"/>
              </a:rPr>
              <a:t>Brochure offered, details received, callback within 9 business hours: </a:t>
            </a:r>
            <a:r>
              <a:rPr lang="en-IN" sz="1100" b="1" i="0">
                <a:solidFill>
                  <a:srgbClr val="0A0A0A"/>
                </a:solidFill>
                <a:latin typeface="Open Sans Medium"/>
              </a:rPr>
              <a:t>67%</a:t>
            </a:r>
            <a:r>
              <a:rPr sz="1100" b="0" i="0">
                <a:solidFill>
                  <a:srgbClr val="0A0A0A"/>
                </a:solidFill>
                <a:latin typeface="Open Sans Medium"/>
              </a:rPr>
              <a:t> each</a:t>
            </a:r>
          </a:p>
          <a:p>
            <a:pPr marL="137160" indent="-137160" algn="l">
              <a:lnSpc>
                <a:spcPct val="120000"/>
              </a:lnSpc>
              <a:spcAft>
                <a:spcPts val="300"/>
              </a:spcAft>
              <a:buFont typeface="Arial"/>
              <a:buChar char="•"/>
            </a:pPr>
            <a:r>
              <a:rPr sz="1100" b="0" i="0">
                <a:solidFill>
                  <a:srgbClr val="0A0A0A"/>
                </a:solidFill>
                <a:latin typeface="Open Sans Medium"/>
              </a:rPr>
              <a:t>Further info on the original </a:t>
            </a:r>
            <a:r>
              <a:rPr lang="en-IN" sz="1100" b="0" i="0">
                <a:solidFill>
                  <a:srgbClr val="0A0A0A"/>
                </a:solidFill>
                <a:latin typeface="Open Sans Medium"/>
              </a:rPr>
              <a:t>enquiry</a:t>
            </a:r>
            <a:r>
              <a:rPr sz="1100" b="0" i="0">
                <a:solidFill>
                  <a:srgbClr val="0A0A0A"/>
                </a:solidFill>
                <a:latin typeface="Open Sans Medium"/>
              </a:rPr>
              <a:t>: </a:t>
            </a:r>
            <a:r>
              <a:rPr lang="en-IN" sz="1100" b="1" i="0">
                <a:solidFill>
                  <a:srgbClr val="0A0A0A"/>
                </a:solidFill>
                <a:latin typeface="Open Sans Medium"/>
              </a:rPr>
              <a:t>33%</a:t>
            </a:r>
            <a:r>
              <a:rPr sz="1100" b="0" i="0">
                <a:solidFill>
                  <a:srgbClr val="0A0A0A"/>
                </a:solidFill>
                <a:latin typeface="Open Sans Medium"/>
              </a:rPr>
              <a:t> (2 of 6 callbacks)</a:t>
            </a:r>
          </a:p>
        </p:txBody>
      </p:sp>
      <p:sp>
        <p:nvSpPr>
          <p:cNvPr id="23" name="Chevron 22"/>
          <p:cNvSpPr/>
          <p:nvPr/>
        </p:nvSpPr>
        <p:spPr>
          <a:xfrm>
            <a:off x="7383780" y="1664208"/>
            <a:ext cx="4439412" cy="393192"/>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67828" y="1664208"/>
            <a:ext cx="3890772" cy="393192"/>
          </a:xfrm>
          <a:prstGeom prst="rect">
            <a:avLst/>
          </a:prstGeom>
          <a:noFill/>
        </p:spPr>
        <p:txBody>
          <a:bodyPr wrap="square" lIns="0" tIns="0" rIns="0" bIns="0" anchor="ctr">
            <a:spAutoFit/>
          </a:bodyPr>
          <a:lstStyle>
            <a:defPPr>
              <a:defRPr lang="en-US"/>
            </a:defPPr>
            <a:lvl1pPr>
              <a:defRPr sz="1050" b="1" i="0">
                <a:solidFill>
                  <a:srgbClr val="0B0B0C"/>
                </a:solidFill>
                <a:latin typeface="Open Sans Medium"/>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t>2  POST-VISIT</a:t>
            </a:r>
          </a:p>
        </p:txBody>
      </p:sp>
      <p:sp>
        <p:nvSpPr>
          <p:cNvPr id="25" name="Rounded Rectangle 24"/>
          <p:cNvSpPr/>
          <p:nvPr/>
        </p:nvSpPr>
        <p:spPr>
          <a:xfrm>
            <a:off x="7475220" y="2167128"/>
            <a:ext cx="4256532" cy="3840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12380" y="2221992"/>
            <a:ext cx="3250692" cy="274320"/>
          </a:xfrm>
          <a:prstGeom prst="rect">
            <a:avLst/>
          </a:prstGeom>
          <a:noFill/>
        </p:spPr>
        <p:txBody>
          <a:bodyPr wrap="square" lIns="0" tIns="0" rIns="0" bIns="0" anchor="ctr">
            <a:spAutoFit/>
          </a:bodyPr>
          <a:lstStyle/>
          <a:p>
            <a:pPr algn="l"/>
            <a:r>
              <a:rPr sz="1050" b="1" i="0">
                <a:solidFill>
                  <a:srgbClr val="0A0A0A"/>
                </a:solidFill>
                <a:latin typeface="Open Sans Medium"/>
              </a:rPr>
              <a:t>Data Leakage Indicators</a:t>
            </a:r>
          </a:p>
        </p:txBody>
      </p:sp>
      <p:sp>
        <p:nvSpPr>
          <p:cNvPr id="27" name="Rounded Rectangle 26"/>
          <p:cNvSpPr/>
          <p:nvPr/>
        </p:nvSpPr>
        <p:spPr>
          <a:xfrm>
            <a:off x="10908792" y="224028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50" i="0">
                <a:solidFill>
                  <a:srgbClr val="FFFFFF"/>
                </a:solidFill>
                <a:latin typeface="+mj-lt"/>
              </a:rPr>
              <a:t>89</a:t>
            </a:r>
          </a:p>
        </p:txBody>
      </p:sp>
      <p:sp>
        <p:nvSpPr>
          <p:cNvPr id="28" name="TextBox 27"/>
          <p:cNvSpPr txBox="1"/>
          <p:nvPr/>
        </p:nvSpPr>
        <p:spPr>
          <a:xfrm>
            <a:off x="7612380" y="2532888"/>
            <a:ext cx="3982212" cy="130805"/>
          </a:xfrm>
          <a:prstGeom prst="rect">
            <a:avLst/>
          </a:prstGeom>
          <a:noFill/>
        </p:spPr>
        <p:txBody>
          <a:bodyPr wrap="square" lIns="0" tIns="0" rIns="0" bIns="0" anchor="t">
            <a:spAutoFit/>
          </a:bodyPr>
          <a:lstStyle/>
          <a:p>
            <a:pPr algn="l"/>
            <a:r>
              <a:rPr lang="en-US" sz="850" b="0" i="0">
                <a:solidFill>
                  <a:srgbClr val="55595C"/>
                </a:solidFill>
                <a:latin typeface="Open Sans Medium"/>
              </a:rPr>
              <a:t>Third-party</a:t>
            </a:r>
            <a:r>
              <a:rPr sz="850" b="0" i="0">
                <a:solidFill>
                  <a:srgbClr val="55595C"/>
                </a:solidFill>
                <a:latin typeface="Open Sans Medium"/>
              </a:rPr>
              <a:t> call</a:t>
            </a:r>
            <a:r>
              <a:rPr lang="en-US" sz="850" b="0" i="0">
                <a:solidFill>
                  <a:srgbClr val="55595C"/>
                </a:solidFill>
                <a:latin typeface="Open Sans Medium"/>
              </a:rPr>
              <a:t> received</a:t>
            </a:r>
            <a:r>
              <a:rPr sz="850" b="0" i="0">
                <a:solidFill>
                  <a:srgbClr val="55595C"/>
                </a:solidFill>
                <a:latin typeface="Open Sans Medium"/>
              </a:rPr>
              <a:t>: </a:t>
            </a:r>
            <a:r>
              <a:rPr lang="en-US" sz="850" b="0" i="0">
                <a:solidFill>
                  <a:srgbClr val="55595C"/>
                </a:solidFill>
                <a:latin typeface="Open Sans Medium"/>
              </a:rPr>
              <a:t>1</a:t>
            </a:r>
            <a:r>
              <a:rPr sz="850" b="0" i="0">
                <a:solidFill>
                  <a:srgbClr val="55595C"/>
                </a:solidFill>
                <a:latin typeface="Open Sans Medium"/>
              </a:rPr>
              <a:t> of 9</a:t>
            </a:r>
          </a:p>
        </p:txBody>
      </p:sp>
      <p:sp>
        <p:nvSpPr>
          <p:cNvPr id="29" name="TextBox 28"/>
          <p:cNvSpPr txBox="1"/>
          <p:nvPr/>
        </p:nvSpPr>
        <p:spPr>
          <a:xfrm>
            <a:off x="7612380" y="2752344"/>
            <a:ext cx="3982212" cy="633507"/>
          </a:xfrm>
          <a:prstGeom prst="rect">
            <a:avLst/>
          </a:prstGeom>
          <a:noFill/>
        </p:spPr>
        <p:txBody>
          <a:bodyPr wrap="square" lIns="0" tIns="0" rIns="0" bIns="0" anchor="t">
            <a:spAutoFit/>
          </a:bodyPr>
          <a:lstStyle/>
          <a:p>
            <a:pPr marL="137160" indent="-137160" algn="l">
              <a:lnSpc>
                <a:spcPct val="120000"/>
              </a:lnSpc>
              <a:spcAft>
                <a:spcPts val="300"/>
              </a:spcAft>
              <a:buFont typeface="Arial"/>
              <a:buChar char="•"/>
            </a:pPr>
            <a:r>
              <a:rPr sz="1100" b="0" i="0">
                <a:solidFill>
                  <a:srgbClr val="0A0A0A"/>
                </a:solidFill>
                <a:latin typeface="Open Sans Medium"/>
              </a:rPr>
              <a:t>One caller was contacted by an outside broker two days later (V.22867, </a:t>
            </a:r>
            <a:r>
              <a:rPr lang="en-IN" sz="1100" b="1" i="0">
                <a:solidFill>
                  <a:srgbClr val="D7262B"/>
                </a:solidFill>
                <a:latin typeface="Open Sans Medium"/>
              </a:rPr>
              <a:t>Profound Realtors</a:t>
            </a:r>
            <a:r>
              <a:rPr sz="1100" b="0" i="0">
                <a:solidFill>
                  <a:srgbClr val="0A0A0A"/>
                </a:solidFill>
                <a:latin typeface="Open Sans Medium"/>
              </a:rPr>
              <a:t>)</a:t>
            </a:r>
          </a:p>
          <a:p>
            <a:pPr marL="137160" indent="-137160" algn="l">
              <a:lnSpc>
                <a:spcPct val="120000"/>
              </a:lnSpc>
              <a:spcAft>
                <a:spcPts val="300"/>
              </a:spcAft>
              <a:buFont typeface="Arial"/>
              <a:buChar char="•"/>
            </a:pPr>
            <a:r>
              <a:rPr sz="1100" b="0" i="0">
                <a:solidFill>
                  <a:srgbClr val="0A0A0A"/>
                </a:solidFill>
                <a:latin typeface="Open Sans Medium"/>
              </a:rPr>
              <a:t>The leak visit scored 65 against a channel average of 84</a:t>
            </a:r>
          </a:p>
        </p:txBody>
      </p:sp>
      <p:sp>
        <p:nvSpPr>
          <p:cNvPr id="5" name="TextBox 4">
            <a:extLst>
              <a:ext uri="{FF2B5EF4-FFF2-40B4-BE49-F238E27FC236}">
                <a16:creationId xmlns:a16="http://schemas.microsoft.com/office/drawing/2014/main" id="{D4F66467-CA3A-65FF-48F0-FA0B06AC1425}"/>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7316"/>
            <a:ext cx="10698480" cy="475488"/>
          </a:xfrm>
        </p:spPr>
        <p:txBody>
          <a:bodyPr/>
          <a:lstStyle/>
          <a:p>
            <a:r>
              <a:rPr sz="3000" b="0">
                <a:solidFill>
                  <a:srgbClr val="000000"/>
                </a:solidFill>
                <a:latin typeface="Oswald Regular"/>
              </a:rPr>
              <a:t>CALL </a:t>
            </a:r>
            <a:r>
              <a:rPr lang="en-IN" sz="3000" b="0">
                <a:solidFill>
                  <a:srgbClr val="000000"/>
                </a:solidFill>
                <a:latin typeface="Oswald Regular"/>
              </a:rPr>
              <a:t>CENTER</a:t>
            </a:r>
            <a:endParaRPr sz="3000" b="0">
              <a:solidFill>
                <a:srgbClr val="000000"/>
              </a:solidFill>
              <a:latin typeface="Oswald Regular"/>
            </a:endParaRP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11</a:t>
            </a:fld>
            <a:endParaRPr lang="en-IN" sz="1000" b="0" spc="0">
              <a:solidFill>
                <a:srgbClr val="AAB7C4"/>
              </a:solidFill>
              <a:latin typeface="Open Sans Medium"/>
            </a:endParaRPr>
          </a:p>
        </p:txBody>
      </p:sp>
      <p:sp>
        <p:nvSpPr>
          <p:cNvPr id="7" name="Rounded Rectangle 6"/>
          <p:cNvSpPr/>
          <p:nvPr/>
        </p:nvSpPr>
        <p:spPr>
          <a:xfrm>
            <a:off x="457200" y="777240"/>
            <a:ext cx="11274552" cy="512064"/>
          </a:xfrm>
          <a:prstGeom prst="roundRect">
            <a:avLst>
              <a:gd name="adj" fmla="val 6000"/>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852453"/>
            <a:ext cx="10881360" cy="361637"/>
          </a:xfrm>
          <a:prstGeom prst="rect">
            <a:avLst/>
          </a:prstGeom>
          <a:noFill/>
        </p:spPr>
        <p:txBody>
          <a:bodyPr wrap="square" lIns="0" tIns="0" rIns="0" bIns="0" anchor="ctr">
            <a:spAutoFit/>
          </a:bodyPr>
          <a:lstStyle/>
          <a:p>
            <a:pPr algn="l"/>
            <a:r>
              <a:rPr sz="1200" b="1" i="0">
                <a:solidFill>
                  <a:srgbClr val="0B0B0C"/>
                </a:solidFill>
                <a:latin typeface="Open Sans Medium"/>
              </a:rPr>
              <a:t>KEY TAKEAWAY   </a:t>
            </a:r>
            <a:r>
              <a:rPr lang="en-IN" sz="1150" b="0" i="0">
                <a:solidFill>
                  <a:srgbClr val="0B0B0C"/>
                </a:solidFill>
                <a:latin typeface="Open Sans Medium"/>
              </a:rPr>
              <a:t>Executives were courteous </a:t>
            </a:r>
            <a:r>
              <a:rPr sz="1150" b="0" i="0">
                <a:solidFill>
                  <a:srgbClr val="0B0B0C"/>
                </a:solidFill>
                <a:latin typeface="Open Sans Medium"/>
              </a:rPr>
              <a:t>and </a:t>
            </a:r>
            <a:r>
              <a:rPr lang="en-IN" sz="1150" b="0" i="0">
                <a:solidFill>
                  <a:srgbClr val="0B0B0C"/>
                </a:solidFill>
                <a:latin typeface="Open Sans Medium"/>
              </a:rPr>
              <a:t>responsive</a:t>
            </a:r>
            <a:r>
              <a:rPr sz="1150" b="0" i="0">
                <a:solidFill>
                  <a:srgbClr val="0B0B0C"/>
                </a:solidFill>
                <a:latin typeface="Open Sans Medium"/>
              </a:rPr>
              <a:t>, </a:t>
            </a:r>
            <a:r>
              <a:rPr lang="en-IN" sz="1150" b="0" i="0">
                <a:solidFill>
                  <a:srgbClr val="0B0B0C"/>
                </a:solidFill>
                <a:latin typeface="Open Sans Medium"/>
              </a:rPr>
              <a:t>but callbacks </a:t>
            </a:r>
            <a:r>
              <a:rPr sz="1150" b="0" i="0">
                <a:solidFill>
                  <a:srgbClr val="0B0B0C"/>
                </a:solidFill>
                <a:latin typeface="Open Sans Medium"/>
              </a:rPr>
              <a:t>and </a:t>
            </a:r>
            <a:r>
              <a:rPr lang="en-US" sz="1150" b="0" i="0">
                <a:solidFill>
                  <a:srgbClr val="0B0B0C"/>
                </a:solidFill>
                <a:latin typeface="Open Sans Medium"/>
              </a:rPr>
              <a:t>information sharing were inconsistent. One customer reported an outside broker call two days after the enquiry.</a:t>
            </a:r>
            <a:endParaRPr sz="1150" b="0" i="0">
              <a:solidFill>
                <a:srgbClr val="0B0B0C"/>
              </a:solidFill>
              <a:latin typeface="Open Sans Medium"/>
            </a:endParaRPr>
          </a:p>
        </p:txBody>
      </p:sp>
      <p:sp>
        <p:nvSpPr>
          <p:cNvPr id="9" name="TextBox 8"/>
          <p:cNvSpPr txBox="1"/>
          <p:nvPr/>
        </p:nvSpPr>
        <p:spPr>
          <a:xfrm>
            <a:off x="457200" y="1455400"/>
            <a:ext cx="4983480" cy="161583"/>
          </a:xfrm>
          <a:prstGeom prst="rect">
            <a:avLst/>
          </a:prstGeom>
          <a:noFill/>
        </p:spPr>
        <p:txBody>
          <a:bodyPr wrap="square" lIns="0" tIns="0" rIns="0" bIns="0" anchor="ctr">
            <a:spAutoFit/>
          </a:bodyPr>
          <a:lstStyle/>
          <a:p>
            <a:pPr algn="l"/>
            <a:r>
              <a:rPr sz="1050" b="1" i="0">
                <a:solidFill>
                  <a:srgbClr val="0B0B0C"/>
                </a:solidFill>
                <a:latin typeface="Open Sans Medium"/>
              </a:rPr>
              <a:t>CALL </a:t>
            </a:r>
            <a:r>
              <a:rPr lang="en-IN" sz="1050" b="1" i="0">
                <a:solidFill>
                  <a:srgbClr val="0B0B0C"/>
                </a:solidFill>
                <a:latin typeface="Open Sans Medium"/>
              </a:rPr>
              <a:t>CENTER</a:t>
            </a:r>
            <a:endParaRPr sz="1050" b="1" i="0">
              <a:solidFill>
                <a:srgbClr val="0B0B0C"/>
              </a:solidFill>
              <a:latin typeface="Open Sans Medium"/>
            </a:endParaRPr>
          </a:p>
        </p:txBody>
      </p:sp>
      <p:graphicFrame>
        <p:nvGraphicFramePr>
          <p:cNvPr id="11" name="Chart 10" descr="Chart"/>
          <p:cNvGraphicFramePr>
            <a:graphicFrameLocks noGrp="1"/>
          </p:cNvGraphicFramePr>
          <p:nvPr>
            <p:extLst>
              <p:ext uri="{D42A27DB-BD31-4B8C-83A1-F6EECF244321}">
                <p14:modId xmlns:p14="http://schemas.microsoft.com/office/powerpoint/2010/main" val="962776150"/>
              </p:ext>
            </p:extLst>
          </p:nvPr>
        </p:nvGraphicFramePr>
        <p:xfrm>
          <a:off x="457200" y="1655063"/>
          <a:ext cx="5989320" cy="3081639"/>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457200" y="4809517"/>
            <a:ext cx="4983480" cy="161583"/>
          </a:xfrm>
          <a:prstGeom prst="rect">
            <a:avLst/>
          </a:prstGeom>
          <a:noFill/>
        </p:spPr>
        <p:txBody>
          <a:bodyPr wrap="square" lIns="0" tIns="0" rIns="0" bIns="0" anchor="ctr">
            <a:spAutoFit/>
          </a:bodyPr>
          <a:lstStyle/>
          <a:p>
            <a:pPr algn="l"/>
            <a:r>
              <a:rPr sz="1050" b="1" i="0">
                <a:solidFill>
                  <a:srgbClr val="0B0B0C"/>
                </a:solidFill>
                <a:latin typeface="Open Sans Medium"/>
              </a:rPr>
              <a:t>DATA LEAKAGE INDICATORS</a:t>
            </a:r>
          </a:p>
        </p:txBody>
      </p:sp>
      <p:sp>
        <p:nvSpPr>
          <p:cNvPr id="15" name="TextBox 14"/>
          <p:cNvSpPr txBox="1"/>
          <p:nvPr/>
        </p:nvSpPr>
        <p:spPr>
          <a:xfrm>
            <a:off x="594360" y="5036613"/>
            <a:ext cx="1371600" cy="369332"/>
          </a:xfrm>
          <a:prstGeom prst="rect">
            <a:avLst/>
          </a:prstGeom>
          <a:noFill/>
        </p:spPr>
        <p:txBody>
          <a:bodyPr wrap="square" lIns="0" tIns="0" rIns="0" bIns="0" anchor="ctr">
            <a:spAutoFit/>
          </a:bodyPr>
          <a:lstStyle/>
          <a:p>
            <a:pPr algn="l"/>
            <a:r>
              <a:rPr lang="en-IN" sz="2400" i="0">
                <a:solidFill>
                  <a:srgbClr val="D7262B"/>
                </a:solidFill>
                <a:latin typeface="+mj-lt"/>
              </a:rPr>
              <a:t>11</a:t>
            </a:r>
            <a:r>
              <a:rPr sz="2400" i="0">
                <a:solidFill>
                  <a:srgbClr val="D7262B"/>
                </a:solidFill>
                <a:latin typeface="+mj-lt"/>
              </a:rPr>
              <a:t>%</a:t>
            </a:r>
          </a:p>
        </p:txBody>
      </p:sp>
      <p:sp>
        <p:nvSpPr>
          <p:cNvPr id="16" name="TextBox 15"/>
          <p:cNvSpPr txBox="1"/>
          <p:nvPr/>
        </p:nvSpPr>
        <p:spPr>
          <a:xfrm>
            <a:off x="1325880" y="5155152"/>
            <a:ext cx="4160520" cy="146194"/>
          </a:xfrm>
          <a:prstGeom prst="rect">
            <a:avLst/>
          </a:prstGeom>
          <a:noFill/>
        </p:spPr>
        <p:txBody>
          <a:bodyPr wrap="square" lIns="0" tIns="0" rIns="0" bIns="0" anchor="ctr">
            <a:spAutoFit/>
          </a:bodyPr>
          <a:lstStyle/>
          <a:p>
            <a:pPr algn="l"/>
            <a:r>
              <a:rPr lang="en-US" sz="950" b="0" i="0">
                <a:solidFill>
                  <a:srgbClr val="0B0B0C"/>
                </a:solidFill>
                <a:latin typeface="Open Sans Medium"/>
              </a:rPr>
              <a:t>Third-party calls received </a:t>
            </a:r>
            <a:r>
              <a:rPr sz="950" b="0" i="0">
                <a:solidFill>
                  <a:srgbClr val="0B0B0C"/>
                </a:solidFill>
                <a:latin typeface="Open Sans Medium"/>
              </a:rPr>
              <a:t>(</a:t>
            </a:r>
            <a:r>
              <a:rPr lang="en-US" sz="950" b="0" i="0">
                <a:solidFill>
                  <a:srgbClr val="0B0B0C"/>
                </a:solidFill>
                <a:latin typeface="Open Sans Medium"/>
              </a:rPr>
              <a:t>1</a:t>
            </a:r>
            <a:r>
              <a:rPr sz="950" b="0" i="0">
                <a:solidFill>
                  <a:srgbClr val="0B0B0C"/>
                </a:solidFill>
                <a:latin typeface="Open Sans Medium"/>
              </a:rPr>
              <a:t> of 9)</a:t>
            </a:r>
          </a:p>
        </p:txBody>
      </p:sp>
      <p:sp>
        <p:nvSpPr>
          <p:cNvPr id="17" name="Rounded Rectangle 16"/>
          <p:cNvSpPr/>
          <p:nvPr/>
        </p:nvSpPr>
        <p:spPr>
          <a:xfrm>
            <a:off x="6537960" y="1417320"/>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720840" y="159105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1583416"/>
            <a:ext cx="4645152" cy="161583"/>
          </a:xfrm>
          <a:prstGeom prst="rect">
            <a:avLst/>
          </a:prstGeom>
          <a:noFill/>
        </p:spPr>
        <p:txBody>
          <a:bodyPr wrap="square" lIns="0" tIns="0" rIns="0" bIns="0" anchor="ctr">
            <a:spAutoFit/>
          </a:bodyPr>
          <a:lstStyle/>
          <a:p>
            <a:pPr algn="l"/>
            <a:r>
              <a:rPr lang="en-IN" sz="1050" b="1" i="0">
                <a:solidFill>
                  <a:srgbClr val="0A0A0A"/>
                </a:solidFill>
                <a:latin typeface="Open Sans Medium"/>
              </a:rPr>
              <a:t>AREAS THAT WENT WELL</a:t>
            </a:r>
            <a:r>
              <a:rPr lang="en-IN" sz="900" b="1" i="0">
                <a:solidFill>
                  <a:srgbClr val="0A0A0A"/>
                </a:solidFill>
                <a:latin typeface="Open Sans Medium"/>
              </a:rPr>
              <a:t>*</a:t>
            </a:r>
            <a:endParaRPr lang="en-IN" sz="1050" b="1" i="0">
              <a:solidFill>
                <a:srgbClr val="0A0A0A"/>
              </a:solidFill>
              <a:latin typeface="Open Sans Medium"/>
            </a:endParaRPr>
          </a:p>
        </p:txBody>
      </p:sp>
      <p:sp>
        <p:nvSpPr>
          <p:cNvPr id="20" name="TextBox 19"/>
          <p:cNvSpPr txBox="1"/>
          <p:nvPr/>
        </p:nvSpPr>
        <p:spPr>
          <a:xfrm>
            <a:off x="6720840" y="1874519"/>
            <a:ext cx="4828031" cy="1092607"/>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Executives clearly explained project details, prices, availability, amenities and payment plans</a:t>
            </a:r>
          </a:p>
          <a:p>
            <a:pPr marL="137160" indent="-137160" algn="l">
              <a:spcAft>
                <a:spcPts val="300"/>
              </a:spcAft>
              <a:buFont typeface="Arial"/>
              <a:buChar char="•"/>
            </a:pPr>
            <a:r>
              <a:rPr lang="en-US" sz="1100" b="0" i="0">
                <a:solidFill>
                  <a:srgbClr val="0A0A0A"/>
                </a:solidFill>
                <a:latin typeface="Open Sans Medium"/>
              </a:rPr>
              <a:t>Interactions were professional, polite and helpful, with customers given time to discuss their needs</a:t>
            </a:r>
          </a:p>
          <a:p>
            <a:pPr marL="137160" indent="-137160" algn="l">
              <a:spcAft>
                <a:spcPts val="300"/>
              </a:spcAft>
              <a:buFont typeface="Arial"/>
              <a:buChar char="•"/>
            </a:pPr>
            <a:r>
              <a:rPr lang="en-US" sz="1100" b="0" i="0">
                <a:solidFill>
                  <a:srgbClr val="0A0A0A"/>
                </a:solidFill>
                <a:latin typeface="Open Sans Medium"/>
              </a:rPr>
              <a:t>Executives explored budget, unit type, location and buying purpose before discussing suitable options</a:t>
            </a:r>
          </a:p>
        </p:txBody>
      </p:sp>
      <p:sp>
        <p:nvSpPr>
          <p:cNvPr id="21" name="Rounded Rectangle 20"/>
          <p:cNvSpPr/>
          <p:nvPr/>
        </p:nvSpPr>
        <p:spPr>
          <a:xfrm>
            <a:off x="6537960" y="3419856"/>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720840" y="3523976"/>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0" y="3516336"/>
            <a:ext cx="4645152" cy="161583"/>
          </a:xfrm>
          <a:prstGeom prst="rect">
            <a:avLst/>
          </a:prstGeom>
          <a:noFill/>
        </p:spPr>
        <p:txBody>
          <a:bodyPr wrap="square" lIns="0" tIns="0" rIns="0" bIns="0" anchor="ctr">
            <a:spAutoFit/>
          </a:bodyPr>
          <a:lstStyle/>
          <a:p>
            <a:pPr algn="l"/>
            <a:r>
              <a:rPr lang="en-US" sz="1050" b="1" i="0">
                <a:solidFill>
                  <a:srgbClr val="0A0A0A"/>
                </a:solidFill>
                <a:latin typeface="Open Sans Medium"/>
              </a:rPr>
              <a:t>AREAS THAT DID NOT GO WELL</a:t>
            </a:r>
            <a:r>
              <a:rPr lang="en-US" sz="900" b="1" i="0">
                <a:solidFill>
                  <a:srgbClr val="0A0A0A"/>
                </a:solidFill>
                <a:latin typeface="Open Sans Medium"/>
              </a:rPr>
              <a:t>*</a:t>
            </a:r>
            <a:endParaRPr lang="en-US" sz="1050" b="1" i="0">
              <a:solidFill>
                <a:srgbClr val="0A0A0A"/>
              </a:solidFill>
              <a:latin typeface="Open Sans Medium"/>
            </a:endParaRPr>
          </a:p>
        </p:txBody>
      </p:sp>
      <p:sp>
        <p:nvSpPr>
          <p:cNvPr id="24" name="TextBox 23"/>
          <p:cNvSpPr txBox="1"/>
          <p:nvPr/>
        </p:nvSpPr>
        <p:spPr>
          <a:xfrm>
            <a:off x="6720840" y="3807440"/>
            <a:ext cx="4794125" cy="1469633"/>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Discounts, final prices and customized payment plans often remained pending management approval</a:t>
            </a:r>
          </a:p>
          <a:p>
            <a:pPr marL="137160" indent="-137160" algn="l">
              <a:spcAft>
                <a:spcPts val="300"/>
              </a:spcAft>
              <a:buFont typeface="Arial"/>
              <a:buChar char="•"/>
            </a:pPr>
            <a:r>
              <a:rPr lang="en-US" sz="1100" b="0" i="0">
                <a:solidFill>
                  <a:srgbClr val="0A0A0A"/>
                </a:solidFill>
                <a:latin typeface="Open Sans Medium"/>
              </a:rPr>
              <a:t>Detailed pricing, layouts and offers were sometimes deferred to an office visit or Zoom meeting</a:t>
            </a:r>
          </a:p>
          <a:p>
            <a:pPr marL="137160" indent="-137160">
              <a:spcAft>
                <a:spcPts val="300"/>
              </a:spcAft>
              <a:buFont typeface="Arial"/>
              <a:buChar char="•"/>
            </a:pPr>
            <a:r>
              <a:rPr lang="en-US" sz="1100">
                <a:solidFill>
                  <a:srgbClr val="0A0A0A"/>
                </a:solidFill>
              </a:rPr>
              <a:t>Brochures, layouts and payment details were not always shared during the initial call or follow-up</a:t>
            </a:r>
          </a:p>
          <a:p>
            <a:pPr marL="137160" indent="-137160" algn="l">
              <a:spcAft>
                <a:spcPts val="300"/>
              </a:spcAft>
              <a:buFont typeface="Arial"/>
              <a:buChar char="•"/>
            </a:pPr>
            <a:r>
              <a:rPr lang="en-US" sz="1100" b="0" i="0">
                <a:solidFill>
                  <a:srgbClr val="0A0A0A"/>
                </a:solidFill>
                <a:latin typeface="Open Sans Medium"/>
              </a:rPr>
              <a:t>V.22867 (Shadi, Emad): </a:t>
            </a:r>
            <a:r>
              <a:rPr lang="en-US" sz="1100" b="1">
                <a:solidFill>
                  <a:srgbClr val="D7262B"/>
                </a:solidFill>
                <a:latin typeface="Open Sans Medium"/>
              </a:rPr>
              <a:t>outside broker </a:t>
            </a:r>
            <a:r>
              <a:rPr lang="en-US" sz="1100" b="0" i="0">
                <a:solidFill>
                  <a:srgbClr val="0A0A0A"/>
                </a:solidFill>
                <a:latin typeface="Open Sans Medium"/>
              </a:rPr>
              <a:t>called two days after the enquiry</a:t>
            </a:r>
          </a:p>
        </p:txBody>
      </p:sp>
      <p:sp>
        <p:nvSpPr>
          <p:cNvPr id="25" name="Rounded Rectangle 24"/>
          <p:cNvSpPr/>
          <p:nvPr/>
        </p:nvSpPr>
        <p:spPr>
          <a:xfrm>
            <a:off x="457200" y="5440680"/>
            <a:ext cx="11274552" cy="603504"/>
          </a:xfrm>
          <a:prstGeom prst="roundRect">
            <a:avLst>
              <a:gd name="adj" fmla="val 6000"/>
            </a:avLst>
          </a:prstGeom>
          <a:solidFill>
            <a:schemeClr val="bg1">
              <a:lumMod val="95000"/>
            </a:schemeClr>
          </a:solidFill>
          <a:ln w="127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5573155"/>
            <a:ext cx="10881360" cy="338554"/>
          </a:xfrm>
          <a:prstGeom prst="rect">
            <a:avLst/>
          </a:prstGeom>
          <a:noFill/>
        </p:spPr>
        <p:txBody>
          <a:bodyPr wrap="square" lIns="0" tIns="0" rIns="0" bIns="0" anchor="ctr">
            <a:spAutoFit/>
          </a:bodyPr>
          <a:lstStyle/>
          <a:p>
            <a:pPr algn="l"/>
            <a:r>
              <a:rPr sz="950" b="1" i="0">
                <a:solidFill>
                  <a:srgbClr val="0A0A0A"/>
                </a:solidFill>
                <a:latin typeface="Open Sans Medium"/>
              </a:rPr>
              <a:t>RECOMMENDATION   </a:t>
            </a:r>
            <a:r>
              <a:rPr lang="en-US" sz="950" i="0">
                <a:solidFill>
                  <a:srgbClr val="0A0A0A"/>
                </a:solidFill>
                <a:latin typeface="Open Sans Medium"/>
              </a:rPr>
              <a:t>A</a:t>
            </a:r>
            <a:r>
              <a:rPr lang="en-US" sz="1100" b="0" i="0">
                <a:solidFill>
                  <a:srgbClr val="0A0A0A"/>
                </a:solidFill>
                <a:latin typeface="Open Sans Medium"/>
              </a:rPr>
              <a:t>ssign an owner to every enquiry and confirm timelines for callbacks and requested information. Track completion in CRM and escalate pending pricing approvals. Review access to customer details and investigate the reported outside broker call</a:t>
            </a:r>
            <a:r>
              <a:rPr sz="1100" b="0" i="0">
                <a:solidFill>
                  <a:srgbClr val="0A0A0A"/>
                </a:solidFill>
                <a:latin typeface="Open Sans Medium"/>
              </a:rPr>
              <a:t>.</a:t>
            </a:r>
          </a:p>
        </p:txBody>
      </p:sp>
      <p:sp>
        <p:nvSpPr>
          <p:cNvPr id="3" name="TextBox 24">
            <a:extLst>
              <a:ext uri="{FF2B5EF4-FFF2-40B4-BE49-F238E27FC236}">
                <a16:creationId xmlns:a16="http://schemas.microsoft.com/office/drawing/2014/main" id="{52AF29A4-9C9B-2628-EBF1-12FDEB17859B}"/>
              </a:ext>
            </a:extLst>
          </p:cNvPr>
          <p:cNvSpPr txBox="1"/>
          <p:nvPr/>
        </p:nvSpPr>
        <p:spPr>
          <a:xfrm>
            <a:off x="6720839" y="6153912"/>
            <a:ext cx="4794125"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B0B0C"/>
                </a:solidFill>
              </a:rPr>
              <a:t>*Insights generated from analysis of comments</a:t>
            </a:r>
          </a:p>
        </p:txBody>
      </p:sp>
      <p:sp>
        <p:nvSpPr>
          <p:cNvPr id="10" name="TextBox 9">
            <a:extLst>
              <a:ext uri="{FF2B5EF4-FFF2-40B4-BE49-F238E27FC236}">
                <a16:creationId xmlns:a16="http://schemas.microsoft.com/office/drawing/2014/main" id="{97832EE0-97C6-DD55-598D-751D9D5FEB78}"/>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472" y="187806"/>
            <a:ext cx="10789920" cy="475488"/>
          </a:xfrm>
        </p:spPr>
        <p:txBody>
          <a:bodyPr/>
          <a:lstStyle/>
          <a:p>
            <a:r>
              <a:rPr sz="3000" b="0">
                <a:solidFill>
                  <a:srgbClr val="000000"/>
                </a:solidFill>
                <a:latin typeface="Oswald Regular"/>
              </a:rPr>
              <a:t>KIOSK</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12</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Kiosk: Customer Journey and Scores</a:t>
            </a:r>
          </a:p>
        </p:txBody>
      </p:sp>
      <p:sp>
        <p:nvSpPr>
          <p:cNvPr id="8" name="TextBox 7"/>
          <p:cNvSpPr txBox="1"/>
          <p:nvPr/>
        </p:nvSpPr>
        <p:spPr>
          <a:xfrm>
            <a:off x="457200" y="1216152"/>
            <a:ext cx="11247120" cy="169277"/>
          </a:xfrm>
          <a:prstGeom prst="rect">
            <a:avLst/>
          </a:prstGeom>
          <a:noFill/>
        </p:spPr>
        <p:txBody>
          <a:bodyPr wrap="square" lIns="91440" tIns="0" rIns="0" bIns="0" anchor="t">
            <a:spAutoFit/>
          </a:bodyPr>
          <a:lstStyle/>
          <a:p>
            <a:pPr algn="l"/>
            <a:r>
              <a:rPr sz="1100" b="0">
                <a:solidFill>
                  <a:srgbClr val="0B0B0C"/>
                </a:solidFill>
                <a:latin typeface="Open Sans Medium"/>
              </a:rPr>
              <a:t>A walk-in journey at a mall or hotel stand: one conversation with a </a:t>
            </a:r>
            <a:r>
              <a:rPr lang="en-IN" sz="1100" b="0">
                <a:solidFill>
                  <a:srgbClr val="0B0B0C"/>
                </a:solidFill>
                <a:latin typeface="Open Sans Medium"/>
              </a:rPr>
              <a:t>Sales Executive: In Person</a:t>
            </a:r>
            <a:r>
              <a:rPr sz="1100" b="0">
                <a:solidFill>
                  <a:srgbClr val="0B0B0C"/>
                </a:solidFill>
                <a:latin typeface="Open Sans Medium"/>
              </a:rPr>
              <a:t>, then follow-up.</a:t>
            </a:r>
          </a:p>
        </p:txBody>
      </p:sp>
      <p:sp>
        <p:nvSpPr>
          <p:cNvPr id="9" name="Rounded Rectangle 8"/>
          <p:cNvSpPr/>
          <p:nvPr/>
        </p:nvSpPr>
        <p:spPr>
          <a:xfrm>
            <a:off x="457200" y="1664208"/>
            <a:ext cx="2514600" cy="4343400"/>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01368"/>
            <a:ext cx="2103120" cy="192024"/>
          </a:xfrm>
          <a:prstGeom prst="rect">
            <a:avLst/>
          </a:prstGeom>
          <a:noFill/>
        </p:spPr>
        <p:txBody>
          <a:bodyPr wrap="square" lIns="0" tIns="0" rIns="0" bIns="0" anchor="t">
            <a:spAutoFit/>
          </a:bodyPr>
          <a:lstStyle/>
          <a:p>
            <a:pPr algn="l"/>
            <a:r>
              <a:rPr sz="900" b="1" i="0">
                <a:solidFill>
                  <a:srgbClr val="BFC3C7"/>
                </a:solidFill>
                <a:latin typeface="Open Sans Medium"/>
              </a:rPr>
              <a:t>CHANNEL</a:t>
            </a:r>
          </a:p>
        </p:txBody>
      </p:sp>
      <p:sp>
        <p:nvSpPr>
          <p:cNvPr id="11" name="TextBox 10"/>
          <p:cNvSpPr txBox="1"/>
          <p:nvPr/>
        </p:nvSpPr>
        <p:spPr>
          <a:xfrm>
            <a:off x="640080" y="1984248"/>
            <a:ext cx="2194560" cy="356616"/>
          </a:xfrm>
          <a:prstGeom prst="rect">
            <a:avLst/>
          </a:prstGeom>
          <a:noFill/>
        </p:spPr>
        <p:txBody>
          <a:bodyPr wrap="square" lIns="0" tIns="0" rIns="0" bIns="0" anchor="ctr">
            <a:spAutoFit/>
          </a:bodyPr>
          <a:lstStyle/>
          <a:p>
            <a:pPr algn="l"/>
            <a:r>
              <a:rPr sz="2000" b="1" i="0">
                <a:solidFill>
                  <a:srgbClr val="FFFFFF"/>
                </a:solidFill>
                <a:latin typeface="Open Sans Medium"/>
              </a:rPr>
              <a:t>Kiosk</a:t>
            </a:r>
          </a:p>
        </p:txBody>
      </p:sp>
      <p:sp>
        <p:nvSpPr>
          <p:cNvPr id="12" name="TextBox 11"/>
          <p:cNvSpPr txBox="1"/>
          <p:nvPr/>
        </p:nvSpPr>
        <p:spPr>
          <a:xfrm>
            <a:off x="640080" y="2377440"/>
            <a:ext cx="2148840" cy="457200"/>
          </a:xfrm>
          <a:prstGeom prst="rect">
            <a:avLst/>
          </a:prstGeom>
          <a:noFill/>
        </p:spPr>
        <p:txBody>
          <a:bodyPr wrap="square" lIns="0" tIns="0" rIns="0" bIns="0" anchor="t">
            <a:spAutoFit/>
          </a:bodyPr>
          <a:lstStyle/>
          <a:p>
            <a:pPr algn="l"/>
            <a:r>
              <a:rPr sz="950" b="0" i="0">
                <a:solidFill>
                  <a:srgbClr val="BFC3C7"/>
                </a:solidFill>
                <a:latin typeface="Open Sans Medium"/>
              </a:rPr>
              <a:t>Walk-in at a mall or hotel stand</a:t>
            </a:r>
          </a:p>
        </p:txBody>
      </p:sp>
      <p:sp>
        <p:nvSpPr>
          <p:cNvPr id="13" name="TextBox 12"/>
          <p:cNvSpPr txBox="1"/>
          <p:nvPr/>
        </p:nvSpPr>
        <p:spPr>
          <a:xfrm>
            <a:off x="640080" y="2890171"/>
            <a:ext cx="2148840" cy="492443"/>
          </a:xfrm>
          <a:prstGeom prst="rect">
            <a:avLst/>
          </a:prstGeom>
          <a:noFill/>
        </p:spPr>
        <p:txBody>
          <a:bodyPr wrap="square" lIns="0" tIns="0" rIns="0" bIns="0" anchor="ctr">
            <a:spAutoFit/>
          </a:bodyPr>
          <a:lstStyle/>
          <a:p>
            <a:pPr algn="l"/>
            <a:r>
              <a:rPr lang="en-IN" sz="3200" b="1" i="0">
                <a:solidFill>
                  <a:srgbClr val="FFFFFF"/>
                </a:solidFill>
                <a:latin typeface="Open Sans Medium"/>
              </a:rPr>
              <a:t>83%</a:t>
            </a:r>
          </a:p>
        </p:txBody>
      </p:sp>
      <p:sp>
        <p:nvSpPr>
          <p:cNvPr id="14" name="TextBox 13"/>
          <p:cNvSpPr txBox="1"/>
          <p:nvPr/>
        </p:nvSpPr>
        <p:spPr>
          <a:xfrm>
            <a:off x="640080" y="3401568"/>
            <a:ext cx="2148840" cy="146194"/>
          </a:xfrm>
          <a:prstGeom prst="rect">
            <a:avLst/>
          </a:prstGeom>
          <a:noFill/>
        </p:spPr>
        <p:txBody>
          <a:bodyPr wrap="square" lIns="0" tIns="0" rIns="0" bIns="0" anchor="t">
            <a:spAutoFit/>
          </a:bodyPr>
          <a:lstStyle/>
          <a:p>
            <a:pPr algn="l"/>
            <a:r>
              <a:rPr sz="950" b="0" i="0">
                <a:solidFill>
                  <a:srgbClr val="BFC3C7"/>
                </a:solidFill>
                <a:latin typeface="Open Sans Medium"/>
              </a:rPr>
              <a:t>Average </a:t>
            </a:r>
            <a:r>
              <a:rPr lang="en-US" sz="950" b="0" i="0">
                <a:solidFill>
                  <a:srgbClr val="BFC3C7"/>
                </a:solidFill>
                <a:latin typeface="Open Sans Medium"/>
              </a:rPr>
              <a:t>T</a:t>
            </a:r>
            <a:r>
              <a:rPr sz="950" b="0" i="0">
                <a:solidFill>
                  <a:srgbClr val="BFC3C7"/>
                </a:solidFill>
                <a:latin typeface="Open Sans Medium"/>
              </a:rPr>
              <a:t>otal </a:t>
            </a:r>
            <a:r>
              <a:rPr lang="en-US" sz="950" b="0" i="0">
                <a:solidFill>
                  <a:srgbClr val="BFC3C7"/>
                </a:solidFill>
                <a:latin typeface="Open Sans Medium"/>
              </a:rPr>
              <a:t>S</a:t>
            </a:r>
            <a:r>
              <a:rPr sz="950" b="0" i="0">
                <a:solidFill>
                  <a:srgbClr val="BFC3C7"/>
                </a:solidFill>
                <a:latin typeface="Open Sans Medium"/>
              </a:rPr>
              <a:t>core</a:t>
            </a:r>
          </a:p>
        </p:txBody>
      </p:sp>
      <p:sp>
        <p:nvSpPr>
          <p:cNvPr id="15" name="TextBox 14"/>
          <p:cNvSpPr txBox="1"/>
          <p:nvPr/>
        </p:nvSpPr>
        <p:spPr>
          <a:xfrm>
            <a:off x="640080" y="3776472"/>
            <a:ext cx="2194560" cy="1546577"/>
          </a:xfrm>
          <a:prstGeom prst="rect">
            <a:avLst/>
          </a:prstGeom>
          <a:noFill/>
        </p:spPr>
        <p:txBody>
          <a:bodyPr wrap="square" lIns="0" tIns="0" rIns="0" bIns="0" anchor="t">
            <a:spAutoFit/>
          </a:bodyPr>
          <a:lstStyle/>
          <a:p>
            <a:pPr marL="137160" indent="-137160" algn="l">
              <a:spcAft>
                <a:spcPts val="500"/>
              </a:spcAft>
              <a:buFont typeface="Arial"/>
              <a:buChar char="•"/>
            </a:pPr>
            <a:r>
              <a:rPr lang="en-US" sz="1100" b="0" i="0">
                <a:solidFill>
                  <a:srgbClr val="FFFFFF"/>
                </a:solidFill>
                <a:latin typeface="Open Sans Medium"/>
              </a:rPr>
              <a:t>16 evaluations across 6 </a:t>
            </a:r>
            <a:r>
              <a:rPr lang="en-US" sz="1100">
                <a:solidFill>
                  <a:srgbClr val="FFFFFF"/>
                </a:solidFill>
                <a:latin typeface="Open Sans Medium"/>
              </a:rPr>
              <a:t>location</a:t>
            </a:r>
            <a:r>
              <a:rPr lang="en-US" sz="1100" b="0" i="0">
                <a:solidFill>
                  <a:srgbClr val="FFFFFF"/>
                </a:solidFill>
                <a:latin typeface="Open Sans Medium"/>
              </a:rPr>
              <a:t>s, scores 44 to 100</a:t>
            </a:r>
          </a:p>
          <a:p>
            <a:pPr marL="137160" indent="-137160" algn="l">
              <a:spcAft>
                <a:spcPts val="500"/>
              </a:spcAft>
              <a:buFont typeface="Arial"/>
              <a:buChar char="•"/>
            </a:pPr>
            <a:r>
              <a:rPr lang="en-US" sz="1100" b="0" i="0">
                <a:solidFill>
                  <a:srgbClr val="FFFFFF"/>
                </a:solidFill>
                <a:latin typeface="Open Sans Medium"/>
              </a:rPr>
              <a:t>The largest channel</a:t>
            </a:r>
          </a:p>
          <a:p>
            <a:pPr marL="137160" indent="-137160" algn="l">
              <a:spcAft>
                <a:spcPts val="500"/>
              </a:spcAft>
              <a:buFont typeface="Arial"/>
              <a:buChar char="•"/>
            </a:pPr>
            <a:r>
              <a:rPr lang="en-US" sz="1100" b="0" i="0">
                <a:solidFill>
                  <a:srgbClr val="FFFFFF"/>
                </a:solidFill>
                <a:latin typeface="Open Sans Medium"/>
              </a:rPr>
              <a:t>Service rating: 6 Excellent, 3 Very Good, 5 Good, 1 Fair, 1 Poor</a:t>
            </a:r>
          </a:p>
          <a:p>
            <a:pPr marL="137160" indent="-137160" algn="l">
              <a:spcAft>
                <a:spcPts val="500"/>
              </a:spcAft>
              <a:buFont typeface="Arial"/>
              <a:buChar char="•"/>
            </a:pPr>
            <a:r>
              <a:rPr lang="en-US" sz="1100" b="0" i="0">
                <a:solidFill>
                  <a:srgbClr val="FFFFFF"/>
                </a:solidFill>
                <a:latin typeface="Open Sans Medium"/>
              </a:rPr>
              <a:t>Mall of the Emirates averages 93 over 4 visits</a:t>
            </a:r>
          </a:p>
        </p:txBody>
      </p:sp>
      <p:sp>
        <p:nvSpPr>
          <p:cNvPr id="16" name="Pentagon 15"/>
          <p:cNvSpPr/>
          <p:nvPr/>
        </p:nvSpPr>
        <p:spPr>
          <a:xfrm>
            <a:off x="3127248" y="1664208"/>
            <a:ext cx="4347972" cy="393192"/>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64408" y="1780012"/>
            <a:ext cx="3799332" cy="161583"/>
          </a:xfrm>
          <a:prstGeom prst="rect">
            <a:avLst/>
          </a:prstGeom>
          <a:noFill/>
        </p:spPr>
        <p:txBody>
          <a:bodyPr wrap="square" lIns="0" tIns="0" rIns="0" bIns="0" anchor="ctr">
            <a:spAutoFit/>
          </a:bodyPr>
          <a:lstStyle/>
          <a:p>
            <a:pPr algn="l"/>
            <a:r>
              <a:rPr sz="1050" b="1" i="0">
                <a:solidFill>
                  <a:srgbClr val="0B0B0C"/>
                </a:solidFill>
                <a:latin typeface="Open Sans Medium"/>
              </a:rPr>
              <a:t>1  DURING </a:t>
            </a:r>
            <a:r>
              <a:rPr sz="1050" b="1">
                <a:solidFill>
                  <a:srgbClr val="0B0B0C"/>
                </a:solidFill>
                <a:latin typeface="Open Sans Medium"/>
              </a:rPr>
              <a:t>VISIT</a:t>
            </a:r>
          </a:p>
        </p:txBody>
      </p:sp>
      <p:sp>
        <p:nvSpPr>
          <p:cNvPr id="18" name="Rounded Rectangle 17"/>
          <p:cNvSpPr/>
          <p:nvPr/>
        </p:nvSpPr>
        <p:spPr>
          <a:xfrm>
            <a:off x="3127248" y="2167128"/>
            <a:ext cx="4256532" cy="3840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64408" y="2278360"/>
            <a:ext cx="3250692" cy="161583"/>
          </a:xfrm>
          <a:prstGeom prst="rect">
            <a:avLst/>
          </a:prstGeom>
          <a:noFill/>
        </p:spPr>
        <p:txBody>
          <a:bodyPr wrap="square" lIns="0" tIns="0" rIns="0" bIns="0" anchor="ctr">
            <a:spAutoFit/>
          </a:bodyPr>
          <a:lstStyle/>
          <a:p>
            <a:pPr algn="l"/>
            <a:r>
              <a:rPr lang="en-IN" sz="1050" b="1" i="0">
                <a:solidFill>
                  <a:srgbClr val="0A0A0A"/>
                </a:solidFill>
                <a:latin typeface="Open Sans Medium"/>
              </a:rPr>
              <a:t>Sales Executive: In Person</a:t>
            </a:r>
            <a:endParaRPr sz="1050" b="1" i="0">
              <a:solidFill>
                <a:srgbClr val="0A0A0A"/>
              </a:solidFill>
              <a:latin typeface="Open Sans Medium"/>
            </a:endParaRPr>
          </a:p>
        </p:txBody>
      </p:sp>
      <p:sp>
        <p:nvSpPr>
          <p:cNvPr id="20" name="Rounded Rectangle 19"/>
          <p:cNvSpPr/>
          <p:nvPr/>
        </p:nvSpPr>
        <p:spPr>
          <a:xfrm>
            <a:off x="6560819" y="224028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100" i="0">
                <a:solidFill>
                  <a:srgbClr val="FFFFFF"/>
                </a:solidFill>
                <a:latin typeface="+mj-lt"/>
              </a:rPr>
              <a:t>81</a:t>
            </a:r>
          </a:p>
        </p:txBody>
      </p:sp>
      <p:sp>
        <p:nvSpPr>
          <p:cNvPr id="21" name="TextBox 20"/>
          <p:cNvSpPr txBox="1"/>
          <p:nvPr/>
        </p:nvSpPr>
        <p:spPr>
          <a:xfrm>
            <a:off x="3264408" y="253288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n=16</a:t>
            </a:r>
          </a:p>
        </p:txBody>
      </p:sp>
      <p:sp>
        <p:nvSpPr>
          <p:cNvPr id="22" name="TextBox 21"/>
          <p:cNvSpPr txBox="1"/>
          <p:nvPr/>
        </p:nvSpPr>
        <p:spPr>
          <a:xfrm>
            <a:off x="3264408" y="2752344"/>
            <a:ext cx="3982212" cy="1338828"/>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Professional greeting</a:t>
            </a:r>
            <a:r>
              <a:rPr lang="en-IN" sz="1100" b="0" i="0">
                <a:solidFill>
                  <a:srgbClr val="0A0A0A"/>
                </a:solidFill>
                <a:latin typeface="Open Sans Medium"/>
              </a:rPr>
              <a:t>,</a:t>
            </a:r>
            <a:r>
              <a:rPr sz="1100" b="0" i="0">
                <a:solidFill>
                  <a:srgbClr val="0A0A0A"/>
                </a:solidFill>
                <a:latin typeface="Open Sans Medium"/>
              </a:rPr>
              <a:t> polite manner</a:t>
            </a:r>
            <a:r>
              <a:rPr lang="en-IN" sz="1100" b="0" i="0">
                <a:solidFill>
                  <a:srgbClr val="0A0A0A"/>
                </a:solidFill>
                <a:latin typeface="Open Sans Medium"/>
              </a:rPr>
              <a:t> and status shared</a:t>
            </a:r>
            <a:r>
              <a:rPr sz="1100" b="0" i="0">
                <a:solidFill>
                  <a:srgbClr val="0A0A0A"/>
                </a:solidFill>
                <a:latin typeface="Open Sans Medium"/>
              </a:rPr>
              <a:t>: </a:t>
            </a:r>
            <a:r>
              <a:rPr lang="en-IN" sz="1100" b="1" i="0">
                <a:solidFill>
                  <a:srgbClr val="0A0A0A"/>
                </a:solidFill>
                <a:latin typeface="Open Sans Medium"/>
              </a:rPr>
              <a:t>100%</a:t>
            </a:r>
          </a:p>
          <a:p>
            <a:pPr marL="137160" indent="-137160" algn="l">
              <a:spcAft>
                <a:spcPts val="300"/>
              </a:spcAft>
              <a:buFont typeface="Arial"/>
              <a:buChar char="•"/>
            </a:pPr>
            <a:r>
              <a:rPr lang="en-IN" sz="1100">
                <a:solidFill>
                  <a:srgbClr val="0A0A0A"/>
                </a:solidFill>
                <a:latin typeface="Open Sans Medium"/>
              </a:rPr>
              <a:t>M</a:t>
            </a:r>
            <a:r>
              <a:rPr lang="en-IN" sz="1100" b="0" i="0">
                <a:solidFill>
                  <a:srgbClr val="0A0A0A"/>
                </a:solidFill>
                <a:latin typeface="Open Sans Medium"/>
              </a:rPr>
              <a:t>aterials</a:t>
            </a:r>
            <a:r>
              <a:rPr sz="1100" b="0" i="0">
                <a:solidFill>
                  <a:srgbClr val="0A0A0A"/>
                </a:solidFill>
                <a:latin typeface="Open Sans Medium"/>
              </a:rPr>
              <a:t>, possession date, queries answered: </a:t>
            </a:r>
            <a:r>
              <a:rPr lang="en-IN" sz="1100" b="1" i="0">
                <a:solidFill>
                  <a:srgbClr val="0A0A0A"/>
                </a:solidFill>
                <a:latin typeface="Open Sans Medium"/>
              </a:rPr>
              <a:t>94%</a:t>
            </a:r>
            <a:endParaRPr sz="1100" b="0" i="0">
              <a:solidFill>
                <a:srgbClr val="0A0A0A"/>
              </a:solidFill>
              <a:latin typeface="Open Sans Medium"/>
            </a:endParaRPr>
          </a:p>
          <a:p>
            <a:pPr marL="137160" indent="-137160" algn="l">
              <a:spcAft>
                <a:spcPts val="300"/>
              </a:spcAft>
              <a:buFont typeface="Arial"/>
              <a:buChar char="•"/>
            </a:pPr>
            <a:r>
              <a:rPr sz="1100" b="0" i="0">
                <a:solidFill>
                  <a:srgbClr val="0A0A0A"/>
                </a:solidFill>
                <a:latin typeface="Open Sans Medium"/>
              </a:rPr>
              <a:t>Closed without being pushy: </a:t>
            </a:r>
            <a:r>
              <a:rPr lang="en-IN" sz="1100" b="1" i="0">
                <a:solidFill>
                  <a:srgbClr val="0A0A0A"/>
                </a:solidFill>
                <a:latin typeface="Open Sans Medium"/>
              </a:rPr>
              <a:t>75%</a:t>
            </a:r>
          </a:p>
          <a:p>
            <a:pPr marL="137160" indent="-137160" algn="l">
              <a:spcAft>
                <a:spcPts val="300"/>
              </a:spcAft>
              <a:buFont typeface="Arial"/>
              <a:buChar char="•"/>
            </a:pPr>
            <a:r>
              <a:rPr sz="1100" b="0" i="0">
                <a:solidFill>
                  <a:srgbClr val="0A0A0A"/>
                </a:solidFill>
                <a:latin typeface="Open Sans Medium"/>
              </a:rPr>
              <a:t>External amenities discussed: </a:t>
            </a:r>
            <a:r>
              <a:rPr lang="en-IN" sz="1100" b="1" i="0">
                <a:solidFill>
                  <a:srgbClr val="0A0A0A"/>
                </a:solidFill>
                <a:latin typeface="Open Sans Medium"/>
              </a:rPr>
              <a:t>56% </a:t>
            </a:r>
            <a:r>
              <a:rPr sz="1100" b="0" i="0">
                <a:solidFill>
                  <a:srgbClr val="0A0A0A"/>
                </a:solidFill>
                <a:latin typeface="Open Sans Medium"/>
              </a:rPr>
              <a:t>(9 of 16)</a:t>
            </a:r>
          </a:p>
          <a:p>
            <a:pPr marL="137160" indent="-137160" algn="l">
              <a:spcAft>
                <a:spcPts val="300"/>
              </a:spcAft>
              <a:buFont typeface="Arial"/>
              <a:buChar char="•"/>
            </a:pPr>
            <a:r>
              <a:rPr sz="1100" b="0" i="0">
                <a:solidFill>
                  <a:srgbClr val="0A0A0A"/>
                </a:solidFill>
                <a:latin typeface="Open Sans Medium"/>
              </a:rPr>
              <a:t>Broker </a:t>
            </a:r>
            <a:r>
              <a:rPr lang="en-IN" sz="1100" b="0" i="0">
                <a:solidFill>
                  <a:srgbClr val="0A0A0A"/>
                </a:solidFill>
                <a:latin typeface="Open Sans Medium"/>
              </a:rPr>
              <a:t>passback</a:t>
            </a:r>
            <a:r>
              <a:rPr sz="1100" b="0" i="0">
                <a:solidFill>
                  <a:srgbClr val="0A0A0A"/>
                </a:solidFill>
                <a:latin typeface="Open Sans Medium"/>
              </a:rPr>
              <a:t> affirmed once (V.29385); offer kept confidential once (V.25700)</a:t>
            </a:r>
          </a:p>
        </p:txBody>
      </p:sp>
      <p:sp>
        <p:nvSpPr>
          <p:cNvPr id="23" name="Chevron 22"/>
          <p:cNvSpPr/>
          <p:nvPr/>
        </p:nvSpPr>
        <p:spPr>
          <a:xfrm>
            <a:off x="7383780" y="1664208"/>
            <a:ext cx="4439412" cy="393192"/>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67828" y="1780012"/>
            <a:ext cx="3890772"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a:t>
            </a:r>
          </a:p>
        </p:txBody>
      </p:sp>
      <p:sp>
        <p:nvSpPr>
          <p:cNvPr id="25" name="Rounded Rectangle 24"/>
          <p:cNvSpPr/>
          <p:nvPr/>
        </p:nvSpPr>
        <p:spPr>
          <a:xfrm>
            <a:off x="7475220" y="2167128"/>
            <a:ext cx="4256532"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12380" y="2221992"/>
            <a:ext cx="3250692" cy="274320"/>
          </a:xfrm>
          <a:prstGeom prst="rect">
            <a:avLst/>
          </a:prstGeom>
          <a:noFill/>
        </p:spPr>
        <p:txBody>
          <a:bodyPr wrap="square" lIns="0" tIns="0" rIns="0" bIns="0" anchor="ctr">
            <a:spAutoFit/>
          </a:bodyPr>
          <a:lstStyle/>
          <a:p>
            <a:pPr algn="l"/>
            <a:r>
              <a:rPr sz="1050" b="1" i="0">
                <a:solidFill>
                  <a:srgbClr val="0A0A0A"/>
                </a:solidFill>
                <a:latin typeface="Open Sans Medium"/>
              </a:rPr>
              <a:t>Follow-Up</a:t>
            </a:r>
          </a:p>
        </p:txBody>
      </p:sp>
      <p:sp>
        <p:nvSpPr>
          <p:cNvPr id="27" name="Rounded Rectangle 26"/>
          <p:cNvSpPr/>
          <p:nvPr/>
        </p:nvSpPr>
        <p:spPr>
          <a:xfrm>
            <a:off x="10908792" y="224028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100" i="0">
                <a:solidFill>
                  <a:srgbClr val="FFFFFF"/>
                </a:solidFill>
                <a:latin typeface="+mj-lt"/>
              </a:rPr>
              <a:t>94</a:t>
            </a:r>
            <a:endParaRPr sz="1100" i="0">
              <a:solidFill>
                <a:srgbClr val="FFFFFF"/>
              </a:solidFill>
              <a:latin typeface="+mj-lt"/>
            </a:endParaRPr>
          </a:p>
        </p:txBody>
      </p:sp>
      <p:sp>
        <p:nvSpPr>
          <p:cNvPr id="28" name="TextBox 27"/>
          <p:cNvSpPr txBox="1"/>
          <p:nvPr/>
        </p:nvSpPr>
        <p:spPr>
          <a:xfrm>
            <a:off x="7612380" y="253288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n=13</a:t>
            </a:r>
          </a:p>
        </p:txBody>
      </p:sp>
      <p:sp>
        <p:nvSpPr>
          <p:cNvPr id="29" name="TextBox 28"/>
          <p:cNvSpPr txBox="1"/>
          <p:nvPr/>
        </p:nvSpPr>
        <p:spPr>
          <a:xfrm>
            <a:off x="7612380" y="2752344"/>
            <a:ext cx="3982212" cy="584775"/>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Contact within 48 hours: </a:t>
            </a:r>
            <a:r>
              <a:rPr lang="en-IN" sz="1100" b="1" i="0">
                <a:solidFill>
                  <a:srgbClr val="0A0A0A"/>
                </a:solidFill>
                <a:latin typeface="Open Sans Medium"/>
              </a:rPr>
              <a:t>81%</a:t>
            </a:r>
            <a:r>
              <a:rPr sz="1100" b="0" i="0">
                <a:solidFill>
                  <a:srgbClr val="0A0A0A"/>
                </a:solidFill>
                <a:latin typeface="Open Sans Medium"/>
              </a:rPr>
              <a:t> (13 of 16)</a:t>
            </a:r>
          </a:p>
          <a:p>
            <a:pPr marL="137160" indent="-137160" algn="l">
              <a:spcAft>
                <a:spcPts val="300"/>
              </a:spcAft>
              <a:buFont typeface="Arial"/>
              <a:buChar char="•"/>
            </a:pPr>
            <a:r>
              <a:rPr sz="1100" b="0" i="0">
                <a:solidFill>
                  <a:srgbClr val="0A0A0A"/>
                </a:solidFill>
                <a:latin typeface="Open Sans Medium"/>
              </a:rPr>
              <a:t>Same executive followed up: </a:t>
            </a:r>
            <a:r>
              <a:rPr lang="en-IN" sz="1100" b="1" i="0">
                <a:solidFill>
                  <a:srgbClr val="0A0A0A"/>
                </a:solidFill>
                <a:latin typeface="Open Sans Medium"/>
              </a:rPr>
              <a:t>85%</a:t>
            </a:r>
          </a:p>
          <a:p>
            <a:pPr marL="137160" indent="-137160" algn="l">
              <a:spcAft>
                <a:spcPts val="300"/>
              </a:spcAft>
              <a:buFont typeface="Arial"/>
              <a:buChar char="•"/>
            </a:pPr>
            <a:r>
              <a:rPr sz="1100" b="0" i="0">
                <a:solidFill>
                  <a:srgbClr val="0A0A0A"/>
                </a:solidFill>
                <a:latin typeface="Open Sans Medium"/>
              </a:rPr>
              <a:t>Number matched the visiting card: </a:t>
            </a:r>
            <a:r>
              <a:rPr lang="en-IN" sz="1100" b="1" i="0">
                <a:solidFill>
                  <a:srgbClr val="0A0A0A"/>
                </a:solidFill>
                <a:latin typeface="Open Sans Medium"/>
              </a:rPr>
              <a:t>50%</a:t>
            </a:r>
            <a:r>
              <a:rPr sz="1100" b="0" i="0">
                <a:solidFill>
                  <a:srgbClr val="0A0A0A"/>
                </a:solidFill>
                <a:latin typeface="Open Sans Medium"/>
              </a:rPr>
              <a:t> (3 of 6)</a:t>
            </a:r>
          </a:p>
        </p:txBody>
      </p:sp>
      <p:sp>
        <p:nvSpPr>
          <p:cNvPr id="30" name="Rounded Rectangle 29"/>
          <p:cNvSpPr/>
          <p:nvPr/>
        </p:nvSpPr>
        <p:spPr>
          <a:xfrm>
            <a:off x="7475220" y="4133088"/>
            <a:ext cx="4256532"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12380" y="4187952"/>
            <a:ext cx="3250692" cy="274320"/>
          </a:xfrm>
          <a:prstGeom prst="rect">
            <a:avLst/>
          </a:prstGeom>
          <a:noFill/>
        </p:spPr>
        <p:txBody>
          <a:bodyPr wrap="square" lIns="0" tIns="0" rIns="0" bIns="0" anchor="ctr">
            <a:spAutoFit/>
          </a:bodyPr>
          <a:lstStyle/>
          <a:p>
            <a:pPr algn="l"/>
            <a:r>
              <a:rPr sz="1050" b="1" i="0">
                <a:solidFill>
                  <a:srgbClr val="0A0A0A"/>
                </a:solidFill>
                <a:latin typeface="Open Sans Medium"/>
              </a:rPr>
              <a:t>Data Leakage Indicators</a:t>
            </a:r>
          </a:p>
        </p:txBody>
      </p:sp>
      <p:sp>
        <p:nvSpPr>
          <p:cNvPr id="32" name="Rounded Rectangle 31"/>
          <p:cNvSpPr/>
          <p:nvPr/>
        </p:nvSpPr>
        <p:spPr>
          <a:xfrm>
            <a:off x="10908792" y="4206240"/>
            <a:ext cx="547200" cy="291600"/>
          </a:xfrm>
          <a:prstGeom prst="roundRect">
            <a:avLst>
              <a:gd name="adj" fmla="val 50000"/>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100" i="0">
                <a:solidFill>
                  <a:srgbClr val="FFFFFF"/>
                </a:solidFill>
                <a:latin typeface="+mj-lt"/>
              </a:rPr>
              <a:t>8</a:t>
            </a:r>
            <a:r>
              <a:rPr lang="en-IN" sz="1100" i="0">
                <a:solidFill>
                  <a:srgbClr val="FFFFFF"/>
                </a:solidFill>
                <a:latin typeface="+mj-lt"/>
              </a:rPr>
              <a:t>8</a:t>
            </a:r>
            <a:endParaRPr sz="1100" i="0">
              <a:solidFill>
                <a:srgbClr val="FFFFFF"/>
              </a:solidFill>
              <a:latin typeface="+mj-lt"/>
            </a:endParaRPr>
          </a:p>
        </p:txBody>
      </p:sp>
      <p:sp>
        <p:nvSpPr>
          <p:cNvPr id="33" name="TextBox 32"/>
          <p:cNvSpPr txBox="1"/>
          <p:nvPr/>
        </p:nvSpPr>
        <p:spPr>
          <a:xfrm>
            <a:off x="7612380" y="4498848"/>
            <a:ext cx="3982212" cy="130805"/>
          </a:xfrm>
          <a:prstGeom prst="rect">
            <a:avLst/>
          </a:prstGeom>
          <a:noFill/>
        </p:spPr>
        <p:txBody>
          <a:bodyPr wrap="square" lIns="0" tIns="0" rIns="0" bIns="0" anchor="t">
            <a:spAutoFit/>
          </a:bodyPr>
          <a:lstStyle/>
          <a:p>
            <a:pPr algn="l"/>
            <a:r>
              <a:rPr lang="en-US" sz="850" b="0" i="0">
                <a:solidFill>
                  <a:srgbClr val="55595C"/>
                </a:solidFill>
                <a:latin typeface="Open Sans Medium"/>
              </a:rPr>
              <a:t>Third-party </a:t>
            </a:r>
            <a:r>
              <a:rPr sz="850" b="0" i="0">
                <a:solidFill>
                  <a:srgbClr val="55595C"/>
                </a:solidFill>
                <a:latin typeface="Open Sans Medium"/>
              </a:rPr>
              <a:t>call</a:t>
            </a:r>
            <a:r>
              <a:rPr lang="en-US" sz="850" b="0" i="0">
                <a:solidFill>
                  <a:srgbClr val="55595C"/>
                </a:solidFill>
                <a:latin typeface="Open Sans Medium"/>
              </a:rPr>
              <a:t> received</a:t>
            </a:r>
            <a:r>
              <a:rPr sz="850" b="0" i="0">
                <a:solidFill>
                  <a:srgbClr val="55595C"/>
                </a:solidFill>
                <a:latin typeface="Open Sans Medium"/>
              </a:rPr>
              <a:t>: </a:t>
            </a:r>
            <a:r>
              <a:rPr lang="en-US" sz="850" b="0" i="0">
                <a:solidFill>
                  <a:srgbClr val="55595C"/>
                </a:solidFill>
                <a:latin typeface="Open Sans Medium"/>
              </a:rPr>
              <a:t>1</a:t>
            </a:r>
            <a:r>
              <a:rPr lang="en-IN" sz="850" b="0" i="0">
                <a:solidFill>
                  <a:srgbClr val="55595C"/>
                </a:solidFill>
                <a:latin typeface="Open Sans Medium"/>
              </a:rPr>
              <a:t> </a:t>
            </a:r>
            <a:r>
              <a:rPr sz="850" b="0" i="0">
                <a:solidFill>
                  <a:srgbClr val="55595C"/>
                </a:solidFill>
                <a:latin typeface="Open Sans Medium"/>
              </a:rPr>
              <a:t>of 16</a:t>
            </a:r>
          </a:p>
        </p:txBody>
      </p:sp>
      <p:sp>
        <p:nvSpPr>
          <p:cNvPr id="34" name="TextBox 33"/>
          <p:cNvSpPr txBox="1"/>
          <p:nvPr/>
        </p:nvSpPr>
        <p:spPr>
          <a:xfrm>
            <a:off x="7612380" y="4718304"/>
            <a:ext cx="3982212" cy="338554"/>
          </a:xfrm>
          <a:prstGeom prst="rect">
            <a:avLst/>
          </a:prstGeom>
          <a:noFill/>
        </p:spPr>
        <p:txBody>
          <a:bodyPr wrap="square" lIns="0" tIns="0" rIns="0" bIns="0" anchor="t">
            <a:spAutoFit/>
          </a:bodyPr>
          <a:lstStyle/>
          <a:p>
            <a:pPr marL="137160" indent="-137160" algn="l">
              <a:spcAft>
                <a:spcPts val="300"/>
              </a:spcAft>
              <a:buFont typeface="Arial"/>
              <a:buChar char="•"/>
            </a:pPr>
            <a:r>
              <a:rPr lang="en-IN" sz="1100">
                <a:solidFill>
                  <a:srgbClr val="0A0A0A"/>
                </a:solidFill>
                <a:latin typeface="Open Sans Medium"/>
              </a:rPr>
              <a:t>One </a:t>
            </a:r>
            <a:r>
              <a:rPr sz="1100" b="0" i="0">
                <a:solidFill>
                  <a:srgbClr val="0A0A0A"/>
                </a:solidFill>
                <a:latin typeface="Open Sans Medium"/>
              </a:rPr>
              <a:t>visit reported a third-party call: </a:t>
            </a:r>
            <a:r>
              <a:rPr sz="1100" b="1" i="0">
                <a:solidFill>
                  <a:srgbClr val="D7262B"/>
                </a:solidFill>
                <a:latin typeface="Open Sans Medium"/>
              </a:rPr>
              <a:t>JBR The Walk </a:t>
            </a:r>
            <a:r>
              <a:rPr sz="1100" b="0" i="0">
                <a:solidFill>
                  <a:srgbClr val="0A0A0A"/>
                </a:solidFill>
                <a:latin typeface="Open Sans Medium"/>
              </a:rPr>
              <a:t>(V.23203, outside broker</a:t>
            </a:r>
            <a:r>
              <a:rPr lang="en-IN" sz="1100" b="0" i="0">
                <a:solidFill>
                  <a:srgbClr val="0A0A0A"/>
                </a:solidFill>
                <a:latin typeface="Open Sans Medium"/>
              </a:rPr>
              <a:t>)</a:t>
            </a:r>
            <a:endParaRPr sz="1100" b="0" i="0">
              <a:solidFill>
                <a:srgbClr val="0A0A0A"/>
              </a:solidFill>
              <a:latin typeface="Open Sans Medium"/>
            </a:endParaRPr>
          </a:p>
        </p:txBody>
      </p:sp>
      <p:sp>
        <p:nvSpPr>
          <p:cNvPr id="35" name="TextBox 34">
            <a:extLst>
              <a:ext uri="{FF2B5EF4-FFF2-40B4-BE49-F238E27FC236}">
                <a16:creationId xmlns:a16="http://schemas.microsoft.com/office/drawing/2014/main" id="{0E62329D-F0C1-2249-4580-5BCBD5EB6492}"/>
              </a:ext>
            </a:extLst>
          </p:cNvPr>
          <p:cNvSpPr txBox="1"/>
          <p:nvPr/>
        </p:nvSpPr>
        <p:spPr>
          <a:xfrm>
            <a:off x="7612380" y="5246366"/>
            <a:ext cx="3982212" cy="338554"/>
          </a:xfrm>
          <a:prstGeom prst="rect">
            <a:avLst/>
          </a:prstGeom>
          <a:noFill/>
        </p:spPr>
        <p:txBody>
          <a:bodyPr wrap="square" lIns="0" tIns="0" rIns="0" bIns="0" anchor="t">
            <a:spAutoFit/>
          </a:bodyPr>
          <a:lstStyle/>
          <a:p>
            <a:pPr marL="137160" indent="-137160">
              <a:spcAft>
                <a:spcPts val="300"/>
              </a:spcAft>
              <a:buFont typeface="Arial"/>
              <a:buChar char="•"/>
            </a:pPr>
            <a:r>
              <a:rPr lang="en-IN" sz="1100">
                <a:solidFill>
                  <a:srgbClr val="0A0A0A"/>
                </a:solidFill>
                <a:latin typeface="Open Sans Medium"/>
              </a:rPr>
              <a:t>One</a:t>
            </a:r>
            <a:r>
              <a:rPr sz="1100" b="0" i="0">
                <a:solidFill>
                  <a:srgbClr val="0A0A0A"/>
                </a:solidFill>
                <a:latin typeface="Open Sans Medium"/>
              </a:rPr>
              <a:t> visit reported a</a:t>
            </a:r>
            <a:r>
              <a:rPr lang="en-IN" sz="1100" b="0" i="0">
                <a:solidFill>
                  <a:srgbClr val="0A0A0A"/>
                </a:solidFill>
                <a:latin typeface="Open Sans Medium"/>
              </a:rPr>
              <a:t>n </a:t>
            </a:r>
            <a:r>
              <a:rPr lang="en-IN" sz="1100">
                <a:solidFill>
                  <a:srgbClr val="0A0A0A"/>
                </a:solidFill>
                <a:latin typeface="Open Sans Medium"/>
              </a:rPr>
              <a:t>internal reassignment</a:t>
            </a:r>
            <a:r>
              <a:rPr sz="1100" b="0" i="0">
                <a:solidFill>
                  <a:srgbClr val="0A0A0A"/>
                </a:solidFill>
                <a:latin typeface="Open Sans Medium"/>
              </a:rPr>
              <a:t>: </a:t>
            </a:r>
            <a:r>
              <a:rPr lang="en-IN" sz="1100" b="1" err="1">
                <a:solidFill>
                  <a:srgbClr val="D7262B"/>
                </a:solidFill>
              </a:rPr>
              <a:t>Bluewaters</a:t>
            </a:r>
            <a:r>
              <a:rPr lang="en-IN" sz="1100" b="1">
                <a:solidFill>
                  <a:srgbClr val="D7262B"/>
                </a:solidFill>
              </a:rPr>
              <a:t> Stand - Kiosk</a:t>
            </a:r>
            <a:r>
              <a:rPr lang="en-US" sz="1100" b="1" i="0">
                <a:solidFill>
                  <a:srgbClr val="D7262B"/>
                </a:solidFill>
                <a:latin typeface="Open Sans Medium"/>
              </a:rPr>
              <a:t> </a:t>
            </a:r>
            <a:r>
              <a:rPr sz="1100" b="0" i="0">
                <a:solidFill>
                  <a:srgbClr val="0A0A0A"/>
                </a:solidFill>
                <a:latin typeface="Open Sans Medium"/>
              </a:rPr>
              <a:t>(V.2</a:t>
            </a:r>
            <a:r>
              <a:rPr lang="en-IN" sz="1100" b="0" i="0">
                <a:solidFill>
                  <a:srgbClr val="0A0A0A"/>
                </a:solidFill>
                <a:latin typeface="Open Sans Medium"/>
              </a:rPr>
              <a:t>7712</a:t>
            </a:r>
            <a:r>
              <a:rPr sz="1100" b="0" i="0">
                <a:solidFill>
                  <a:srgbClr val="0A0A0A"/>
                </a:solidFill>
                <a:latin typeface="Open Sans Medium"/>
              </a:rPr>
              <a:t>)</a:t>
            </a:r>
          </a:p>
        </p:txBody>
      </p:sp>
      <p:sp>
        <p:nvSpPr>
          <p:cNvPr id="5" name="TextBox 4">
            <a:extLst>
              <a:ext uri="{FF2B5EF4-FFF2-40B4-BE49-F238E27FC236}">
                <a16:creationId xmlns:a16="http://schemas.microsoft.com/office/drawing/2014/main" id="{2958B8EC-5C63-16CE-4D64-4322B094D1F1}"/>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177316"/>
            <a:ext cx="10789920" cy="475488"/>
          </a:xfrm>
        </p:spPr>
        <p:txBody>
          <a:bodyPr/>
          <a:lstStyle/>
          <a:p>
            <a:r>
              <a:rPr sz="3000" b="0">
                <a:solidFill>
                  <a:srgbClr val="000000"/>
                </a:solidFill>
                <a:latin typeface="Oswald Regular"/>
              </a:rPr>
              <a:t>KIOSK</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13</a:t>
            </a:fld>
            <a:endParaRPr lang="en-IN" sz="1000" b="0" spc="0">
              <a:solidFill>
                <a:srgbClr val="AAB7C4"/>
              </a:solidFill>
              <a:latin typeface="Open Sans Medium"/>
            </a:endParaRPr>
          </a:p>
        </p:txBody>
      </p:sp>
      <p:sp>
        <p:nvSpPr>
          <p:cNvPr id="7" name="Rounded Rectangle 6"/>
          <p:cNvSpPr/>
          <p:nvPr/>
        </p:nvSpPr>
        <p:spPr>
          <a:xfrm>
            <a:off x="365760" y="777240"/>
            <a:ext cx="11365992" cy="512064"/>
          </a:xfrm>
          <a:prstGeom prst="roundRect">
            <a:avLst>
              <a:gd name="adj" fmla="val 6000"/>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852453"/>
            <a:ext cx="11137392" cy="361637"/>
          </a:xfrm>
          <a:prstGeom prst="rect">
            <a:avLst/>
          </a:prstGeom>
          <a:noFill/>
        </p:spPr>
        <p:txBody>
          <a:bodyPr wrap="square" lIns="0" tIns="0" rIns="0" bIns="0" anchor="ctr">
            <a:spAutoFit/>
          </a:bodyPr>
          <a:lstStyle/>
          <a:p>
            <a:pPr algn="l"/>
            <a:r>
              <a:rPr sz="1200" b="1" i="0">
                <a:solidFill>
                  <a:srgbClr val="0B0B0C"/>
                </a:solidFill>
                <a:latin typeface="Open Sans Medium"/>
              </a:rPr>
              <a:t>KEY TAKEAWAY   </a:t>
            </a:r>
            <a:r>
              <a:rPr sz="1150" b="0" i="0">
                <a:solidFill>
                  <a:srgbClr val="0B0B0C"/>
                </a:solidFill>
                <a:latin typeface="Open Sans Medium"/>
              </a:rPr>
              <a:t>Kiosk teams are courteous and quick to follow up, but product depth is uneven and follow-up often runs on numbers that are not on the visiting card.</a:t>
            </a:r>
          </a:p>
        </p:txBody>
      </p:sp>
      <p:sp>
        <p:nvSpPr>
          <p:cNvPr id="9" name="TextBox 8"/>
          <p:cNvSpPr txBox="1"/>
          <p:nvPr/>
        </p:nvSpPr>
        <p:spPr>
          <a:xfrm>
            <a:off x="457200" y="1455400"/>
            <a:ext cx="4983480" cy="161583"/>
          </a:xfrm>
          <a:prstGeom prst="rect">
            <a:avLst/>
          </a:prstGeom>
          <a:noFill/>
        </p:spPr>
        <p:txBody>
          <a:bodyPr wrap="square" lIns="0" tIns="0" rIns="0" bIns="0" anchor="ctr">
            <a:spAutoFit/>
          </a:bodyPr>
          <a:lstStyle/>
          <a:p>
            <a:pPr algn="l"/>
            <a:r>
              <a:rPr lang="en-IN" sz="1050" b="1" i="0">
                <a:solidFill>
                  <a:srgbClr val="0B0B0C"/>
                </a:solidFill>
                <a:latin typeface="Open Sans Medium"/>
              </a:rPr>
              <a:t>SALES EXECUTIVE: IN PERSON</a:t>
            </a:r>
          </a:p>
        </p:txBody>
      </p:sp>
      <p:graphicFrame>
        <p:nvGraphicFramePr>
          <p:cNvPr id="11" name="Chart 10" descr="Chart"/>
          <p:cNvGraphicFramePr>
            <a:graphicFrameLocks noGrp="1"/>
          </p:cNvGraphicFramePr>
          <p:nvPr>
            <p:extLst>
              <p:ext uri="{D42A27DB-BD31-4B8C-83A1-F6EECF244321}">
                <p14:modId xmlns:p14="http://schemas.microsoft.com/office/powerpoint/2010/main" val="643692943"/>
              </p:ext>
            </p:extLst>
          </p:nvPr>
        </p:nvGraphicFramePr>
        <p:xfrm>
          <a:off x="365760" y="1655064"/>
          <a:ext cx="6080760" cy="1911095"/>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457200" y="3668248"/>
            <a:ext cx="2194560" cy="161583"/>
          </a:xfrm>
          <a:prstGeom prst="rect">
            <a:avLst/>
          </a:prstGeom>
          <a:noFill/>
        </p:spPr>
        <p:txBody>
          <a:bodyPr wrap="square" lIns="0" tIns="0" rIns="0" bIns="0" anchor="ctr">
            <a:spAutoFit/>
          </a:bodyPr>
          <a:lstStyle/>
          <a:p>
            <a:pPr algn="l"/>
            <a:r>
              <a:rPr sz="1050" b="1" i="0">
                <a:solidFill>
                  <a:srgbClr val="0B0B0C"/>
                </a:solidFill>
                <a:latin typeface="Open Sans Medium"/>
              </a:rPr>
              <a:t>FOLLOW-UP</a:t>
            </a:r>
          </a:p>
        </p:txBody>
      </p:sp>
      <p:graphicFrame>
        <p:nvGraphicFramePr>
          <p:cNvPr id="14" name="Chart 13" descr="Chart"/>
          <p:cNvGraphicFramePr>
            <a:graphicFrameLocks noGrp="1"/>
          </p:cNvGraphicFramePr>
          <p:nvPr>
            <p:extLst>
              <p:ext uri="{D42A27DB-BD31-4B8C-83A1-F6EECF244321}">
                <p14:modId xmlns:p14="http://schemas.microsoft.com/office/powerpoint/2010/main" val="3878550329"/>
              </p:ext>
            </p:extLst>
          </p:nvPr>
        </p:nvGraphicFramePr>
        <p:xfrm>
          <a:off x="365760" y="3867912"/>
          <a:ext cx="3291840" cy="1499616"/>
        </p:xfrm>
        <a:graphic>
          <a:graphicData uri="http://schemas.openxmlformats.org/drawingml/2006/chart">
            <c:chart xmlns:c="http://schemas.openxmlformats.org/drawingml/2006/chart" xmlns:r="http://schemas.openxmlformats.org/officeDocument/2006/relationships" r:id="rId3"/>
          </a:graphicData>
        </a:graphic>
      </p:graphicFrame>
      <p:sp>
        <p:nvSpPr>
          <p:cNvPr id="17" name="Rounded Rectangle 16"/>
          <p:cNvSpPr/>
          <p:nvPr/>
        </p:nvSpPr>
        <p:spPr>
          <a:xfrm>
            <a:off x="3840479" y="3959352"/>
            <a:ext cx="2514600" cy="131673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77639" y="4163306"/>
            <a:ext cx="2240280" cy="369332"/>
          </a:xfrm>
          <a:prstGeom prst="rect">
            <a:avLst/>
          </a:prstGeom>
          <a:noFill/>
        </p:spPr>
        <p:txBody>
          <a:bodyPr wrap="square" lIns="0" tIns="0" rIns="0" bIns="0" anchor="ctr">
            <a:spAutoFit/>
          </a:bodyPr>
          <a:lstStyle/>
          <a:p>
            <a:pPr algn="l"/>
            <a:r>
              <a:rPr lang="en-IN" sz="2400" i="0">
                <a:solidFill>
                  <a:srgbClr val="D7262B"/>
                </a:solidFill>
                <a:latin typeface="+mj-lt"/>
              </a:rPr>
              <a:t>6</a:t>
            </a:r>
            <a:r>
              <a:rPr sz="2400" i="0">
                <a:solidFill>
                  <a:srgbClr val="D7262B"/>
                </a:solidFill>
                <a:latin typeface="+mj-lt"/>
              </a:rPr>
              <a:t>%</a:t>
            </a:r>
          </a:p>
        </p:txBody>
      </p:sp>
      <p:sp>
        <p:nvSpPr>
          <p:cNvPr id="19" name="TextBox 18"/>
          <p:cNvSpPr txBox="1"/>
          <p:nvPr/>
        </p:nvSpPr>
        <p:spPr>
          <a:xfrm>
            <a:off x="3977639" y="4661611"/>
            <a:ext cx="2240280" cy="146194"/>
          </a:xfrm>
          <a:prstGeom prst="rect">
            <a:avLst/>
          </a:prstGeom>
          <a:noFill/>
        </p:spPr>
        <p:txBody>
          <a:bodyPr wrap="square" lIns="0" tIns="0" rIns="0" bIns="0" anchor="t">
            <a:spAutoFit/>
          </a:bodyPr>
          <a:lstStyle/>
          <a:p>
            <a:pPr algn="l"/>
            <a:r>
              <a:rPr lang="en-US" sz="950">
                <a:solidFill>
                  <a:srgbClr val="0B0B0C"/>
                </a:solidFill>
                <a:latin typeface="Open Sans Medium"/>
              </a:rPr>
              <a:t>Third-party call received</a:t>
            </a:r>
            <a:r>
              <a:rPr sz="950" b="0" i="0">
                <a:solidFill>
                  <a:srgbClr val="0B0B0C"/>
                </a:solidFill>
                <a:latin typeface="Open Sans Medium"/>
              </a:rPr>
              <a:t> </a:t>
            </a:r>
            <a:r>
              <a:rPr lang="en-US" sz="950" b="0" i="0">
                <a:solidFill>
                  <a:srgbClr val="0B0B0C"/>
                </a:solidFill>
                <a:latin typeface="Open Sans Medium"/>
              </a:rPr>
              <a:t>(1 </a:t>
            </a:r>
            <a:r>
              <a:rPr sz="950" b="0" i="0">
                <a:solidFill>
                  <a:srgbClr val="0B0B0C"/>
                </a:solidFill>
                <a:latin typeface="Open Sans Medium"/>
              </a:rPr>
              <a:t>of 16)</a:t>
            </a:r>
          </a:p>
        </p:txBody>
      </p:sp>
      <p:sp>
        <p:nvSpPr>
          <p:cNvPr id="20" name="Rounded Rectangle 19"/>
          <p:cNvSpPr/>
          <p:nvPr/>
        </p:nvSpPr>
        <p:spPr>
          <a:xfrm>
            <a:off x="6537960" y="1417320"/>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720840" y="159105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0" y="1583416"/>
            <a:ext cx="4645152" cy="161583"/>
          </a:xfrm>
          <a:prstGeom prst="rect">
            <a:avLst/>
          </a:prstGeom>
          <a:noFill/>
        </p:spPr>
        <p:txBody>
          <a:bodyPr wrap="square" lIns="0" tIns="0" rIns="0" bIns="0" anchor="ctr">
            <a:spAutoFit/>
          </a:bodyPr>
          <a:lstStyle/>
          <a:p>
            <a:pPr algn="l"/>
            <a:r>
              <a:rPr lang="en-IN" sz="1050" b="1" i="0">
                <a:solidFill>
                  <a:srgbClr val="0A0A0A"/>
                </a:solidFill>
                <a:latin typeface="Open Sans Medium"/>
              </a:rPr>
              <a:t>AREAS THAT WENT WELL</a:t>
            </a:r>
          </a:p>
        </p:txBody>
      </p:sp>
      <p:sp>
        <p:nvSpPr>
          <p:cNvPr id="23" name="TextBox 22"/>
          <p:cNvSpPr txBox="1"/>
          <p:nvPr/>
        </p:nvSpPr>
        <p:spPr>
          <a:xfrm>
            <a:off x="6720840" y="1874519"/>
            <a:ext cx="4828031" cy="1281376"/>
          </a:xfrm>
          <a:prstGeom prst="rect">
            <a:avLst/>
          </a:prstGeom>
          <a:noFill/>
        </p:spPr>
        <p:txBody>
          <a:bodyPr wrap="square" lIns="0" tIns="0" rIns="0" bIns="0" anchor="t">
            <a:spAutoFit/>
          </a:bodyPr>
          <a:lstStyle/>
          <a:p>
            <a:pPr marL="137160" indent="-137160">
              <a:lnSpc>
                <a:spcPct val="120000"/>
              </a:lnSpc>
              <a:spcAft>
                <a:spcPts val="300"/>
              </a:spcAft>
              <a:buFont typeface="Arial"/>
              <a:buChar char="•"/>
            </a:pPr>
            <a:r>
              <a:rPr lang="en-US" sz="1100">
                <a:solidFill>
                  <a:srgbClr val="0A0A0A"/>
                </a:solidFill>
              </a:rPr>
              <a:t>Sales Executive: In Persons were frequently described as polite, courteous, patient, approachable and professional</a:t>
            </a:r>
          </a:p>
          <a:p>
            <a:pPr marL="137160" indent="-137160">
              <a:lnSpc>
                <a:spcPct val="120000"/>
              </a:lnSpc>
              <a:spcAft>
                <a:spcPts val="300"/>
              </a:spcAft>
              <a:buFont typeface="Arial"/>
              <a:buChar char="•"/>
            </a:pPr>
            <a:r>
              <a:rPr lang="en-US" sz="1100">
                <a:solidFill>
                  <a:srgbClr val="0A0A0A"/>
                </a:solidFill>
              </a:rPr>
              <a:t>Many interactions were patient and not overly pushy, allowing customers time and freedom to consider the options</a:t>
            </a:r>
          </a:p>
          <a:p>
            <a:pPr marL="137160" indent="-137160">
              <a:lnSpc>
                <a:spcPct val="120000"/>
              </a:lnSpc>
              <a:spcAft>
                <a:spcPts val="300"/>
              </a:spcAft>
              <a:buFont typeface="Arial"/>
              <a:buChar char="•"/>
            </a:pPr>
            <a:r>
              <a:rPr lang="en-US" sz="1100">
                <a:solidFill>
                  <a:srgbClr val="0A0A0A"/>
                </a:solidFill>
              </a:rPr>
              <a:t>Budget, unit type, intended use and readiness were explored, with alternative projects offered when relevant</a:t>
            </a:r>
            <a:endParaRPr lang="en-US" sz="1100" b="0" i="0">
              <a:solidFill>
                <a:srgbClr val="0A0A0A"/>
              </a:solidFill>
              <a:latin typeface="Open Sans Medium"/>
            </a:endParaRPr>
          </a:p>
        </p:txBody>
      </p:sp>
      <p:sp>
        <p:nvSpPr>
          <p:cNvPr id="24" name="Rounded Rectangle 23"/>
          <p:cNvSpPr/>
          <p:nvPr/>
        </p:nvSpPr>
        <p:spPr>
          <a:xfrm>
            <a:off x="6537960" y="3419856"/>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720840" y="3593592"/>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0" y="3585952"/>
            <a:ext cx="4645152" cy="161583"/>
          </a:xfrm>
          <a:prstGeom prst="rect">
            <a:avLst/>
          </a:prstGeom>
          <a:noFill/>
        </p:spPr>
        <p:txBody>
          <a:bodyPr wrap="square" lIns="0" tIns="0" rIns="0" bIns="0" anchor="ctr">
            <a:spAutoFit/>
          </a:bodyPr>
          <a:lstStyle/>
          <a:p>
            <a:pPr algn="l"/>
            <a:r>
              <a:rPr lang="en-US" sz="1050" b="1" i="0">
                <a:solidFill>
                  <a:srgbClr val="0A0A0A"/>
                </a:solidFill>
                <a:latin typeface="Open Sans Medium"/>
              </a:rPr>
              <a:t>AREAS THAT DID NOT GO WELL</a:t>
            </a:r>
          </a:p>
        </p:txBody>
      </p:sp>
      <p:sp>
        <p:nvSpPr>
          <p:cNvPr id="27" name="TextBox 26"/>
          <p:cNvSpPr txBox="1"/>
          <p:nvPr/>
        </p:nvSpPr>
        <p:spPr>
          <a:xfrm>
            <a:off x="6720840" y="3877056"/>
            <a:ext cx="4873752" cy="1282852"/>
          </a:xfrm>
          <a:prstGeom prst="rect">
            <a:avLst/>
          </a:prstGeom>
          <a:noFill/>
        </p:spPr>
        <p:txBody>
          <a:bodyPr wrap="square" lIns="0" tIns="0" rIns="0" bIns="0" anchor="t">
            <a:spAutoFit/>
          </a:bodyPr>
          <a:lstStyle/>
          <a:p>
            <a:pPr marL="137160" indent="-137160">
              <a:lnSpc>
                <a:spcPct val="110000"/>
              </a:lnSpc>
              <a:spcAft>
                <a:spcPts val="300"/>
              </a:spcAft>
              <a:buFont typeface="Arial"/>
              <a:buChar char="•"/>
            </a:pPr>
            <a:r>
              <a:rPr lang="en-US" sz="1100">
                <a:solidFill>
                  <a:srgbClr val="0A0A0A"/>
                </a:solidFill>
              </a:rPr>
              <a:t>Some customers had to seek attention or lead the discussion because information and hospitality were not offered initially</a:t>
            </a:r>
          </a:p>
          <a:p>
            <a:pPr marL="137160" indent="-137160">
              <a:lnSpc>
                <a:spcPct val="110000"/>
              </a:lnSpc>
              <a:spcAft>
                <a:spcPts val="300"/>
              </a:spcAft>
              <a:buFont typeface="Arial"/>
              <a:buChar char="•"/>
            </a:pPr>
            <a:r>
              <a:rPr lang="en-US" sz="1100">
                <a:solidFill>
                  <a:srgbClr val="0A0A0A"/>
                </a:solidFill>
              </a:rPr>
              <a:t>Urgency around discounts, unit availability, office visits or quick decisions made some interactions feel high-pressure</a:t>
            </a:r>
          </a:p>
          <a:p>
            <a:pPr marL="137160" indent="-137160">
              <a:lnSpc>
                <a:spcPct val="110000"/>
              </a:lnSpc>
              <a:spcAft>
                <a:spcPts val="300"/>
              </a:spcAft>
              <a:buFont typeface="Arial"/>
              <a:buChar char="•"/>
            </a:pPr>
            <a:r>
              <a:rPr lang="en-US" sz="1100">
                <a:solidFill>
                  <a:srgbClr val="0A0A0A"/>
                </a:solidFill>
              </a:rPr>
              <a:t>Multiple contacts, </a:t>
            </a:r>
            <a:r>
              <a:rPr lang="en-US" sz="1400" b="1">
                <a:solidFill>
                  <a:srgbClr val="D7262B"/>
                </a:solidFill>
              </a:rPr>
              <a:t>missed follow-up and an unsolicited third-party </a:t>
            </a:r>
            <a:r>
              <a:rPr lang="en-US" sz="1100">
                <a:solidFill>
                  <a:srgbClr val="0A0A0A"/>
                </a:solidFill>
              </a:rPr>
              <a:t>call created confusion about ownership and data sharing</a:t>
            </a:r>
            <a:endParaRPr lang="en-US" sz="1100" b="0" i="0">
              <a:solidFill>
                <a:srgbClr val="0A0A0A"/>
              </a:solidFill>
            </a:endParaRPr>
          </a:p>
        </p:txBody>
      </p:sp>
      <p:sp>
        <p:nvSpPr>
          <p:cNvPr id="28" name="Rounded Rectangle 27"/>
          <p:cNvSpPr/>
          <p:nvPr/>
        </p:nvSpPr>
        <p:spPr>
          <a:xfrm>
            <a:off x="365760" y="5440680"/>
            <a:ext cx="11365992" cy="603504"/>
          </a:xfrm>
          <a:prstGeom prst="roundRect">
            <a:avLst>
              <a:gd name="adj" fmla="val 6000"/>
            </a:avLst>
          </a:prstGeom>
          <a:solidFill>
            <a:schemeClr val="bg1">
              <a:lumMod val="95000"/>
            </a:schemeClr>
          </a:solidFill>
          <a:ln w="127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5573155"/>
            <a:ext cx="10881360" cy="338554"/>
          </a:xfrm>
          <a:prstGeom prst="rect">
            <a:avLst/>
          </a:prstGeom>
          <a:noFill/>
        </p:spPr>
        <p:txBody>
          <a:bodyPr wrap="square" lIns="0" tIns="0" rIns="0" bIns="0" anchor="ctr">
            <a:spAutoFit/>
          </a:bodyPr>
          <a:lstStyle/>
          <a:p>
            <a:pPr algn="l"/>
            <a:r>
              <a:rPr sz="950" b="1" i="0">
                <a:solidFill>
                  <a:srgbClr val="0A0A0A"/>
                </a:solidFill>
                <a:latin typeface="Open Sans Medium"/>
              </a:rPr>
              <a:t>RECOMMENDATION   </a:t>
            </a:r>
            <a:r>
              <a:rPr lang="en-IN" sz="1100" b="0" i="0">
                <a:solidFill>
                  <a:srgbClr val="0A0A0A"/>
                </a:solidFill>
                <a:latin typeface="Open Sans Medium"/>
              </a:rPr>
              <a:t>Standardize proactive greetings and </a:t>
            </a:r>
            <a:r>
              <a:rPr sz="1100" b="0" i="0">
                <a:solidFill>
                  <a:srgbClr val="0A0A0A"/>
                </a:solidFill>
                <a:latin typeface="Open Sans Medium"/>
              </a:rPr>
              <a:t>amenities </a:t>
            </a:r>
            <a:r>
              <a:rPr lang="en-US" sz="1100" b="0" i="0">
                <a:solidFill>
                  <a:srgbClr val="0A0A0A"/>
                </a:solidFill>
                <a:latin typeface="Open Sans Medium"/>
              </a:rPr>
              <a:t>briefings without pressuring buyers. Assign one </a:t>
            </a:r>
            <a:r>
              <a:rPr sz="1100" b="0" i="0">
                <a:solidFill>
                  <a:srgbClr val="0A0A0A"/>
                </a:solidFill>
                <a:latin typeface="Open Sans Medium"/>
              </a:rPr>
              <a:t>follow-up </a:t>
            </a:r>
            <a:r>
              <a:rPr lang="en-IN" sz="1100" b="0" i="0">
                <a:solidFill>
                  <a:srgbClr val="0A0A0A"/>
                </a:solidFill>
                <a:latin typeface="Open Sans Medium"/>
              </a:rPr>
              <a:t>owner using a verified </a:t>
            </a:r>
            <a:r>
              <a:rPr sz="1100" b="0" i="0">
                <a:solidFill>
                  <a:srgbClr val="0A0A0A"/>
                </a:solidFill>
                <a:latin typeface="Open Sans Medium"/>
              </a:rPr>
              <a:t>business </a:t>
            </a:r>
            <a:r>
              <a:rPr lang="en-IN" sz="1100" b="0" i="0">
                <a:solidFill>
                  <a:srgbClr val="0A0A0A"/>
                </a:solidFill>
                <a:latin typeface="Open Sans Medium"/>
              </a:rPr>
              <a:t>number, track </a:t>
            </a:r>
            <a:r>
              <a:rPr sz="1100" b="0" i="0">
                <a:solidFill>
                  <a:srgbClr val="0A0A0A"/>
                </a:solidFill>
                <a:latin typeface="Open Sans Medium"/>
              </a:rPr>
              <a:t>leads </a:t>
            </a:r>
            <a:r>
              <a:rPr lang="en-IN" sz="1100" b="0" i="0">
                <a:solidFill>
                  <a:srgbClr val="0A0A0A"/>
                </a:solidFill>
                <a:latin typeface="Open Sans Medium"/>
              </a:rPr>
              <a:t>in </a:t>
            </a:r>
            <a:r>
              <a:rPr sz="1100" b="0" i="0">
                <a:solidFill>
                  <a:srgbClr val="0A0A0A"/>
                </a:solidFill>
                <a:latin typeface="Open Sans Medium"/>
              </a:rPr>
              <a:t>CRM</a:t>
            </a:r>
            <a:r>
              <a:rPr lang="en-US" sz="1100" b="0" i="0">
                <a:solidFill>
                  <a:srgbClr val="0A0A0A"/>
                </a:solidFill>
                <a:latin typeface="Open Sans Medium"/>
              </a:rPr>
              <a:t> and investigate unsolicited third-party contact</a:t>
            </a:r>
            <a:r>
              <a:rPr sz="1100" b="0" i="0">
                <a:solidFill>
                  <a:srgbClr val="0A0A0A"/>
                </a:solidFill>
                <a:latin typeface="Open Sans Medium"/>
              </a:rPr>
              <a:t>.</a:t>
            </a:r>
          </a:p>
        </p:txBody>
      </p:sp>
      <p:sp>
        <p:nvSpPr>
          <p:cNvPr id="4" name="TextBox 24">
            <a:extLst>
              <a:ext uri="{FF2B5EF4-FFF2-40B4-BE49-F238E27FC236}">
                <a16:creationId xmlns:a16="http://schemas.microsoft.com/office/drawing/2014/main" id="{F2FE41BD-5B70-042D-9411-9169659CB8AC}"/>
              </a:ext>
            </a:extLst>
          </p:cNvPr>
          <p:cNvSpPr txBox="1"/>
          <p:nvPr/>
        </p:nvSpPr>
        <p:spPr>
          <a:xfrm>
            <a:off x="6949061" y="6227530"/>
            <a:ext cx="4565904"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bg2">
                    <a:lumMod val="50000"/>
                  </a:schemeClr>
                </a:solidFill>
              </a:rPr>
              <a:t>*Insights generated from analysis of comments</a:t>
            </a:r>
          </a:p>
        </p:txBody>
      </p:sp>
      <p:sp>
        <p:nvSpPr>
          <p:cNvPr id="15" name="TextBox 14"/>
          <p:cNvSpPr txBox="1"/>
          <p:nvPr/>
        </p:nvSpPr>
        <p:spPr>
          <a:xfrm>
            <a:off x="3893361" y="3774408"/>
            <a:ext cx="2020824" cy="161583"/>
          </a:xfrm>
          <a:prstGeom prst="rect">
            <a:avLst/>
          </a:prstGeom>
          <a:noFill/>
        </p:spPr>
        <p:txBody>
          <a:bodyPr wrap="square" lIns="0" tIns="0" rIns="0" bIns="0" anchor="ctr">
            <a:spAutoFit/>
          </a:bodyPr>
          <a:lstStyle/>
          <a:p>
            <a:pPr algn="l"/>
            <a:r>
              <a:rPr sz="1050" b="1" i="0">
                <a:solidFill>
                  <a:srgbClr val="0B0B0C"/>
                </a:solidFill>
                <a:latin typeface="Open Sans Medium"/>
              </a:rPr>
              <a:t>DATA LEAKAGE INDICATORS</a:t>
            </a:r>
          </a:p>
        </p:txBody>
      </p:sp>
      <p:sp>
        <p:nvSpPr>
          <p:cNvPr id="10" name="TextBox 9">
            <a:extLst>
              <a:ext uri="{FF2B5EF4-FFF2-40B4-BE49-F238E27FC236}">
                <a16:creationId xmlns:a16="http://schemas.microsoft.com/office/drawing/2014/main" id="{6047942F-F47D-FFB9-5DC6-BF549FFE1769}"/>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OFFICE VISIT</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14</a:t>
            </a:fld>
            <a:endParaRPr lang="en-IN" sz="1000" b="0" spc="0">
              <a:solidFill>
                <a:srgbClr val="AAB7C4"/>
              </a:solidFill>
              <a:latin typeface="Open Sans Medium"/>
            </a:endParaRPr>
          </a:p>
        </p:txBody>
      </p:sp>
      <p:sp>
        <p:nvSpPr>
          <p:cNvPr id="7" name="TextBox 6"/>
          <p:cNvSpPr txBox="1"/>
          <p:nvPr/>
        </p:nvSpPr>
        <p:spPr>
          <a:xfrm>
            <a:off x="457200" y="824856"/>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Office Visit: Customer Journey and Scores</a:t>
            </a:r>
          </a:p>
        </p:txBody>
      </p:sp>
      <p:sp>
        <p:nvSpPr>
          <p:cNvPr id="8" name="TextBox 7"/>
          <p:cNvSpPr txBox="1"/>
          <p:nvPr/>
        </p:nvSpPr>
        <p:spPr>
          <a:xfrm>
            <a:off x="457200" y="1222733"/>
            <a:ext cx="11247120" cy="169277"/>
          </a:xfrm>
          <a:prstGeom prst="rect">
            <a:avLst/>
          </a:prstGeom>
          <a:noFill/>
        </p:spPr>
        <p:txBody>
          <a:bodyPr wrap="square" lIns="0" tIns="0" rIns="0" bIns="0" anchor="t">
            <a:spAutoFit/>
          </a:bodyPr>
          <a:lstStyle/>
          <a:p>
            <a:pPr algn="l"/>
            <a:r>
              <a:rPr lang="en-US" sz="1100" b="0">
                <a:solidFill>
                  <a:srgbClr val="0B0B0C"/>
                </a:solidFill>
                <a:latin typeface="Open Sans Medium"/>
              </a:rPr>
              <a:t>The fullest journey: arrival and reception, the sales consultation, mock-up and negotiation, then follow-up</a:t>
            </a:r>
            <a:r>
              <a:rPr sz="1100" b="0">
                <a:solidFill>
                  <a:srgbClr val="0B0B0C"/>
                </a:solidFill>
                <a:latin typeface="Open Sans Medium"/>
              </a:rPr>
              <a:t>.</a:t>
            </a:r>
          </a:p>
        </p:txBody>
      </p:sp>
      <p:sp>
        <p:nvSpPr>
          <p:cNvPr id="9" name="Rounded Rectangle 8"/>
          <p:cNvSpPr/>
          <p:nvPr/>
        </p:nvSpPr>
        <p:spPr>
          <a:xfrm>
            <a:off x="457200" y="1664208"/>
            <a:ext cx="2514600" cy="4343400"/>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01368"/>
            <a:ext cx="2103120" cy="192024"/>
          </a:xfrm>
          <a:prstGeom prst="rect">
            <a:avLst/>
          </a:prstGeom>
          <a:noFill/>
        </p:spPr>
        <p:txBody>
          <a:bodyPr wrap="square" lIns="0" tIns="0" rIns="0" bIns="0" anchor="t">
            <a:spAutoFit/>
          </a:bodyPr>
          <a:lstStyle/>
          <a:p>
            <a:pPr algn="l"/>
            <a:r>
              <a:rPr sz="900" b="1" i="0">
                <a:solidFill>
                  <a:srgbClr val="BFC3C7"/>
                </a:solidFill>
                <a:latin typeface="Open Sans Medium"/>
              </a:rPr>
              <a:t>CHANNEL</a:t>
            </a:r>
          </a:p>
        </p:txBody>
      </p:sp>
      <p:sp>
        <p:nvSpPr>
          <p:cNvPr id="11" name="TextBox 10"/>
          <p:cNvSpPr txBox="1"/>
          <p:nvPr/>
        </p:nvSpPr>
        <p:spPr>
          <a:xfrm>
            <a:off x="640080" y="2008667"/>
            <a:ext cx="2194560" cy="307777"/>
          </a:xfrm>
          <a:prstGeom prst="rect">
            <a:avLst/>
          </a:prstGeom>
          <a:noFill/>
        </p:spPr>
        <p:txBody>
          <a:bodyPr wrap="square" lIns="0" tIns="0" rIns="0" bIns="0" anchor="ctr">
            <a:spAutoFit/>
          </a:bodyPr>
          <a:lstStyle/>
          <a:p>
            <a:pPr algn="l"/>
            <a:r>
              <a:rPr sz="2000" b="1" i="0">
                <a:solidFill>
                  <a:srgbClr val="FFFFFF"/>
                </a:solidFill>
                <a:latin typeface="Open Sans Medium"/>
              </a:rPr>
              <a:t>Office </a:t>
            </a:r>
            <a:r>
              <a:rPr lang="en-US" sz="2000" b="1" i="0">
                <a:solidFill>
                  <a:srgbClr val="FFFFFF"/>
                </a:solidFill>
                <a:latin typeface="Open Sans Medium"/>
              </a:rPr>
              <a:t>V</a:t>
            </a:r>
            <a:r>
              <a:rPr sz="2000" b="1" i="0">
                <a:solidFill>
                  <a:srgbClr val="FFFFFF"/>
                </a:solidFill>
                <a:latin typeface="Open Sans Medium"/>
              </a:rPr>
              <a:t>isit</a:t>
            </a:r>
          </a:p>
        </p:txBody>
      </p:sp>
      <p:sp>
        <p:nvSpPr>
          <p:cNvPr id="12" name="TextBox 11"/>
          <p:cNvSpPr txBox="1"/>
          <p:nvPr/>
        </p:nvSpPr>
        <p:spPr>
          <a:xfrm>
            <a:off x="640080" y="2377440"/>
            <a:ext cx="2148840" cy="457200"/>
          </a:xfrm>
          <a:prstGeom prst="rect">
            <a:avLst/>
          </a:prstGeom>
          <a:noFill/>
        </p:spPr>
        <p:txBody>
          <a:bodyPr wrap="square" lIns="0" tIns="0" rIns="0" bIns="0" anchor="t">
            <a:spAutoFit/>
          </a:bodyPr>
          <a:lstStyle/>
          <a:p>
            <a:pPr algn="l"/>
            <a:r>
              <a:rPr sz="950" b="0" i="0">
                <a:solidFill>
                  <a:srgbClr val="BFC3C7"/>
                </a:solidFill>
                <a:latin typeface="Open Sans Medium"/>
              </a:rPr>
              <a:t>Visit to a Binghatti sales office</a:t>
            </a:r>
          </a:p>
        </p:txBody>
      </p:sp>
      <p:sp>
        <p:nvSpPr>
          <p:cNvPr id="13" name="TextBox 12"/>
          <p:cNvSpPr txBox="1"/>
          <p:nvPr/>
        </p:nvSpPr>
        <p:spPr>
          <a:xfrm>
            <a:off x="640080" y="2890171"/>
            <a:ext cx="2148840" cy="492443"/>
          </a:xfrm>
          <a:prstGeom prst="rect">
            <a:avLst/>
          </a:prstGeom>
          <a:noFill/>
        </p:spPr>
        <p:txBody>
          <a:bodyPr wrap="square" lIns="0" tIns="0" rIns="0" bIns="0" anchor="ctr">
            <a:spAutoFit/>
          </a:bodyPr>
          <a:lstStyle/>
          <a:p>
            <a:pPr algn="l"/>
            <a:r>
              <a:rPr lang="en-IN" sz="3200" b="1" i="0">
                <a:solidFill>
                  <a:srgbClr val="FFFFFF"/>
                </a:solidFill>
                <a:latin typeface="Open Sans Medium"/>
              </a:rPr>
              <a:t>79%</a:t>
            </a:r>
          </a:p>
        </p:txBody>
      </p:sp>
      <p:sp>
        <p:nvSpPr>
          <p:cNvPr id="14" name="TextBox 13"/>
          <p:cNvSpPr txBox="1"/>
          <p:nvPr/>
        </p:nvSpPr>
        <p:spPr>
          <a:xfrm>
            <a:off x="640080" y="3401568"/>
            <a:ext cx="2148840" cy="210312"/>
          </a:xfrm>
          <a:prstGeom prst="rect">
            <a:avLst/>
          </a:prstGeom>
          <a:noFill/>
        </p:spPr>
        <p:txBody>
          <a:bodyPr wrap="square" lIns="0" tIns="0" rIns="0" bIns="0" anchor="t">
            <a:spAutoFit/>
          </a:bodyPr>
          <a:lstStyle/>
          <a:p>
            <a:pPr algn="l"/>
            <a:r>
              <a:rPr sz="950" b="0" i="0">
                <a:solidFill>
                  <a:srgbClr val="BFC3C7"/>
                </a:solidFill>
                <a:latin typeface="Open Sans Medium"/>
              </a:rPr>
              <a:t>Average total score</a:t>
            </a:r>
          </a:p>
        </p:txBody>
      </p:sp>
      <p:sp>
        <p:nvSpPr>
          <p:cNvPr id="15" name="TextBox 14"/>
          <p:cNvSpPr txBox="1"/>
          <p:nvPr/>
        </p:nvSpPr>
        <p:spPr>
          <a:xfrm>
            <a:off x="640080" y="3776472"/>
            <a:ext cx="2194560" cy="1377300"/>
          </a:xfrm>
          <a:prstGeom prst="rect">
            <a:avLst/>
          </a:prstGeom>
          <a:noFill/>
        </p:spPr>
        <p:txBody>
          <a:bodyPr wrap="square" lIns="0" tIns="0" rIns="0" bIns="0" anchor="t">
            <a:spAutoFit/>
          </a:bodyPr>
          <a:lstStyle/>
          <a:p>
            <a:pPr marL="137160" indent="-137160" algn="l">
              <a:spcAft>
                <a:spcPts val="500"/>
              </a:spcAft>
              <a:buFont typeface="Arial"/>
              <a:buChar char="•"/>
            </a:pPr>
            <a:r>
              <a:rPr lang="en-US" sz="1100" b="0" i="0">
                <a:solidFill>
                  <a:srgbClr val="FFFFFF"/>
                </a:solidFill>
                <a:latin typeface="Open Sans Medium"/>
              </a:rPr>
              <a:t>10 evaluations across 7 offices, scores 39 to 95</a:t>
            </a:r>
          </a:p>
          <a:p>
            <a:pPr marL="137160" indent="-137160" algn="l">
              <a:spcAft>
                <a:spcPts val="500"/>
              </a:spcAft>
              <a:buFont typeface="Arial"/>
              <a:buChar char="•"/>
            </a:pPr>
            <a:r>
              <a:rPr lang="en-US" sz="1100" b="0" i="0">
                <a:solidFill>
                  <a:srgbClr val="FFFFFF"/>
                </a:solidFill>
                <a:latin typeface="Open Sans Medium"/>
              </a:rPr>
              <a:t>Lowest-scoring channel</a:t>
            </a:r>
          </a:p>
          <a:p>
            <a:pPr marL="137160" indent="-137160" algn="l">
              <a:spcAft>
                <a:spcPts val="500"/>
              </a:spcAft>
              <a:buFont typeface="Arial"/>
              <a:buChar char="•"/>
            </a:pPr>
            <a:r>
              <a:rPr lang="en-US" sz="1100" b="0" i="0">
                <a:solidFill>
                  <a:srgbClr val="FFFFFF"/>
                </a:solidFill>
                <a:latin typeface="Open Sans Medium"/>
              </a:rPr>
              <a:t>Service rating: 4 Excellent, 3 Very Good, 2 Good, 1 Fair</a:t>
            </a:r>
          </a:p>
          <a:p>
            <a:pPr marL="137160" indent="-137160" algn="l">
              <a:spcAft>
                <a:spcPts val="500"/>
              </a:spcAft>
              <a:buFont typeface="Arial"/>
              <a:buChar char="•"/>
            </a:pPr>
            <a:r>
              <a:rPr lang="en-US" sz="1100" b="0" i="0">
                <a:solidFill>
                  <a:srgbClr val="FFFFFF"/>
                </a:solidFill>
                <a:latin typeface="Open Sans Medium"/>
              </a:rPr>
              <a:t>Mercedes-Benz Places Pavilion evaluated 4 times: 78 to 95</a:t>
            </a:r>
          </a:p>
        </p:txBody>
      </p:sp>
      <p:sp>
        <p:nvSpPr>
          <p:cNvPr id="16" name="Pentagon 15"/>
          <p:cNvSpPr/>
          <p:nvPr/>
        </p:nvSpPr>
        <p:spPr>
          <a:xfrm>
            <a:off x="3127248" y="1664208"/>
            <a:ext cx="4347972" cy="393192"/>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64408" y="1780012"/>
            <a:ext cx="3799332" cy="161583"/>
          </a:xfrm>
          <a:prstGeom prst="rect">
            <a:avLst/>
          </a:prstGeom>
          <a:noFill/>
        </p:spPr>
        <p:txBody>
          <a:bodyPr wrap="square" lIns="0" tIns="0" rIns="0" bIns="0" anchor="ctr">
            <a:spAutoFit/>
          </a:bodyPr>
          <a:lstStyle/>
          <a:p>
            <a:pPr algn="l"/>
            <a:r>
              <a:rPr sz="1050" b="1" i="0">
                <a:solidFill>
                  <a:srgbClr val="0B0B0C"/>
                </a:solidFill>
                <a:latin typeface="Open Sans Medium"/>
              </a:rPr>
              <a:t>1  DURING VISIT</a:t>
            </a:r>
          </a:p>
        </p:txBody>
      </p:sp>
      <p:sp>
        <p:nvSpPr>
          <p:cNvPr id="18" name="Rounded Rectangle 17"/>
          <p:cNvSpPr/>
          <p:nvPr/>
        </p:nvSpPr>
        <p:spPr>
          <a:xfrm>
            <a:off x="3127248" y="2167128"/>
            <a:ext cx="2082546" cy="1219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64408" y="2221992"/>
            <a:ext cx="1076706" cy="274320"/>
          </a:xfrm>
          <a:prstGeom prst="rect">
            <a:avLst/>
          </a:prstGeom>
          <a:noFill/>
        </p:spPr>
        <p:txBody>
          <a:bodyPr wrap="square" lIns="0" tIns="0" rIns="0" bIns="0" anchor="ctr">
            <a:spAutoFit/>
          </a:bodyPr>
          <a:lstStyle/>
          <a:p>
            <a:pPr algn="l"/>
            <a:r>
              <a:rPr sz="1050" b="1" i="0">
                <a:solidFill>
                  <a:srgbClr val="0A0A0A"/>
                </a:solidFill>
                <a:latin typeface="Open Sans Medium"/>
              </a:rPr>
              <a:t>Location Visit</a:t>
            </a:r>
          </a:p>
        </p:txBody>
      </p:sp>
      <p:sp>
        <p:nvSpPr>
          <p:cNvPr id="20" name="Rounded Rectangle 19"/>
          <p:cNvSpPr/>
          <p:nvPr/>
        </p:nvSpPr>
        <p:spPr>
          <a:xfrm>
            <a:off x="4386833" y="224028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US" sz="1000" b="1" i="0">
                <a:solidFill>
                  <a:srgbClr val="FFFFFF"/>
                </a:solidFill>
                <a:latin typeface="Open Sans Medium"/>
              </a:rPr>
              <a:t>95</a:t>
            </a:r>
            <a:endParaRPr sz="1000" b="1" i="0">
              <a:solidFill>
                <a:srgbClr val="FFFFFF"/>
              </a:solidFill>
              <a:latin typeface="Open Sans Medium"/>
            </a:endParaRPr>
          </a:p>
        </p:txBody>
      </p:sp>
      <p:sp>
        <p:nvSpPr>
          <p:cNvPr id="21" name="TextBox 20"/>
          <p:cNvSpPr txBox="1"/>
          <p:nvPr/>
        </p:nvSpPr>
        <p:spPr>
          <a:xfrm>
            <a:off x="3264408" y="2532888"/>
            <a:ext cx="1808226"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US" sz="850" b="0" i="0">
                <a:solidFill>
                  <a:srgbClr val="55595C"/>
                </a:solidFill>
                <a:latin typeface="Open Sans Medium"/>
              </a:rPr>
              <a:t>=</a:t>
            </a:r>
            <a:r>
              <a:rPr sz="850" b="0" i="0">
                <a:solidFill>
                  <a:srgbClr val="55595C"/>
                </a:solidFill>
                <a:latin typeface="Open Sans Medium"/>
              </a:rPr>
              <a:t>10</a:t>
            </a:r>
          </a:p>
        </p:txBody>
      </p:sp>
      <p:sp>
        <p:nvSpPr>
          <p:cNvPr id="22" name="TextBox 21"/>
          <p:cNvSpPr txBox="1"/>
          <p:nvPr/>
        </p:nvSpPr>
        <p:spPr>
          <a:xfrm>
            <a:off x="3264408" y="2752344"/>
            <a:ext cx="1808226" cy="546303"/>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Easy to locate: </a:t>
            </a:r>
            <a:r>
              <a:rPr lang="en-IN" sz="1100" b="1" i="0">
                <a:solidFill>
                  <a:srgbClr val="0A0A0A"/>
                </a:solidFill>
                <a:latin typeface="Open Sans Medium"/>
              </a:rPr>
              <a:t>80%</a:t>
            </a:r>
          </a:p>
          <a:p>
            <a:pPr marL="137160" indent="-137160" algn="l">
              <a:spcAft>
                <a:spcPts val="300"/>
              </a:spcAft>
              <a:buFont typeface="Arial"/>
              <a:buChar char="•"/>
            </a:pPr>
            <a:r>
              <a:rPr sz="1100" b="0" i="0">
                <a:solidFill>
                  <a:srgbClr val="0A0A0A"/>
                </a:solidFill>
                <a:latin typeface="Open Sans Medium"/>
              </a:rPr>
              <a:t>Clean, safe, security present: </a:t>
            </a:r>
            <a:r>
              <a:rPr lang="en-IN" sz="1100" b="1" i="0">
                <a:solidFill>
                  <a:srgbClr val="0A0A0A"/>
                </a:solidFill>
                <a:latin typeface="Open Sans Medium"/>
              </a:rPr>
              <a:t>100%</a:t>
            </a:r>
          </a:p>
        </p:txBody>
      </p:sp>
      <p:sp>
        <p:nvSpPr>
          <p:cNvPr id="23" name="Rounded Rectangle 22"/>
          <p:cNvSpPr/>
          <p:nvPr/>
        </p:nvSpPr>
        <p:spPr>
          <a:xfrm>
            <a:off x="5301234" y="2167128"/>
            <a:ext cx="2082546" cy="1219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38394" y="2221992"/>
            <a:ext cx="1076706" cy="274320"/>
          </a:xfrm>
          <a:prstGeom prst="rect">
            <a:avLst/>
          </a:prstGeom>
          <a:noFill/>
        </p:spPr>
        <p:txBody>
          <a:bodyPr wrap="square" lIns="0" tIns="0" rIns="0" bIns="0" anchor="ctr">
            <a:spAutoFit/>
          </a:bodyPr>
          <a:lstStyle/>
          <a:p>
            <a:pPr algn="l"/>
            <a:r>
              <a:rPr sz="1050" b="1" i="0">
                <a:solidFill>
                  <a:srgbClr val="0A0A0A"/>
                </a:solidFill>
                <a:latin typeface="Open Sans Medium"/>
              </a:rPr>
              <a:t>Reception</a:t>
            </a:r>
          </a:p>
        </p:txBody>
      </p:sp>
      <p:sp>
        <p:nvSpPr>
          <p:cNvPr id="25" name="Rounded Rectangle 24"/>
          <p:cNvSpPr/>
          <p:nvPr/>
        </p:nvSpPr>
        <p:spPr>
          <a:xfrm>
            <a:off x="6560820" y="2240280"/>
            <a:ext cx="547200" cy="291600"/>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i="0">
                <a:solidFill>
                  <a:srgbClr val="FFFFFF"/>
                </a:solidFill>
                <a:latin typeface="Open Sans Medium"/>
              </a:rPr>
              <a:t>71</a:t>
            </a:r>
            <a:endParaRPr sz="1000" b="1" i="0">
              <a:solidFill>
                <a:srgbClr val="FFFFFF"/>
              </a:solidFill>
              <a:latin typeface="Open Sans Medium"/>
            </a:endParaRPr>
          </a:p>
        </p:txBody>
      </p:sp>
      <p:sp>
        <p:nvSpPr>
          <p:cNvPr id="26" name="TextBox 25"/>
          <p:cNvSpPr txBox="1"/>
          <p:nvPr/>
        </p:nvSpPr>
        <p:spPr>
          <a:xfrm>
            <a:off x="5438394" y="2532888"/>
            <a:ext cx="1808226"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US" sz="850" b="0" i="0">
                <a:solidFill>
                  <a:srgbClr val="55595C"/>
                </a:solidFill>
                <a:latin typeface="Open Sans Medium"/>
              </a:rPr>
              <a:t>=</a:t>
            </a:r>
            <a:r>
              <a:rPr sz="850" b="0" i="0">
                <a:solidFill>
                  <a:srgbClr val="55595C"/>
                </a:solidFill>
                <a:latin typeface="Open Sans Medium"/>
              </a:rPr>
              <a:t>10</a:t>
            </a:r>
          </a:p>
        </p:txBody>
      </p:sp>
      <p:sp>
        <p:nvSpPr>
          <p:cNvPr id="27" name="TextBox 26"/>
          <p:cNvSpPr txBox="1"/>
          <p:nvPr/>
        </p:nvSpPr>
        <p:spPr>
          <a:xfrm>
            <a:off x="5438394" y="2752344"/>
            <a:ext cx="2082546" cy="377026"/>
          </a:xfrm>
          <a:prstGeom prst="rect">
            <a:avLst/>
          </a:prstGeom>
          <a:noFill/>
        </p:spPr>
        <p:txBody>
          <a:bodyPr wrap="square" lIns="0" tIns="0" rIns="0" bIns="0" anchor="t">
            <a:spAutoFit/>
          </a:bodyPr>
          <a:lstStyle/>
          <a:p>
            <a:pPr marL="137160" indent="-137160" algn="l">
              <a:spcAft>
                <a:spcPts val="300"/>
              </a:spcAft>
              <a:buFont typeface="Arial"/>
              <a:buChar char="•"/>
            </a:pPr>
            <a:r>
              <a:rPr lang="en-IN" sz="1100" b="0" i="0">
                <a:solidFill>
                  <a:srgbClr val="0A0A0A"/>
                </a:solidFill>
                <a:latin typeface="Open Sans Medium"/>
              </a:rPr>
              <a:t>Enquiry</a:t>
            </a:r>
            <a:r>
              <a:rPr sz="1100" b="0" i="0">
                <a:solidFill>
                  <a:srgbClr val="0A0A0A"/>
                </a:solidFill>
                <a:latin typeface="Open Sans Medium"/>
              </a:rPr>
              <a:t> form completed: </a:t>
            </a:r>
            <a:r>
              <a:rPr lang="en-IN" sz="1100" b="1" i="0">
                <a:solidFill>
                  <a:srgbClr val="0A0A0A"/>
                </a:solidFill>
                <a:latin typeface="Open Sans Medium"/>
              </a:rPr>
              <a:t>30%</a:t>
            </a:r>
          </a:p>
          <a:p>
            <a:pPr marL="137160" indent="-137160" algn="l">
              <a:spcAft>
                <a:spcPts val="300"/>
              </a:spcAft>
              <a:buFont typeface="Arial"/>
              <a:buChar char="•"/>
            </a:pPr>
            <a:r>
              <a:rPr sz="1100" b="0" i="0">
                <a:solidFill>
                  <a:srgbClr val="0A0A0A"/>
                </a:solidFill>
                <a:latin typeface="Open Sans Medium"/>
              </a:rPr>
              <a:t>Warm welcome: </a:t>
            </a:r>
            <a:r>
              <a:rPr lang="en-IN" sz="1100" b="1" i="0">
                <a:solidFill>
                  <a:srgbClr val="0A0A0A"/>
                </a:solidFill>
                <a:latin typeface="Open Sans Medium"/>
              </a:rPr>
              <a:t>90%</a:t>
            </a:r>
          </a:p>
        </p:txBody>
      </p:sp>
      <p:sp>
        <p:nvSpPr>
          <p:cNvPr id="28" name="Rounded Rectangle 27"/>
          <p:cNvSpPr/>
          <p:nvPr/>
        </p:nvSpPr>
        <p:spPr>
          <a:xfrm>
            <a:off x="3127248" y="3477768"/>
            <a:ext cx="2082546" cy="1219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64408" y="3508210"/>
            <a:ext cx="1076706" cy="323165"/>
          </a:xfrm>
          <a:prstGeom prst="rect">
            <a:avLst/>
          </a:prstGeom>
          <a:noFill/>
        </p:spPr>
        <p:txBody>
          <a:bodyPr wrap="square" lIns="0" tIns="0" rIns="0" bIns="0" anchor="ctr">
            <a:spAutoFit/>
          </a:bodyPr>
          <a:lstStyle/>
          <a:p>
            <a:pPr algn="l"/>
            <a:r>
              <a:rPr lang="en-IN" sz="1050" b="1" i="0">
                <a:solidFill>
                  <a:srgbClr val="0A0A0A"/>
                </a:solidFill>
                <a:latin typeface="Open Sans Medium"/>
              </a:rPr>
              <a:t>Sales Executive: In Person</a:t>
            </a:r>
            <a:endParaRPr sz="1050" b="1" i="0">
              <a:solidFill>
                <a:srgbClr val="0A0A0A"/>
              </a:solidFill>
              <a:latin typeface="Open Sans Medium"/>
            </a:endParaRPr>
          </a:p>
        </p:txBody>
      </p:sp>
      <p:sp>
        <p:nvSpPr>
          <p:cNvPr id="30" name="Rounded Rectangle 29"/>
          <p:cNvSpPr/>
          <p:nvPr/>
        </p:nvSpPr>
        <p:spPr>
          <a:xfrm>
            <a:off x="4386833" y="3550920"/>
            <a:ext cx="547200" cy="291600"/>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US" sz="1000" b="1" i="0">
                <a:solidFill>
                  <a:srgbClr val="FFFFFF"/>
                </a:solidFill>
                <a:latin typeface="Open Sans Medium"/>
              </a:rPr>
              <a:t>77</a:t>
            </a:r>
            <a:endParaRPr sz="1000" b="1" i="0">
              <a:solidFill>
                <a:srgbClr val="FFFFFF"/>
              </a:solidFill>
              <a:latin typeface="Open Sans Medium"/>
            </a:endParaRPr>
          </a:p>
        </p:txBody>
      </p:sp>
      <p:sp>
        <p:nvSpPr>
          <p:cNvPr id="31" name="TextBox 30"/>
          <p:cNvSpPr txBox="1"/>
          <p:nvPr/>
        </p:nvSpPr>
        <p:spPr>
          <a:xfrm>
            <a:off x="3264408" y="3843528"/>
            <a:ext cx="1808226"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US" sz="850" b="0" i="0">
                <a:solidFill>
                  <a:srgbClr val="55595C"/>
                </a:solidFill>
                <a:latin typeface="Open Sans Medium"/>
              </a:rPr>
              <a:t>=</a:t>
            </a:r>
            <a:r>
              <a:rPr sz="850" b="0" i="0">
                <a:solidFill>
                  <a:srgbClr val="55595C"/>
                </a:solidFill>
                <a:latin typeface="Open Sans Medium"/>
              </a:rPr>
              <a:t>9</a:t>
            </a:r>
          </a:p>
        </p:txBody>
      </p:sp>
      <p:sp>
        <p:nvSpPr>
          <p:cNvPr id="32" name="TextBox 31"/>
          <p:cNvSpPr txBox="1"/>
          <p:nvPr/>
        </p:nvSpPr>
        <p:spPr>
          <a:xfrm>
            <a:off x="3264408" y="4062984"/>
            <a:ext cx="1808226" cy="338554"/>
          </a:xfrm>
          <a:prstGeom prst="rect">
            <a:avLst/>
          </a:prstGeom>
          <a:noFill/>
        </p:spPr>
        <p:txBody>
          <a:bodyPr wrap="square" lIns="0" tIns="0" rIns="0" bIns="0" anchor="t">
            <a:spAutoFit/>
          </a:bodyPr>
          <a:lstStyle/>
          <a:p>
            <a:pPr marL="137160" indent="-137160" algn="l">
              <a:spcAft>
                <a:spcPts val="300"/>
              </a:spcAft>
              <a:buFont typeface="Arial"/>
              <a:buChar char="•"/>
            </a:pPr>
            <a:r>
              <a:rPr lang="en-IN" sz="1100" b="0" i="0">
                <a:solidFill>
                  <a:srgbClr val="0A0A0A"/>
                </a:solidFill>
                <a:latin typeface="Open Sans Medium"/>
              </a:rPr>
              <a:t>Passback</a:t>
            </a:r>
            <a:r>
              <a:rPr sz="1100" b="0" i="0">
                <a:solidFill>
                  <a:srgbClr val="0A0A0A"/>
                </a:solidFill>
                <a:latin typeface="Open Sans Medium"/>
              </a:rPr>
              <a:t> affirmed: </a:t>
            </a:r>
            <a:r>
              <a:rPr lang="en-IN" sz="1100" b="1" i="0">
                <a:solidFill>
                  <a:srgbClr val="0A0A0A"/>
                </a:solidFill>
                <a:latin typeface="Open Sans Medium"/>
              </a:rPr>
              <a:t>33%</a:t>
            </a:r>
            <a:r>
              <a:rPr sz="1100" b="0" i="0">
                <a:solidFill>
                  <a:srgbClr val="0A0A0A"/>
                </a:solidFill>
                <a:latin typeface="Open Sans Medium"/>
              </a:rPr>
              <a:t> </a:t>
            </a:r>
            <a:br>
              <a:rPr lang="en-US" sz="1100" b="0" i="0">
                <a:solidFill>
                  <a:srgbClr val="0A0A0A"/>
                </a:solidFill>
                <a:latin typeface="Open Sans Medium"/>
              </a:rPr>
            </a:br>
            <a:r>
              <a:rPr sz="1100" b="0" i="0">
                <a:solidFill>
                  <a:srgbClr val="0A0A0A"/>
                </a:solidFill>
                <a:latin typeface="Open Sans Medium"/>
              </a:rPr>
              <a:t>(3 of 9)</a:t>
            </a:r>
          </a:p>
        </p:txBody>
      </p:sp>
      <p:sp>
        <p:nvSpPr>
          <p:cNvPr id="33" name="Rounded Rectangle 32"/>
          <p:cNvSpPr/>
          <p:nvPr/>
        </p:nvSpPr>
        <p:spPr>
          <a:xfrm>
            <a:off x="5301234" y="3477768"/>
            <a:ext cx="2082546" cy="1219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38394" y="3494069"/>
            <a:ext cx="1076706" cy="274320"/>
          </a:xfrm>
          <a:prstGeom prst="rect">
            <a:avLst/>
          </a:prstGeom>
          <a:noFill/>
        </p:spPr>
        <p:txBody>
          <a:bodyPr wrap="square" lIns="0" tIns="0" rIns="0" bIns="0" anchor="ctr">
            <a:spAutoFit/>
          </a:bodyPr>
          <a:lstStyle/>
          <a:p>
            <a:pPr algn="l"/>
            <a:r>
              <a:rPr sz="1050" b="1" i="0">
                <a:solidFill>
                  <a:srgbClr val="0A0A0A"/>
                </a:solidFill>
                <a:latin typeface="Open Sans Medium"/>
              </a:rPr>
              <a:t>Mock-up</a:t>
            </a:r>
          </a:p>
        </p:txBody>
      </p:sp>
      <p:sp>
        <p:nvSpPr>
          <p:cNvPr id="35" name="Rounded Rectangle 34"/>
          <p:cNvSpPr/>
          <p:nvPr/>
        </p:nvSpPr>
        <p:spPr>
          <a:xfrm>
            <a:off x="6560820" y="351278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000" b="1" i="0">
                <a:solidFill>
                  <a:srgbClr val="FFFFFF"/>
                </a:solidFill>
                <a:latin typeface="Open Sans Medium"/>
              </a:rPr>
              <a:t>100</a:t>
            </a:r>
          </a:p>
        </p:txBody>
      </p:sp>
      <p:sp>
        <p:nvSpPr>
          <p:cNvPr id="36" name="TextBox 35"/>
          <p:cNvSpPr txBox="1"/>
          <p:nvPr/>
        </p:nvSpPr>
        <p:spPr>
          <a:xfrm>
            <a:off x="5438394" y="3816270"/>
            <a:ext cx="1808226"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US" sz="850" b="0" i="0">
                <a:solidFill>
                  <a:srgbClr val="55595C"/>
                </a:solidFill>
                <a:latin typeface="Open Sans Medium"/>
              </a:rPr>
              <a:t>=</a:t>
            </a:r>
            <a:r>
              <a:rPr sz="850" b="0" i="0">
                <a:solidFill>
                  <a:srgbClr val="55595C"/>
                </a:solidFill>
                <a:latin typeface="Open Sans Medium"/>
              </a:rPr>
              <a:t>3</a:t>
            </a:r>
          </a:p>
        </p:txBody>
      </p:sp>
      <p:sp>
        <p:nvSpPr>
          <p:cNvPr id="37" name="TextBox 36"/>
          <p:cNvSpPr txBox="1"/>
          <p:nvPr/>
        </p:nvSpPr>
        <p:spPr>
          <a:xfrm>
            <a:off x="5438394" y="3987332"/>
            <a:ext cx="1898226" cy="677108"/>
          </a:xfrm>
          <a:prstGeom prst="rect">
            <a:avLst/>
          </a:prstGeom>
          <a:noFill/>
        </p:spPr>
        <p:txBody>
          <a:bodyPr wrap="square" lIns="0" tIns="0" rIns="0" bIns="0" anchor="t">
            <a:spAutoFit/>
          </a:bodyPr>
          <a:lstStyle/>
          <a:p>
            <a:pPr marL="137160" indent="-137160" algn="l">
              <a:buFont typeface="Arial"/>
              <a:buChar char="•"/>
            </a:pPr>
            <a:r>
              <a:rPr sz="1100" b="0" i="0">
                <a:solidFill>
                  <a:srgbClr val="0A0A0A"/>
                </a:solidFill>
                <a:latin typeface="Open Sans Medium"/>
              </a:rPr>
              <a:t>Shown in only </a:t>
            </a:r>
            <a:r>
              <a:rPr lang="en-IN" sz="1100" b="1" i="0">
                <a:solidFill>
                  <a:srgbClr val="0A0A0A"/>
                </a:solidFill>
                <a:latin typeface="Open Sans Medium"/>
              </a:rPr>
              <a:t>30%</a:t>
            </a:r>
            <a:r>
              <a:rPr sz="1100" b="0" i="0">
                <a:solidFill>
                  <a:srgbClr val="0A0A0A"/>
                </a:solidFill>
                <a:latin typeface="Open Sans Medium"/>
              </a:rPr>
              <a:t> of visits</a:t>
            </a:r>
          </a:p>
          <a:p>
            <a:pPr marL="137160" indent="-137160" algn="l">
              <a:spcAft>
                <a:spcPts val="300"/>
              </a:spcAft>
              <a:buFont typeface="Arial"/>
              <a:buChar char="•"/>
            </a:pPr>
            <a:r>
              <a:rPr sz="1100" b="0" i="0">
                <a:solidFill>
                  <a:srgbClr val="0A0A0A"/>
                </a:solidFill>
                <a:latin typeface="Open Sans Medium"/>
              </a:rPr>
              <a:t>Quality: </a:t>
            </a:r>
            <a:r>
              <a:rPr lang="en-IN" sz="1100" b="1" i="0">
                <a:solidFill>
                  <a:srgbClr val="0A0A0A"/>
                </a:solidFill>
                <a:latin typeface="Open Sans Medium"/>
              </a:rPr>
              <a:t>100% </a:t>
            </a:r>
            <a:r>
              <a:rPr sz="1100" b="0" i="0">
                <a:solidFill>
                  <a:srgbClr val="0A0A0A"/>
                </a:solidFill>
                <a:latin typeface="Open Sans Medium"/>
              </a:rPr>
              <a:t>where shown</a:t>
            </a:r>
          </a:p>
        </p:txBody>
      </p:sp>
      <p:sp>
        <p:nvSpPr>
          <p:cNvPr id="38" name="Rounded Rectangle 37"/>
          <p:cNvSpPr/>
          <p:nvPr/>
        </p:nvSpPr>
        <p:spPr>
          <a:xfrm>
            <a:off x="3127248" y="4788408"/>
            <a:ext cx="2082546" cy="1219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64408" y="4843271"/>
            <a:ext cx="1076706" cy="274320"/>
          </a:xfrm>
          <a:prstGeom prst="rect">
            <a:avLst/>
          </a:prstGeom>
          <a:noFill/>
        </p:spPr>
        <p:txBody>
          <a:bodyPr wrap="square" lIns="0" tIns="0" rIns="0" bIns="0" anchor="ctr">
            <a:spAutoFit/>
          </a:bodyPr>
          <a:lstStyle/>
          <a:p>
            <a:pPr algn="l"/>
            <a:r>
              <a:rPr sz="1050" b="1" i="0">
                <a:solidFill>
                  <a:srgbClr val="0A0A0A"/>
                </a:solidFill>
                <a:latin typeface="Open Sans Medium"/>
              </a:rPr>
              <a:t>Objection Handling</a:t>
            </a:r>
          </a:p>
        </p:txBody>
      </p:sp>
      <p:sp>
        <p:nvSpPr>
          <p:cNvPr id="40" name="Rounded Rectangle 39"/>
          <p:cNvSpPr/>
          <p:nvPr/>
        </p:nvSpPr>
        <p:spPr>
          <a:xfrm>
            <a:off x="4386833" y="4861560"/>
            <a:ext cx="547200" cy="291600"/>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a:solidFill>
                  <a:srgbClr val="FFFFFF"/>
                </a:solidFill>
                <a:latin typeface="Open Sans Medium"/>
              </a:rPr>
              <a:t>93</a:t>
            </a:r>
            <a:endParaRPr sz="1000" b="1" i="0">
              <a:solidFill>
                <a:srgbClr val="FFFFFF"/>
              </a:solidFill>
              <a:latin typeface="Open Sans Medium"/>
            </a:endParaRPr>
          </a:p>
        </p:txBody>
      </p:sp>
      <p:sp>
        <p:nvSpPr>
          <p:cNvPr id="41" name="TextBox 40"/>
          <p:cNvSpPr txBox="1"/>
          <p:nvPr/>
        </p:nvSpPr>
        <p:spPr>
          <a:xfrm>
            <a:off x="3264408" y="5154168"/>
            <a:ext cx="1808226"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US" sz="850" b="0" i="0">
                <a:solidFill>
                  <a:srgbClr val="55595C"/>
                </a:solidFill>
                <a:latin typeface="Open Sans Medium"/>
              </a:rPr>
              <a:t>=</a:t>
            </a:r>
            <a:r>
              <a:rPr sz="850" b="0" i="0">
                <a:solidFill>
                  <a:srgbClr val="55595C"/>
                </a:solidFill>
                <a:latin typeface="Open Sans Medium"/>
              </a:rPr>
              <a:t>10</a:t>
            </a:r>
          </a:p>
        </p:txBody>
      </p:sp>
      <p:sp>
        <p:nvSpPr>
          <p:cNvPr id="42" name="TextBox 41"/>
          <p:cNvSpPr txBox="1"/>
          <p:nvPr/>
        </p:nvSpPr>
        <p:spPr>
          <a:xfrm>
            <a:off x="3264408" y="5373623"/>
            <a:ext cx="1945386" cy="338554"/>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Offer kept confidential: </a:t>
            </a:r>
            <a:r>
              <a:rPr lang="en-IN" sz="1100" b="1" i="0">
                <a:solidFill>
                  <a:srgbClr val="0A0A0A"/>
                </a:solidFill>
                <a:latin typeface="Open Sans Medium"/>
              </a:rPr>
              <a:t>33%</a:t>
            </a:r>
            <a:r>
              <a:rPr sz="1100" b="0" i="0">
                <a:solidFill>
                  <a:srgbClr val="0A0A0A"/>
                </a:solidFill>
                <a:latin typeface="Open Sans Medium"/>
              </a:rPr>
              <a:t> (3 of 9)</a:t>
            </a:r>
          </a:p>
        </p:txBody>
      </p:sp>
      <p:sp>
        <p:nvSpPr>
          <p:cNvPr id="43" name="Chevron 42"/>
          <p:cNvSpPr/>
          <p:nvPr/>
        </p:nvSpPr>
        <p:spPr>
          <a:xfrm>
            <a:off x="7383780" y="1664208"/>
            <a:ext cx="4439412" cy="393192"/>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67828" y="1780012"/>
            <a:ext cx="3890772"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a:t>
            </a:r>
          </a:p>
        </p:txBody>
      </p:sp>
      <p:sp>
        <p:nvSpPr>
          <p:cNvPr id="45" name="Rounded Rectangle 44"/>
          <p:cNvSpPr/>
          <p:nvPr/>
        </p:nvSpPr>
        <p:spPr>
          <a:xfrm>
            <a:off x="7475220" y="2167128"/>
            <a:ext cx="4256532"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12380" y="2221992"/>
            <a:ext cx="3250692" cy="274320"/>
          </a:xfrm>
          <a:prstGeom prst="rect">
            <a:avLst/>
          </a:prstGeom>
          <a:noFill/>
        </p:spPr>
        <p:txBody>
          <a:bodyPr wrap="square" lIns="0" tIns="0" rIns="0" bIns="0" anchor="ctr">
            <a:spAutoFit/>
          </a:bodyPr>
          <a:lstStyle/>
          <a:p>
            <a:pPr algn="l"/>
            <a:r>
              <a:rPr sz="1050" b="1" i="0">
                <a:solidFill>
                  <a:srgbClr val="0A0A0A"/>
                </a:solidFill>
                <a:latin typeface="Open Sans Medium"/>
              </a:rPr>
              <a:t>Follow-Up</a:t>
            </a:r>
          </a:p>
        </p:txBody>
      </p:sp>
      <p:sp>
        <p:nvSpPr>
          <p:cNvPr id="47" name="Rounded Rectangle 46"/>
          <p:cNvSpPr/>
          <p:nvPr/>
        </p:nvSpPr>
        <p:spPr>
          <a:xfrm>
            <a:off x="10908792" y="224028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i="0">
                <a:solidFill>
                  <a:srgbClr val="FFFFFF"/>
                </a:solidFill>
                <a:latin typeface="Open Sans Medium"/>
              </a:rPr>
              <a:t>96</a:t>
            </a:r>
            <a:endParaRPr sz="1000" b="1" i="0">
              <a:solidFill>
                <a:srgbClr val="FFFFFF"/>
              </a:solidFill>
              <a:latin typeface="Open Sans Medium"/>
            </a:endParaRPr>
          </a:p>
        </p:txBody>
      </p:sp>
      <p:sp>
        <p:nvSpPr>
          <p:cNvPr id="48" name="TextBox 47"/>
          <p:cNvSpPr txBox="1"/>
          <p:nvPr/>
        </p:nvSpPr>
        <p:spPr>
          <a:xfrm>
            <a:off x="7612380" y="253288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US" sz="850" b="0" i="0">
                <a:solidFill>
                  <a:srgbClr val="55595C"/>
                </a:solidFill>
                <a:latin typeface="Open Sans Medium"/>
              </a:rPr>
              <a:t>=</a:t>
            </a:r>
            <a:r>
              <a:rPr sz="850" b="0" i="0">
                <a:solidFill>
                  <a:srgbClr val="55595C"/>
                </a:solidFill>
                <a:latin typeface="Open Sans Medium"/>
              </a:rPr>
              <a:t>6</a:t>
            </a:r>
          </a:p>
        </p:txBody>
      </p:sp>
      <p:sp>
        <p:nvSpPr>
          <p:cNvPr id="49" name="TextBox 48"/>
          <p:cNvSpPr txBox="1"/>
          <p:nvPr/>
        </p:nvSpPr>
        <p:spPr>
          <a:xfrm>
            <a:off x="7612380" y="2752344"/>
            <a:ext cx="3982212" cy="584775"/>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Contact within 48 hours: </a:t>
            </a:r>
            <a:r>
              <a:rPr lang="en-IN" sz="1100" b="1" i="0">
                <a:solidFill>
                  <a:srgbClr val="0A0A0A"/>
                </a:solidFill>
                <a:latin typeface="Open Sans Medium"/>
              </a:rPr>
              <a:t>60%</a:t>
            </a:r>
            <a:r>
              <a:rPr sz="1100" b="0" i="0">
                <a:solidFill>
                  <a:srgbClr val="0A0A0A"/>
                </a:solidFill>
                <a:latin typeface="Open Sans Medium"/>
              </a:rPr>
              <a:t> (6 of 10)</a:t>
            </a:r>
          </a:p>
          <a:p>
            <a:pPr marL="137160" indent="-137160" algn="l">
              <a:spcAft>
                <a:spcPts val="300"/>
              </a:spcAft>
              <a:buFont typeface="Arial"/>
              <a:buChar char="•"/>
            </a:pPr>
            <a:r>
              <a:rPr sz="1100" b="0" i="0">
                <a:solidFill>
                  <a:srgbClr val="0A0A0A"/>
                </a:solidFill>
                <a:latin typeface="Open Sans Medium"/>
              </a:rPr>
              <a:t>Same executive followed up: </a:t>
            </a:r>
            <a:r>
              <a:rPr lang="en-IN" sz="1100" b="1" i="0">
                <a:solidFill>
                  <a:srgbClr val="0A0A0A"/>
                </a:solidFill>
                <a:latin typeface="Open Sans Medium"/>
              </a:rPr>
              <a:t>83%</a:t>
            </a:r>
          </a:p>
          <a:p>
            <a:pPr marL="137160" indent="-137160" algn="l">
              <a:spcAft>
                <a:spcPts val="300"/>
              </a:spcAft>
              <a:buFont typeface="Arial"/>
              <a:buChar char="•"/>
            </a:pPr>
            <a:r>
              <a:rPr sz="1100" b="0" i="0">
                <a:solidFill>
                  <a:srgbClr val="0A0A0A"/>
                </a:solidFill>
                <a:latin typeface="Open Sans Medium"/>
              </a:rPr>
              <a:t>Number matched the visiting card: </a:t>
            </a:r>
            <a:r>
              <a:rPr lang="en-IN" sz="1100" b="1" i="0">
                <a:solidFill>
                  <a:srgbClr val="0A0A0A"/>
                </a:solidFill>
                <a:latin typeface="Open Sans Medium"/>
              </a:rPr>
              <a:t>83%</a:t>
            </a:r>
          </a:p>
        </p:txBody>
      </p:sp>
      <p:sp>
        <p:nvSpPr>
          <p:cNvPr id="50" name="Rounded Rectangle 49"/>
          <p:cNvSpPr/>
          <p:nvPr/>
        </p:nvSpPr>
        <p:spPr>
          <a:xfrm>
            <a:off x="7475220" y="4133088"/>
            <a:ext cx="4256532"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12380" y="4187952"/>
            <a:ext cx="3250692" cy="274320"/>
          </a:xfrm>
          <a:prstGeom prst="rect">
            <a:avLst/>
          </a:prstGeom>
          <a:noFill/>
        </p:spPr>
        <p:txBody>
          <a:bodyPr wrap="square" lIns="0" tIns="0" rIns="0" bIns="0" anchor="ctr">
            <a:spAutoFit/>
          </a:bodyPr>
          <a:lstStyle/>
          <a:p>
            <a:pPr algn="l"/>
            <a:r>
              <a:rPr sz="1050" b="1" i="0">
                <a:solidFill>
                  <a:srgbClr val="0A0A0A"/>
                </a:solidFill>
                <a:latin typeface="Open Sans Medium"/>
              </a:rPr>
              <a:t>Data Leakage Indicators</a:t>
            </a:r>
          </a:p>
        </p:txBody>
      </p:sp>
      <p:sp>
        <p:nvSpPr>
          <p:cNvPr id="52" name="Rounded Rectangle 51"/>
          <p:cNvSpPr/>
          <p:nvPr/>
        </p:nvSpPr>
        <p:spPr>
          <a:xfrm>
            <a:off x="10908792" y="420624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000" b="1" i="0">
                <a:solidFill>
                  <a:srgbClr val="FFFFFF"/>
                </a:solidFill>
                <a:latin typeface="Open Sans Medium"/>
              </a:rPr>
              <a:t>100</a:t>
            </a:r>
          </a:p>
        </p:txBody>
      </p:sp>
      <p:sp>
        <p:nvSpPr>
          <p:cNvPr id="53" name="TextBox 52"/>
          <p:cNvSpPr txBox="1"/>
          <p:nvPr/>
        </p:nvSpPr>
        <p:spPr>
          <a:xfrm>
            <a:off x="7612380" y="4498848"/>
            <a:ext cx="3982212" cy="130805"/>
          </a:xfrm>
          <a:prstGeom prst="rect">
            <a:avLst/>
          </a:prstGeom>
          <a:noFill/>
        </p:spPr>
        <p:txBody>
          <a:bodyPr wrap="square" lIns="0" tIns="0" rIns="0" bIns="0" anchor="t">
            <a:spAutoFit/>
          </a:bodyPr>
          <a:lstStyle/>
          <a:p>
            <a:pPr algn="l"/>
            <a:r>
              <a:rPr sz="850" b="0" i="0">
                <a:solidFill>
                  <a:srgbClr val="55595C"/>
                </a:solidFill>
                <a:latin typeface="Open Sans Medium"/>
              </a:rPr>
              <a:t>No third-party call</a:t>
            </a:r>
            <a:r>
              <a:rPr lang="en-US" sz="850" b="0" i="0">
                <a:solidFill>
                  <a:srgbClr val="55595C"/>
                </a:solidFill>
                <a:latin typeface="Open Sans Medium"/>
              </a:rPr>
              <a:t>s received</a:t>
            </a:r>
            <a:r>
              <a:rPr sz="850" b="0" i="0">
                <a:solidFill>
                  <a:srgbClr val="55595C"/>
                </a:solidFill>
                <a:latin typeface="Open Sans Medium"/>
              </a:rPr>
              <a:t>: 10 of 10</a:t>
            </a:r>
          </a:p>
        </p:txBody>
      </p:sp>
      <p:sp>
        <p:nvSpPr>
          <p:cNvPr id="54" name="TextBox 53"/>
          <p:cNvSpPr txBox="1"/>
          <p:nvPr/>
        </p:nvSpPr>
        <p:spPr>
          <a:xfrm>
            <a:off x="7612380" y="4718304"/>
            <a:ext cx="3982212" cy="546303"/>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No office visitor reported a third-party call in the survey</a:t>
            </a:r>
          </a:p>
          <a:p>
            <a:pPr marL="137160" indent="-137160" algn="l">
              <a:spcAft>
                <a:spcPts val="300"/>
              </a:spcAft>
              <a:buFont typeface="Arial"/>
              <a:buChar char="•"/>
            </a:pPr>
            <a:r>
              <a:rPr lang="en-US" sz="1100" b="0" i="0">
                <a:solidFill>
                  <a:srgbClr val="0A0A0A"/>
                </a:solidFill>
                <a:latin typeface="Open Sans Medium"/>
              </a:rPr>
              <a:t>One office lead (V.14893) was re-contacted by a newly assigned agent six weeks later</a:t>
            </a:r>
          </a:p>
        </p:txBody>
      </p:sp>
      <p:sp>
        <p:nvSpPr>
          <p:cNvPr id="55" name="TextBox 24">
            <a:extLst>
              <a:ext uri="{FF2B5EF4-FFF2-40B4-BE49-F238E27FC236}">
                <a16:creationId xmlns:a16="http://schemas.microsoft.com/office/drawing/2014/main" id="{0095F768-59F5-9202-5EC9-91892DBF858D}"/>
              </a:ext>
            </a:extLst>
          </p:cNvPr>
          <p:cNvSpPr txBox="1"/>
          <p:nvPr/>
        </p:nvSpPr>
        <p:spPr>
          <a:xfrm>
            <a:off x="5301232" y="4770991"/>
            <a:ext cx="2082547"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B0B0C"/>
                </a:solidFill>
              </a:rPr>
              <a:t>*100% (3 of 3) Small sample, indicative only</a:t>
            </a:r>
          </a:p>
        </p:txBody>
      </p:sp>
      <p:sp>
        <p:nvSpPr>
          <p:cNvPr id="5" name="TextBox 4">
            <a:extLst>
              <a:ext uri="{FF2B5EF4-FFF2-40B4-BE49-F238E27FC236}">
                <a16:creationId xmlns:a16="http://schemas.microsoft.com/office/drawing/2014/main" id="{E51A05EA-7085-7FD1-6881-9D1295646899}"/>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OFFICE VISIT</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15</a:t>
            </a:fld>
            <a:endParaRPr lang="en-IN" sz="1000" b="0" spc="0">
              <a:solidFill>
                <a:srgbClr val="AAB7C4"/>
              </a:solidFill>
              <a:latin typeface="Open Sans Medium"/>
            </a:endParaRPr>
          </a:p>
        </p:txBody>
      </p:sp>
      <p:sp>
        <p:nvSpPr>
          <p:cNvPr id="7" name="Rounded Rectangle 6"/>
          <p:cNvSpPr/>
          <p:nvPr/>
        </p:nvSpPr>
        <p:spPr>
          <a:xfrm>
            <a:off x="457200" y="777240"/>
            <a:ext cx="11274552" cy="512064"/>
          </a:xfrm>
          <a:prstGeom prst="roundRect">
            <a:avLst>
              <a:gd name="adj" fmla="val 6000"/>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2450" y="852453"/>
            <a:ext cx="10962515" cy="361637"/>
          </a:xfrm>
          <a:prstGeom prst="rect">
            <a:avLst/>
          </a:prstGeom>
          <a:noFill/>
        </p:spPr>
        <p:txBody>
          <a:bodyPr wrap="square" lIns="0" tIns="0" rIns="0" bIns="0" anchor="ctr">
            <a:spAutoFit/>
          </a:bodyPr>
          <a:lstStyle/>
          <a:p>
            <a:pPr algn="l"/>
            <a:r>
              <a:rPr sz="1200" b="1" i="0">
                <a:solidFill>
                  <a:srgbClr val="0B0B0C"/>
                </a:solidFill>
                <a:latin typeface="Open Sans Medium"/>
              </a:rPr>
              <a:t>KEY TAKEAWAY   </a:t>
            </a:r>
            <a:r>
              <a:rPr lang="en-IN" sz="1150" b="0" i="0">
                <a:solidFill>
                  <a:srgbClr val="0B0B0C"/>
                </a:solidFill>
                <a:latin typeface="Open Sans Medium"/>
              </a:rPr>
              <a:t>Offices were </a:t>
            </a:r>
            <a:r>
              <a:rPr sz="1150" b="0" i="0">
                <a:solidFill>
                  <a:srgbClr val="0B0B0C"/>
                </a:solidFill>
                <a:latin typeface="Open Sans Medium"/>
              </a:rPr>
              <a:t>clean and welcoming</a:t>
            </a:r>
            <a:r>
              <a:rPr lang="en-US" sz="1150" b="0" i="0">
                <a:solidFill>
                  <a:srgbClr val="0B0B0C"/>
                </a:solidFill>
                <a:latin typeface="Open Sans Medium"/>
              </a:rPr>
              <a:t>, but enquiry capture was inconsistent</a:t>
            </a:r>
            <a:r>
              <a:rPr sz="1150" b="0" i="0">
                <a:solidFill>
                  <a:srgbClr val="0B0B0C"/>
                </a:solidFill>
                <a:latin typeface="Open Sans Medium"/>
              </a:rPr>
              <a:t>. </a:t>
            </a:r>
            <a:r>
              <a:rPr lang="en-US" sz="1150" b="0" i="0">
                <a:solidFill>
                  <a:srgbClr val="0B0B0C"/>
                </a:solidFill>
                <a:latin typeface="Open Sans Medium"/>
              </a:rPr>
              <a:t>Some visitors struggled to find the location</a:t>
            </a:r>
            <a:r>
              <a:rPr sz="1150" b="0" i="0">
                <a:solidFill>
                  <a:srgbClr val="0B0B0C"/>
                </a:solidFill>
                <a:latin typeface="Open Sans Medium"/>
              </a:rPr>
              <a:t>, </a:t>
            </a:r>
            <a:r>
              <a:rPr lang="en-US" sz="1150" b="0" i="0">
                <a:solidFill>
                  <a:srgbClr val="0B0B0C"/>
                </a:solidFill>
                <a:latin typeface="Open Sans Medium"/>
              </a:rPr>
              <a:t>missed promised follow-up or felt pressured to book</a:t>
            </a:r>
            <a:r>
              <a:rPr sz="1150" b="0" i="0">
                <a:solidFill>
                  <a:srgbClr val="0B0B0C"/>
                </a:solidFill>
                <a:latin typeface="Open Sans Medium"/>
              </a:rPr>
              <a:t>.</a:t>
            </a:r>
          </a:p>
        </p:txBody>
      </p:sp>
      <p:sp>
        <p:nvSpPr>
          <p:cNvPr id="9" name="TextBox 8"/>
          <p:cNvSpPr txBox="1"/>
          <p:nvPr/>
        </p:nvSpPr>
        <p:spPr>
          <a:xfrm>
            <a:off x="457200" y="1455400"/>
            <a:ext cx="4983480" cy="161583"/>
          </a:xfrm>
          <a:prstGeom prst="rect">
            <a:avLst/>
          </a:prstGeom>
          <a:noFill/>
        </p:spPr>
        <p:txBody>
          <a:bodyPr wrap="square" lIns="0" tIns="0" rIns="0" bIns="0" anchor="ctr">
            <a:spAutoFit/>
          </a:bodyPr>
          <a:lstStyle/>
          <a:p>
            <a:pPr algn="l"/>
            <a:r>
              <a:rPr sz="1050" b="1" i="0">
                <a:solidFill>
                  <a:srgbClr val="0B0B0C"/>
                </a:solidFill>
                <a:latin typeface="Open Sans Medium"/>
              </a:rPr>
              <a:t>LOCATION VISIT</a:t>
            </a:r>
          </a:p>
        </p:txBody>
      </p:sp>
      <p:graphicFrame>
        <p:nvGraphicFramePr>
          <p:cNvPr id="11" name="Chart 10" descr="Chart"/>
          <p:cNvGraphicFramePr>
            <a:graphicFrameLocks noGrp="1"/>
          </p:cNvGraphicFramePr>
          <p:nvPr>
            <p:extLst>
              <p:ext uri="{D42A27DB-BD31-4B8C-83A1-F6EECF244321}">
                <p14:modId xmlns:p14="http://schemas.microsoft.com/office/powerpoint/2010/main" val="3575779615"/>
              </p:ext>
            </p:extLst>
          </p:nvPr>
        </p:nvGraphicFramePr>
        <p:xfrm>
          <a:off x="457200" y="1655064"/>
          <a:ext cx="5989320" cy="1545336"/>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457200" y="3302488"/>
            <a:ext cx="4983480" cy="161583"/>
          </a:xfrm>
          <a:prstGeom prst="rect">
            <a:avLst/>
          </a:prstGeom>
          <a:noFill/>
        </p:spPr>
        <p:txBody>
          <a:bodyPr wrap="square" lIns="0" tIns="0" rIns="0" bIns="0" anchor="ctr">
            <a:spAutoFit/>
          </a:bodyPr>
          <a:lstStyle/>
          <a:p>
            <a:pPr algn="l"/>
            <a:r>
              <a:rPr sz="1050" b="1" i="0">
                <a:solidFill>
                  <a:srgbClr val="0B0B0C"/>
                </a:solidFill>
                <a:latin typeface="Open Sans Medium"/>
              </a:rPr>
              <a:t>RECEPTION</a:t>
            </a:r>
          </a:p>
        </p:txBody>
      </p:sp>
      <p:graphicFrame>
        <p:nvGraphicFramePr>
          <p:cNvPr id="14" name="Chart 13" descr="Chart"/>
          <p:cNvGraphicFramePr>
            <a:graphicFrameLocks noGrp="1"/>
          </p:cNvGraphicFramePr>
          <p:nvPr>
            <p:extLst>
              <p:ext uri="{D42A27DB-BD31-4B8C-83A1-F6EECF244321}">
                <p14:modId xmlns:p14="http://schemas.microsoft.com/office/powerpoint/2010/main" val="1284903379"/>
              </p:ext>
            </p:extLst>
          </p:nvPr>
        </p:nvGraphicFramePr>
        <p:xfrm>
          <a:off x="457200" y="3502152"/>
          <a:ext cx="5989320" cy="1865376"/>
        </p:xfrm>
        <a:graphic>
          <a:graphicData uri="http://schemas.openxmlformats.org/drawingml/2006/chart">
            <c:chart xmlns:c="http://schemas.openxmlformats.org/drawingml/2006/chart" xmlns:r="http://schemas.openxmlformats.org/officeDocument/2006/relationships" r:id="rId3"/>
          </a:graphicData>
        </a:graphic>
      </p:graphicFrame>
      <p:sp>
        <p:nvSpPr>
          <p:cNvPr id="15" name="Rounded Rectangle 14"/>
          <p:cNvSpPr/>
          <p:nvPr/>
        </p:nvSpPr>
        <p:spPr>
          <a:xfrm>
            <a:off x="6537960" y="1417320"/>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720840" y="159105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20840" y="1874519"/>
            <a:ext cx="4828031" cy="1281376"/>
          </a:xfrm>
          <a:prstGeom prst="rect">
            <a:avLst/>
          </a:prstGeom>
          <a:noFill/>
        </p:spPr>
        <p:txBody>
          <a:bodyPr wrap="square" lIns="0" tIns="0" rIns="0" bIns="0" anchor="t">
            <a:spAutoFit/>
          </a:bodyPr>
          <a:lstStyle/>
          <a:p>
            <a:pPr marL="137160" indent="-137160">
              <a:lnSpc>
                <a:spcPct val="120000"/>
              </a:lnSpc>
              <a:spcAft>
                <a:spcPts val="300"/>
              </a:spcAft>
              <a:buFont typeface="Arial"/>
              <a:buChar char="•"/>
            </a:pPr>
            <a:r>
              <a:rPr lang="en-US" sz="1100">
                <a:solidFill>
                  <a:srgbClr val="0A0A0A"/>
                </a:solidFill>
              </a:rPr>
              <a:t>Sales Executive: In Persons were frequently described as friendly, polite, approachable, attentive and professional</a:t>
            </a:r>
          </a:p>
          <a:p>
            <a:pPr marL="137160" indent="-137160">
              <a:lnSpc>
                <a:spcPct val="120000"/>
              </a:lnSpc>
              <a:spcAft>
                <a:spcPts val="300"/>
              </a:spcAft>
              <a:buFont typeface="Arial"/>
              <a:buChar char="•"/>
            </a:pPr>
            <a:r>
              <a:rPr lang="en-US" sz="1100">
                <a:solidFill>
                  <a:srgbClr val="0A0A0A"/>
                </a:solidFill>
              </a:rPr>
              <a:t>Executives clearly explained project features, amenities, layouts, handover dates, pricing and payment plans</a:t>
            </a:r>
          </a:p>
          <a:p>
            <a:pPr marL="137160" indent="-137160">
              <a:lnSpc>
                <a:spcPct val="120000"/>
              </a:lnSpc>
              <a:spcAft>
                <a:spcPts val="300"/>
              </a:spcAft>
              <a:buFont typeface="Arial"/>
              <a:buChar char="•"/>
            </a:pPr>
            <a:r>
              <a:rPr lang="en-US" sz="1100">
                <a:solidFill>
                  <a:srgbClr val="0A0A0A"/>
                </a:solidFill>
              </a:rPr>
              <a:t>Several visits felt smooth, organized and welcoming, with refreshments and patient discussions provided</a:t>
            </a:r>
            <a:endParaRPr sz="1100" b="0" i="0">
              <a:solidFill>
                <a:srgbClr val="0A0A0A"/>
              </a:solidFill>
              <a:latin typeface="Open Sans Medium"/>
            </a:endParaRPr>
          </a:p>
        </p:txBody>
      </p:sp>
      <p:sp>
        <p:nvSpPr>
          <p:cNvPr id="19" name="Rounded Rectangle 18"/>
          <p:cNvSpPr/>
          <p:nvPr/>
        </p:nvSpPr>
        <p:spPr>
          <a:xfrm>
            <a:off x="6537960" y="3419856"/>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720840" y="3593592"/>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20840" y="3877056"/>
            <a:ext cx="4828031" cy="836639"/>
          </a:xfrm>
          <a:prstGeom prst="rect">
            <a:avLst/>
          </a:prstGeom>
          <a:noFill/>
        </p:spPr>
        <p:txBody>
          <a:bodyPr wrap="square" lIns="0" tIns="0" rIns="0" bIns="0" anchor="t">
            <a:spAutoFit/>
          </a:bodyPr>
          <a:lstStyle/>
          <a:p>
            <a:pPr marL="137160" indent="-137160">
              <a:lnSpc>
                <a:spcPct val="120000"/>
              </a:lnSpc>
              <a:spcAft>
                <a:spcPts val="300"/>
              </a:spcAft>
              <a:buFont typeface="Arial"/>
              <a:buChar char="•"/>
            </a:pPr>
            <a:r>
              <a:rPr lang="en-US" sz="1100">
                <a:solidFill>
                  <a:srgbClr val="0A0A0A"/>
                </a:solidFill>
              </a:rPr>
              <a:t>A promised post-visit follow-up was not always received, despite detailed discussions during the visit</a:t>
            </a:r>
          </a:p>
          <a:p>
            <a:pPr marL="137160" indent="-137160">
              <a:lnSpc>
                <a:spcPct val="120000"/>
              </a:lnSpc>
              <a:spcAft>
                <a:spcPts val="300"/>
              </a:spcAft>
              <a:buFont typeface="Arial"/>
              <a:buChar char="•"/>
            </a:pPr>
            <a:r>
              <a:rPr lang="en-US" sz="1100">
                <a:solidFill>
                  <a:srgbClr val="0A0A0A"/>
                </a:solidFill>
              </a:rPr>
              <a:t>Some interactions became focused on upfront payment or immediate booking, making the approach feel pushy</a:t>
            </a:r>
            <a:endParaRPr sz="1100" b="0" i="0">
              <a:solidFill>
                <a:srgbClr val="0A0A0A"/>
              </a:solidFill>
              <a:latin typeface="Open Sans Medium"/>
            </a:endParaRPr>
          </a:p>
        </p:txBody>
      </p:sp>
      <p:sp>
        <p:nvSpPr>
          <p:cNvPr id="23" name="Rounded Rectangle 22"/>
          <p:cNvSpPr/>
          <p:nvPr/>
        </p:nvSpPr>
        <p:spPr>
          <a:xfrm>
            <a:off x="457200" y="5440680"/>
            <a:ext cx="11274552" cy="603504"/>
          </a:xfrm>
          <a:prstGeom prst="roundRect">
            <a:avLst>
              <a:gd name="adj" fmla="val 6000"/>
            </a:avLst>
          </a:prstGeom>
          <a:solidFill>
            <a:schemeClr val="bg1">
              <a:lumMod val="95000"/>
            </a:schemeClr>
          </a:solidFill>
          <a:ln w="127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5573155"/>
            <a:ext cx="10881360" cy="338554"/>
          </a:xfrm>
          <a:prstGeom prst="rect">
            <a:avLst/>
          </a:prstGeom>
          <a:noFill/>
        </p:spPr>
        <p:txBody>
          <a:bodyPr wrap="square" lIns="0" tIns="0" rIns="0" bIns="0" anchor="ctr">
            <a:spAutoFit/>
          </a:bodyPr>
          <a:lstStyle/>
          <a:p>
            <a:pPr algn="l"/>
            <a:r>
              <a:rPr sz="950" b="1" i="0">
                <a:solidFill>
                  <a:srgbClr val="0A0A0A"/>
                </a:solidFill>
                <a:latin typeface="Open Sans Medium"/>
              </a:rPr>
              <a:t>RECOMMENDATION   </a:t>
            </a:r>
            <a:r>
              <a:rPr lang="en-US" sz="1100" b="0" i="0">
                <a:solidFill>
                  <a:srgbClr val="0A0A0A"/>
                </a:solidFill>
                <a:latin typeface="Open Sans Medium"/>
              </a:rPr>
              <a:t>Record every enquiry at reception and assign a sales owner with an agreed follow-up time. Verify location directions and track missed commitments in CRM. Coach staff to discuss payment options without pressure.</a:t>
            </a:r>
          </a:p>
        </p:txBody>
      </p:sp>
      <p:sp>
        <p:nvSpPr>
          <p:cNvPr id="4" name="TextBox 3">
            <a:extLst>
              <a:ext uri="{FF2B5EF4-FFF2-40B4-BE49-F238E27FC236}">
                <a16:creationId xmlns:a16="http://schemas.microsoft.com/office/drawing/2014/main" id="{C32C7F87-2A97-91E6-F1F4-E080FEE42DBA}"/>
              </a:ext>
            </a:extLst>
          </p:cNvPr>
          <p:cNvSpPr txBox="1"/>
          <p:nvPr/>
        </p:nvSpPr>
        <p:spPr>
          <a:xfrm>
            <a:off x="6949440" y="1583416"/>
            <a:ext cx="4645152" cy="161583"/>
          </a:xfrm>
          <a:prstGeom prst="rect">
            <a:avLst/>
          </a:prstGeom>
          <a:noFill/>
        </p:spPr>
        <p:txBody>
          <a:bodyPr wrap="square" lIns="0" tIns="0" rIns="0" bIns="0" anchor="ctr">
            <a:spAutoFit/>
          </a:bodyPr>
          <a:lstStyle/>
          <a:p>
            <a:pPr algn="l"/>
            <a:r>
              <a:rPr lang="en-IN" sz="1050" b="1" i="0">
                <a:solidFill>
                  <a:srgbClr val="0A0A0A"/>
                </a:solidFill>
                <a:latin typeface="Open Sans Medium"/>
              </a:rPr>
              <a:t>AREAS THAT WENT WELL</a:t>
            </a:r>
          </a:p>
        </p:txBody>
      </p:sp>
      <p:sp>
        <p:nvSpPr>
          <p:cNvPr id="13" name="TextBox 12">
            <a:extLst>
              <a:ext uri="{FF2B5EF4-FFF2-40B4-BE49-F238E27FC236}">
                <a16:creationId xmlns:a16="http://schemas.microsoft.com/office/drawing/2014/main" id="{E99A8DBE-9E74-9F53-EC87-989865F4D142}"/>
              </a:ext>
            </a:extLst>
          </p:cNvPr>
          <p:cNvSpPr txBox="1"/>
          <p:nvPr/>
        </p:nvSpPr>
        <p:spPr>
          <a:xfrm>
            <a:off x="6949440" y="3585952"/>
            <a:ext cx="4645152" cy="161583"/>
          </a:xfrm>
          <a:prstGeom prst="rect">
            <a:avLst/>
          </a:prstGeom>
          <a:noFill/>
        </p:spPr>
        <p:txBody>
          <a:bodyPr wrap="square" lIns="0" tIns="0" rIns="0" bIns="0" anchor="ctr">
            <a:spAutoFit/>
          </a:bodyPr>
          <a:lstStyle/>
          <a:p>
            <a:pPr algn="l"/>
            <a:r>
              <a:rPr lang="en-US" sz="1050" b="1" i="0">
                <a:solidFill>
                  <a:srgbClr val="0A0A0A"/>
                </a:solidFill>
                <a:latin typeface="Open Sans Medium"/>
              </a:rPr>
              <a:t>AREAS THAT DID NOT GO WELL</a:t>
            </a:r>
          </a:p>
        </p:txBody>
      </p:sp>
      <p:sp>
        <p:nvSpPr>
          <p:cNvPr id="26" name="TextBox 24">
            <a:extLst>
              <a:ext uri="{FF2B5EF4-FFF2-40B4-BE49-F238E27FC236}">
                <a16:creationId xmlns:a16="http://schemas.microsoft.com/office/drawing/2014/main" id="{C9F0BF8B-CF5A-1AFC-1023-9F9CDF40BCE5}"/>
              </a:ext>
            </a:extLst>
          </p:cNvPr>
          <p:cNvSpPr txBox="1"/>
          <p:nvPr/>
        </p:nvSpPr>
        <p:spPr>
          <a:xfrm>
            <a:off x="6949061" y="6227530"/>
            <a:ext cx="4565904"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bg2">
                    <a:lumMod val="50000"/>
                  </a:schemeClr>
                </a:solidFill>
              </a:rPr>
              <a:t>*Insights generated from analysis of comments</a:t>
            </a:r>
          </a:p>
        </p:txBody>
      </p:sp>
      <p:sp>
        <p:nvSpPr>
          <p:cNvPr id="10" name="TextBox 9">
            <a:extLst>
              <a:ext uri="{FF2B5EF4-FFF2-40B4-BE49-F238E27FC236}">
                <a16:creationId xmlns:a16="http://schemas.microsoft.com/office/drawing/2014/main" id="{AEF058A4-C220-A42B-2869-E14E7EA4D748}"/>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1031"/>
            <a:ext cx="10698480" cy="475488"/>
          </a:xfrm>
        </p:spPr>
        <p:txBody>
          <a:bodyPr/>
          <a:lstStyle/>
          <a:p>
            <a:r>
              <a:rPr sz="3000" b="0">
                <a:solidFill>
                  <a:srgbClr val="000000"/>
                </a:solidFill>
                <a:latin typeface="Oswald Regular"/>
              </a:rPr>
              <a:t>OFFICE VISIT</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16</a:t>
            </a:fld>
            <a:endParaRPr lang="en-IN" sz="1000" b="0" spc="0">
              <a:solidFill>
                <a:srgbClr val="AAB7C4"/>
              </a:solidFill>
              <a:latin typeface="Open Sans Medium"/>
            </a:endParaRPr>
          </a:p>
        </p:txBody>
      </p:sp>
      <p:sp>
        <p:nvSpPr>
          <p:cNvPr id="7" name="Rounded Rectangle 6"/>
          <p:cNvSpPr/>
          <p:nvPr/>
        </p:nvSpPr>
        <p:spPr>
          <a:xfrm>
            <a:off x="457200" y="777240"/>
            <a:ext cx="11248149" cy="512064"/>
          </a:xfrm>
          <a:prstGeom prst="roundRect">
            <a:avLst>
              <a:gd name="adj" fmla="val 6000"/>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1500" y="852453"/>
            <a:ext cx="10943465" cy="361637"/>
          </a:xfrm>
          <a:prstGeom prst="rect">
            <a:avLst/>
          </a:prstGeom>
          <a:noFill/>
        </p:spPr>
        <p:txBody>
          <a:bodyPr wrap="square" lIns="0" tIns="0" rIns="0" bIns="0" anchor="ctr">
            <a:spAutoFit/>
          </a:bodyPr>
          <a:lstStyle/>
          <a:p>
            <a:pPr algn="l"/>
            <a:r>
              <a:rPr sz="1200" b="1" i="0">
                <a:solidFill>
                  <a:srgbClr val="0B0B0C"/>
                </a:solidFill>
                <a:latin typeface="Open Sans Medium"/>
              </a:rPr>
              <a:t>KEY TAKEAWAY   </a:t>
            </a:r>
            <a:r>
              <a:rPr lang="en-IN" sz="1150" b="0" i="0">
                <a:solidFill>
                  <a:srgbClr val="0B0B0C"/>
                </a:solidFill>
                <a:latin typeface="Open Sans Medium"/>
              </a:rPr>
              <a:t>Executives were professional </a:t>
            </a:r>
            <a:r>
              <a:rPr sz="1150" b="0" i="0">
                <a:solidFill>
                  <a:srgbClr val="0B0B0C"/>
                </a:solidFill>
                <a:latin typeface="Open Sans Medium"/>
              </a:rPr>
              <a:t>and </a:t>
            </a:r>
            <a:r>
              <a:rPr lang="en-IN" sz="1150" b="0" i="0">
                <a:solidFill>
                  <a:srgbClr val="0B0B0C"/>
                </a:solidFill>
                <a:latin typeface="Open Sans Medium"/>
              </a:rPr>
              <a:t>knowledgeable</a:t>
            </a:r>
            <a:r>
              <a:rPr sz="1150" b="0" i="0">
                <a:solidFill>
                  <a:srgbClr val="0B0B0C"/>
                </a:solidFill>
                <a:latin typeface="Open Sans Medium"/>
              </a:rPr>
              <a:t>, </a:t>
            </a:r>
            <a:r>
              <a:rPr lang="en-IN" sz="1150" b="0" i="0">
                <a:solidFill>
                  <a:srgbClr val="0B0B0C"/>
                </a:solidFill>
                <a:latin typeface="Open Sans Medium"/>
              </a:rPr>
              <a:t>but mock-up tours </a:t>
            </a:r>
            <a:r>
              <a:rPr sz="1150" b="0" i="0">
                <a:solidFill>
                  <a:srgbClr val="0B0B0C"/>
                </a:solidFill>
                <a:latin typeface="Open Sans Medium"/>
              </a:rPr>
              <a:t>and </a:t>
            </a:r>
            <a:r>
              <a:rPr lang="en-US" sz="1150" b="0" i="0">
                <a:solidFill>
                  <a:srgbClr val="0B0B0C"/>
                </a:solidFill>
                <a:latin typeface="Open Sans Medium"/>
              </a:rPr>
              <a:t>timely follow-up were inconsistent. Some visitors felt pressure to commit</a:t>
            </a:r>
            <a:r>
              <a:rPr sz="1150" b="0" i="0">
                <a:solidFill>
                  <a:srgbClr val="0B0B0C"/>
                </a:solidFill>
                <a:latin typeface="Open Sans Medium"/>
              </a:rPr>
              <a:t>.</a:t>
            </a:r>
          </a:p>
        </p:txBody>
      </p:sp>
      <p:sp>
        <p:nvSpPr>
          <p:cNvPr id="9" name="TextBox 8"/>
          <p:cNvSpPr txBox="1"/>
          <p:nvPr/>
        </p:nvSpPr>
        <p:spPr>
          <a:xfrm>
            <a:off x="486650" y="1450305"/>
            <a:ext cx="2073669" cy="161583"/>
          </a:xfrm>
          <a:prstGeom prst="rect">
            <a:avLst/>
          </a:prstGeom>
          <a:noFill/>
        </p:spPr>
        <p:txBody>
          <a:bodyPr wrap="square" lIns="0" tIns="0" rIns="0" bIns="0" anchor="ctr">
            <a:spAutoFit/>
          </a:bodyPr>
          <a:lstStyle/>
          <a:p>
            <a:pPr algn="l"/>
            <a:r>
              <a:rPr lang="en-IN" sz="1050" b="1" i="0">
                <a:solidFill>
                  <a:srgbClr val="0B0B0C"/>
                </a:solidFill>
                <a:latin typeface="Open Sans Medium"/>
              </a:rPr>
              <a:t>SALES EXECUTIVE: IN PERSON</a:t>
            </a:r>
          </a:p>
        </p:txBody>
      </p:sp>
      <p:graphicFrame>
        <p:nvGraphicFramePr>
          <p:cNvPr id="11" name="Chart 10" descr="Chart"/>
          <p:cNvGraphicFramePr>
            <a:graphicFrameLocks noGrp="1"/>
          </p:cNvGraphicFramePr>
          <p:nvPr>
            <p:extLst>
              <p:ext uri="{D42A27DB-BD31-4B8C-83A1-F6EECF244321}">
                <p14:modId xmlns:p14="http://schemas.microsoft.com/office/powerpoint/2010/main" val="1600275492"/>
              </p:ext>
            </p:extLst>
          </p:nvPr>
        </p:nvGraphicFramePr>
        <p:xfrm>
          <a:off x="457200" y="1680948"/>
          <a:ext cx="3389058" cy="3712464"/>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4100490" y="1445210"/>
            <a:ext cx="1737360" cy="161583"/>
          </a:xfrm>
          <a:prstGeom prst="rect">
            <a:avLst/>
          </a:prstGeom>
          <a:noFill/>
        </p:spPr>
        <p:txBody>
          <a:bodyPr wrap="square" lIns="0" tIns="0" rIns="0" bIns="0" anchor="ctr">
            <a:spAutoFit/>
          </a:bodyPr>
          <a:lstStyle/>
          <a:p>
            <a:pPr algn="l"/>
            <a:r>
              <a:rPr sz="1050" b="1" i="0">
                <a:solidFill>
                  <a:srgbClr val="0B0B0C"/>
                </a:solidFill>
                <a:latin typeface="Open Sans Medium"/>
              </a:rPr>
              <a:t>MOCK-UP</a:t>
            </a:r>
          </a:p>
        </p:txBody>
      </p:sp>
      <p:sp>
        <p:nvSpPr>
          <p:cNvPr id="18" name="TextBox 17"/>
          <p:cNvSpPr txBox="1"/>
          <p:nvPr/>
        </p:nvSpPr>
        <p:spPr>
          <a:xfrm>
            <a:off x="4100490" y="3549376"/>
            <a:ext cx="1737360" cy="161583"/>
          </a:xfrm>
          <a:prstGeom prst="rect">
            <a:avLst/>
          </a:prstGeom>
          <a:noFill/>
        </p:spPr>
        <p:txBody>
          <a:bodyPr wrap="square" lIns="0" tIns="0" rIns="0" bIns="0" anchor="ctr">
            <a:spAutoFit/>
          </a:bodyPr>
          <a:lstStyle/>
          <a:p>
            <a:pPr algn="l"/>
            <a:r>
              <a:rPr sz="1050" b="1" i="0">
                <a:solidFill>
                  <a:srgbClr val="0B0B0C"/>
                </a:solidFill>
                <a:latin typeface="Open Sans Medium"/>
              </a:rPr>
              <a:t>FOLLOW-UP</a:t>
            </a:r>
          </a:p>
        </p:txBody>
      </p:sp>
      <p:graphicFrame>
        <p:nvGraphicFramePr>
          <p:cNvPr id="20" name="Chart 19" descr="Chart"/>
          <p:cNvGraphicFramePr>
            <a:graphicFrameLocks noGrp="1"/>
          </p:cNvGraphicFramePr>
          <p:nvPr>
            <p:extLst>
              <p:ext uri="{D42A27DB-BD31-4B8C-83A1-F6EECF244321}">
                <p14:modId xmlns:p14="http://schemas.microsoft.com/office/powerpoint/2010/main" val="2345364111"/>
              </p:ext>
            </p:extLst>
          </p:nvPr>
        </p:nvGraphicFramePr>
        <p:xfrm>
          <a:off x="4039314" y="3769830"/>
          <a:ext cx="3074716" cy="1443296"/>
        </p:xfrm>
        <a:graphic>
          <a:graphicData uri="http://schemas.openxmlformats.org/drawingml/2006/chart">
            <c:chart xmlns:c="http://schemas.openxmlformats.org/drawingml/2006/chart" xmlns:r="http://schemas.openxmlformats.org/officeDocument/2006/relationships" r:id="rId4"/>
          </a:graphicData>
        </a:graphic>
      </p:graphicFrame>
      <p:sp>
        <p:nvSpPr>
          <p:cNvPr id="21" name="Rounded Rectangle 20"/>
          <p:cNvSpPr/>
          <p:nvPr/>
        </p:nvSpPr>
        <p:spPr>
          <a:xfrm>
            <a:off x="7261365" y="1484320"/>
            <a:ext cx="4443984" cy="19116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54420" y="1680948"/>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1511" y="1973555"/>
            <a:ext cx="4131027" cy="1281376"/>
          </a:xfrm>
          <a:prstGeom prst="rect">
            <a:avLst/>
          </a:prstGeom>
          <a:noFill/>
        </p:spPr>
        <p:txBody>
          <a:bodyPr wrap="square" lIns="0" tIns="0" rIns="0" bIns="0" anchor="t">
            <a:spAutoFit/>
          </a:bodyPr>
          <a:lstStyle/>
          <a:p>
            <a:pPr marL="137160" indent="-137160">
              <a:lnSpc>
                <a:spcPct val="120000"/>
              </a:lnSpc>
              <a:spcAft>
                <a:spcPts val="300"/>
              </a:spcAft>
              <a:buFont typeface="Arial"/>
              <a:buChar char="•"/>
            </a:pPr>
            <a:r>
              <a:rPr lang="en-US" sz="1100">
                <a:solidFill>
                  <a:srgbClr val="0A0A0A"/>
                </a:solidFill>
              </a:rPr>
              <a:t>Sales Executive: In Persons were frequently described as friendly, polite, approachable, attentive and professional</a:t>
            </a:r>
          </a:p>
          <a:p>
            <a:pPr marL="137160" indent="-137160">
              <a:lnSpc>
                <a:spcPct val="120000"/>
              </a:lnSpc>
              <a:spcAft>
                <a:spcPts val="300"/>
              </a:spcAft>
              <a:buFont typeface="Arial"/>
              <a:buChar char="•"/>
            </a:pPr>
            <a:r>
              <a:rPr lang="en-US" sz="1100">
                <a:solidFill>
                  <a:srgbClr val="0A0A0A"/>
                </a:solidFill>
              </a:rPr>
              <a:t>Executives clearly explained project features, amenities, layouts, handover dates, pricing and payment plans</a:t>
            </a:r>
          </a:p>
          <a:p>
            <a:pPr marL="137160" indent="-137160">
              <a:lnSpc>
                <a:spcPct val="120000"/>
              </a:lnSpc>
              <a:spcAft>
                <a:spcPts val="300"/>
              </a:spcAft>
              <a:buFont typeface="Arial"/>
              <a:buChar char="•"/>
            </a:pPr>
            <a:r>
              <a:rPr lang="en-US" sz="1100">
                <a:solidFill>
                  <a:srgbClr val="0A0A0A"/>
                </a:solidFill>
              </a:rPr>
              <a:t>Several visits felt smooth, organized and welcoming, with refreshments and patient discussions provided</a:t>
            </a:r>
          </a:p>
        </p:txBody>
      </p:sp>
      <p:sp>
        <p:nvSpPr>
          <p:cNvPr id="25" name="Rounded Rectangle 24"/>
          <p:cNvSpPr/>
          <p:nvPr/>
        </p:nvSpPr>
        <p:spPr>
          <a:xfrm>
            <a:off x="7261365" y="3485246"/>
            <a:ext cx="4443984" cy="1869541"/>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468560" y="3653163"/>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1511" y="3954247"/>
            <a:ext cx="4085307" cy="836639"/>
          </a:xfrm>
          <a:prstGeom prst="rect">
            <a:avLst/>
          </a:prstGeom>
          <a:noFill/>
        </p:spPr>
        <p:txBody>
          <a:bodyPr wrap="square" lIns="0" tIns="0" rIns="0" bIns="0" anchor="t">
            <a:spAutoFit/>
          </a:bodyPr>
          <a:lstStyle/>
          <a:p>
            <a:pPr marL="137160" indent="-137160">
              <a:lnSpc>
                <a:spcPct val="120000"/>
              </a:lnSpc>
              <a:spcAft>
                <a:spcPts val="300"/>
              </a:spcAft>
              <a:buFont typeface="Arial"/>
              <a:buChar char="•"/>
            </a:pPr>
            <a:r>
              <a:rPr lang="en-US" sz="1100">
                <a:solidFill>
                  <a:srgbClr val="0A0A0A"/>
                </a:solidFill>
              </a:rPr>
              <a:t>A promised post-visit follow-up was not always received, despite detailed discussions during the visit</a:t>
            </a:r>
          </a:p>
          <a:p>
            <a:pPr marL="137160" indent="-137160">
              <a:lnSpc>
                <a:spcPct val="120000"/>
              </a:lnSpc>
              <a:spcAft>
                <a:spcPts val="300"/>
              </a:spcAft>
              <a:buFont typeface="Arial"/>
              <a:buChar char="•"/>
            </a:pPr>
            <a:r>
              <a:rPr lang="en-US" sz="1100">
                <a:solidFill>
                  <a:srgbClr val="0A0A0A"/>
                </a:solidFill>
              </a:rPr>
              <a:t>Some interactions became focused on upfront payment or immediate booking, making the approach feel pushy</a:t>
            </a:r>
          </a:p>
        </p:txBody>
      </p:sp>
      <p:sp>
        <p:nvSpPr>
          <p:cNvPr id="29" name="Rounded Rectangle 28"/>
          <p:cNvSpPr/>
          <p:nvPr/>
        </p:nvSpPr>
        <p:spPr>
          <a:xfrm>
            <a:off x="457200" y="5440680"/>
            <a:ext cx="11248149" cy="603504"/>
          </a:xfrm>
          <a:prstGeom prst="roundRect">
            <a:avLst>
              <a:gd name="adj" fmla="val 6000"/>
            </a:avLst>
          </a:prstGeom>
          <a:solidFill>
            <a:schemeClr val="bg1">
              <a:lumMod val="95000"/>
            </a:schemeClr>
          </a:solidFill>
          <a:ln w="127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8368" y="5573155"/>
            <a:ext cx="10881360" cy="338554"/>
          </a:xfrm>
          <a:prstGeom prst="rect">
            <a:avLst/>
          </a:prstGeom>
          <a:noFill/>
        </p:spPr>
        <p:txBody>
          <a:bodyPr wrap="square" lIns="0" tIns="0" rIns="0" bIns="0" anchor="ctr">
            <a:spAutoFit/>
          </a:bodyPr>
          <a:lstStyle/>
          <a:p>
            <a:pPr algn="l"/>
            <a:r>
              <a:rPr sz="950" b="1" i="0">
                <a:solidFill>
                  <a:srgbClr val="0A0A0A"/>
                </a:solidFill>
                <a:latin typeface="Open Sans Medium"/>
              </a:rPr>
              <a:t>RECOMMENDATION   </a:t>
            </a:r>
            <a:r>
              <a:rPr lang="en-IN" sz="1100" b="0" i="0">
                <a:solidFill>
                  <a:srgbClr val="0A0A0A"/>
                </a:solidFill>
                <a:latin typeface="Open Sans Medium"/>
              </a:rPr>
              <a:t>Offer available </a:t>
            </a:r>
            <a:r>
              <a:rPr sz="1100" b="0" i="0">
                <a:solidFill>
                  <a:srgbClr val="0A0A0A"/>
                </a:solidFill>
                <a:latin typeface="Open Sans Medium"/>
              </a:rPr>
              <a:t>mock-up </a:t>
            </a:r>
            <a:r>
              <a:rPr lang="en-US" sz="1100" b="0" i="0">
                <a:solidFill>
                  <a:srgbClr val="0A0A0A"/>
                </a:solidFill>
                <a:latin typeface="Open Sans Medium"/>
              </a:rPr>
              <a:t>tours during consultations and record an agreed </a:t>
            </a:r>
            <a:r>
              <a:rPr sz="1100" b="0" i="0">
                <a:solidFill>
                  <a:srgbClr val="0A0A0A"/>
                </a:solidFill>
                <a:latin typeface="Open Sans Medium"/>
              </a:rPr>
              <a:t>follow-up task in CRM</a:t>
            </a:r>
            <a:r>
              <a:rPr lang="en-IN" sz="1100" b="0" i="0">
                <a:solidFill>
                  <a:srgbClr val="0A0A0A"/>
                </a:solidFill>
                <a:latin typeface="Open Sans Medium"/>
              </a:rPr>
              <a:t>. Use the assigned executive </a:t>
            </a:r>
            <a:r>
              <a:rPr sz="1100" b="0" i="0">
                <a:solidFill>
                  <a:srgbClr val="0A0A0A"/>
                </a:solidFill>
                <a:latin typeface="Open Sans Medium"/>
              </a:rPr>
              <a:t>and </a:t>
            </a:r>
            <a:r>
              <a:rPr lang="en-US" sz="1100" b="0" i="0">
                <a:solidFill>
                  <a:srgbClr val="0A0A0A"/>
                </a:solidFill>
                <a:latin typeface="Open Sans Medium"/>
              </a:rPr>
              <a:t>verified contact details. Reinforce clear broker-passback rules </a:t>
            </a:r>
            <a:r>
              <a:rPr sz="1100" b="0" i="0">
                <a:solidFill>
                  <a:srgbClr val="0A0A0A"/>
                </a:solidFill>
                <a:latin typeface="Open Sans Medium"/>
              </a:rPr>
              <a:t>and </a:t>
            </a:r>
            <a:r>
              <a:rPr lang="en-IN" sz="1100" b="0" i="0">
                <a:solidFill>
                  <a:srgbClr val="0A0A0A"/>
                </a:solidFill>
                <a:latin typeface="Open Sans Medium"/>
              </a:rPr>
              <a:t>pressure-free advice</a:t>
            </a:r>
            <a:r>
              <a:rPr sz="1100" b="0" i="0">
                <a:solidFill>
                  <a:srgbClr val="0A0A0A"/>
                </a:solidFill>
                <a:latin typeface="Open Sans Medium"/>
              </a:rPr>
              <a:t>.</a:t>
            </a:r>
          </a:p>
        </p:txBody>
      </p:sp>
      <p:sp>
        <p:nvSpPr>
          <p:cNvPr id="34" name="Rounded Rectangle 16">
            <a:extLst>
              <a:ext uri="{FF2B5EF4-FFF2-40B4-BE49-F238E27FC236}">
                <a16:creationId xmlns:a16="http://schemas.microsoft.com/office/drawing/2014/main" id="{A47EBBCD-4E6A-C825-DE79-E00808495722}"/>
              </a:ext>
            </a:extLst>
          </p:cNvPr>
          <p:cNvSpPr/>
          <p:nvPr/>
        </p:nvSpPr>
        <p:spPr>
          <a:xfrm>
            <a:off x="4039314" y="1680948"/>
            <a:ext cx="3074715" cy="1714971"/>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A18D9EC3-8144-8BD7-26EA-428F7B6F14EB}"/>
              </a:ext>
            </a:extLst>
          </p:cNvPr>
          <p:cNvSpPr txBox="1"/>
          <p:nvPr/>
        </p:nvSpPr>
        <p:spPr>
          <a:xfrm>
            <a:off x="4226509" y="1764414"/>
            <a:ext cx="2240280" cy="369332"/>
          </a:xfrm>
          <a:prstGeom prst="rect">
            <a:avLst/>
          </a:prstGeom>
          <a:noFill/>
        </p:spPr>
        <p:txBody>
          <a:bodyPr wrap="square" lIns="0" tIns="0" rIns="0" bIns="0" anchor="ctr">
            <a:spAutoFit/>
          </a:bodyPr>
          <a:lstStyle/>
          <a:p>
            <a:pPr algn="l"/>
            <a:r>
              <a:rPr lang="en-IN" sz="2400">
                <a:latin typeface="+mj-lt"/>
              </a:rPr>
              <a:t>100</a:t>
            </a:r>
            <a:r>
              <a:rPr sz="2400" i="0">
                <a:latin typeface="+mj-lt"/>
              </a:rPr>
              <a:t>%</a:t>
            </a:r>
            <a:r>
              <a:rPr lang="en-IN" sz="2400" i="0">
                <a:latin typeface="+mj-lt"/>
              </a:rPr>
              <a:t> (3)</a:t>
            </a:r>
            <a:endParaRPr sz="2400" i="0">
              <a:latin typeface="+mj-lt"/>
            </a:endParaRPr>
          </a:p>
        </p:txBody>
      </p:sp>
      <p:sp>
        <p:nvSpPr>
          <p:cNvPr id="38" name="TextBox 37">
            <a:extLst>
              <a:ext uri="{FF2B5EF4-FFF2-40B4-BE49-F238E27FC236}">
                <a16:creationId xmlns:a16="http://schemas.microsoft.com/office/drawing/2014/main" id="{75A305D3-E3C2-FD65-0F44-5AEF09CCFF78}"/>
              </a:ext>
            </a:extLst>
          </p:cNvPr>
          <p:cNvSpPr txBox="1"/>
          <p:nvPr/>
        </p:nvSpPr>
        <p:spPr>
          <a:xfrm>
            <a:off x="4285381" y="2121482"/>
            <a:ext cx="2668552" cy="1015663"/>
          </a:xfrm>
          <a:prstGeom prst="rect">
            <a:avLst/>
          </a:prstGeom>
          <a:noFill/>
        </p:spPr>
        <p:txBody>
          <a:bodyPr wrap="square" lIns="0" tIns="0" rIns="0" bIns="0" anchor="t">
            <a:spAutoFit/>
          </a:bodyPr>
          <a:lstStyle/>
          <a:p>
            <a:pPr>
              <a:spcAft>
                <a:spcPts val="300"/>
              </a:spcAft>
            </a:pPr>
            <a:r>
              <a:rPr lang="en-US" sz="1100">
                <a:solidFill>
                  <a:srgbClr val="0A0A0A"/>
                </a:solidFill>
              </a:rPr>
              <a:t>Confirmed that the living experience matched their expectations, cleanliness met expectations, there were no outdated design elements, the living spaces were comfortable, and amenities met expectations</a:t>
            </a:r>
          </a:p>
        </p:txBody>
      </p:sp>
      <p:sp>
        <p:nvSpPr>
          <p:cNvPr id="4" name="TextBox 3">
            <a:extLst>
              <a:ext uri="{FF2B5EF4-FFF2-40B4-BE49-F238E27FC236}">
                <a16:creationId xmlns:a16="http://schemas.microsoft.com/office/drawing/2014/main" id="{C06ACE99-A504-7910-D36E-F948CE184FDF}"/>
              </a:ext>
            </a:extLst>
          </p:cNvPr>
          <p:cNvSpPr txBox="1"/>
          <p:nvPr/>
        </p:nvSpPr>
        <p:spPr>
          <a:xfrm>
            <a:off x="7748059" y="1685466"/>
            <a:ext cx="3874479" cy="166208"/>
          </a:xfrm>
          <a:prstGeom prst="rect">
            <a:avLst/>
          </a:prstGeom>
          <a:noFill/>
        </p:spPr>
        <p:txBody>
          <a:bodyPr wrap="square" lIns="0" tIns="0" rIns="0" bIns="0" anchor="ctr">
            <a:spAutoFit/>
          </a:bodyPr>
          <a:lstStyle/>
          <a:p>
            <a:pPr algn="l"/>
            <a:r>
              <a:rPr lang="en-IN" sz="1050" b="1" i="0">
                <a:solidFill>
                  <a:srgbClr val="0A0A0A"/>
                </a:solidFill>
                <a:latin typeface="Open Sans Medium"/>
              </a:rPr>
              <a:t>AREAS THAT WENT WELL</a:t>
            </a:r>
          </a:p>
        </p:txBody>
      </p:sp>
      <p:sp>
        <p:nvSpPr>
          <p:cNvPr id="13" name="TextBox 12">
            <a:extLst>
              <a:ext uri="{FF2B5EF4-FFF2-40B4-BE49-F238E27FC236}">
                <a16:creationId xmlns:a16="http://schemas.microsoft.com/office/drawing/2014/main" id="{BFBDA099-B5C0-6A65-12F1-4CABDEA8A514}"/>
              </a:ext>
            </a:extLst>
          </p:cNvPr>
          <p:cNvSpPr txBox="1"/>
          <p:nvPr/>
        </p:nvSpPr>
        <p:spPr>
          <a:xfrm>
            <a:off x="7748059" y="3645524"/>
            <a:ext cx="3828759" cy="161583"/>
          </a:xfrm>
          <a:prstGeom prst="rect">
            <a:avLst/>
          </a:prstGeom>
          <a:noFill/>
        </p:spPr>
        <p:txBody>
          <a:bodyPr wrap="square" lIns="0" tIns="0" rIns="0" bIns="0" anchor="ctr">
            <a:spAutoFit/>
          </a:bodyPr>
          <a:lstStyle/>
          <a:p>
            <a:pPr algn="l"/>
            <a:r>
              <a:rPr lang="en-US" sz="1050" b="1" i="0">
                <a:solidFill>
                  <a:srgbClr val="0A0A0A"/>
                </a:solidFill>
                <a:latin typeface="Open Sans Medium"/>
              </a:rPr>
              <a:t>AREAS THAT DID NOT GO WELL</a:t>
            </a:r>
          </a:p>
        </p:txBody>
      </p:sp>
      <p:sp>
        <p:nvSpPr>
          <p:cNvPr id="15" name="TextBox 24">
            <a:extLst>
              <a:ext uri="{FF2B5EF4-FFF2-40B4-BE49-F238E27FC236}">
                <a16:creationId xmlns:a16="http://schemas.microsoft.com/office/drawing/2014/main" id="{A1710374-041D-9C2E-3595-D049E8155A5C}"/>
              </a:ext>
            </a:extLst>
          </p:cNvPr>
          <p:cNvSpPr txBox="1"/>
          <p:nvPr/>
        </p:nvSpPr>
        <p:spPr>
          <a:xfrm>
            <a:off x="7748059" y="6216586"/>
            <a:ext cx="4565904"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bg2">
                    <a:lumMod val="50000"/>
                  </a:schemeClr>
                </a:solidFill>
              </a:rPr>
              <a:t>*Insights generated from analysis of comments</a:t>
            </a:r>
          </a:p>
        </p:txBody>
      </p:sp>
      <p:sp>
        <p:nvSpPr>
          <p:cNvPr id="14" name="TextBox 24">
            <a:extLst>
              <a:ext uri="{FF2B5EF4-FFF2-40B4-BE49-F238E27FC236}">
                <a16:creationId xmlns:a16="http://schemas.microsoft.com/office/drawing/2014/main" id="{D5A48D66-4B0D-B1DE-5767-DFF5C00F76C3}"/>
              </a:ext>
            </a:extLst>
          </p:cNvPr>
          <p:cNvSpPr txBox="1"/>
          <p:nvPr/>
        </p:nvSpPr>
        <p:spPr>
          <a:xfrm>
            <a:off x="4291060" y="3130077"/>
            <a:ext cx="282296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bg2">
                    <a:lumMod val="50000"/>
                  </a:schemeClr>
                </a:solidFill>
              </a:rPr>
              <a:t>*100% (3 of 3) Small sample, indicative only</a:t>
            </a:r>
          </a:p>
        </p:txBody>
      </p:sp>
      <p:sp>
        <p:nvSpPr>
          <p:cNvPr id="5" name="TextBox 4">
            <a:extLst>
              <a:ext uri="{FF2B5EF4-FFF2-40B4-BE49-F238E27FC236}">
                <a16:creationId xmlns:a16="http://schemas.microsoft.com/office/drawing/2014/main" id="{1F7B991C-7213-D312-7F16-D20D3D2B9155}"/>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THIRD PARTY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17</a:t>
            </a:fld>
            <a:endParaRPr lang="en-IN" sz="1000" b="0" spc="0">
              <a:solidFill>
                <a:srgbClr val="AAB7C4"/>
              </a:solidFill>
              <a:latin typeface="Open Sans Medium"/>
            </a:endParaRPr>
          </a:p>
        </p:txBody>
      </p:sp>
      <p:sp>
        <p:nvSpPr>
          <p:cNvPr id="7" name="TextBox 6"/>
          <p:cNvSpPr txBox="1"/>
          <p:nvPr/>
        </p:nvSpPr>
        <p:spPr>
          <a:xfrm>
            <a:off x="457200" y="738209"/>
            <a:ext cx="10972800"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Third Party: Customer Journey and Scores</a:t>
            </a:r>
          </a:p>
        </p:txBody>
      </p:sp>
      <p:sp>
        <p:nvSpPr>
          <p:cNvPr id="8" name="TextBox 7"/>
          <p:cNvSpPr txBox="1"/>
          <p:nvPr/>
        </p:nvSpPr>
        <p:spPr>
          <a:xfrm>
            <a:off x="457200" y="1130412"/>
            <a:ext cx="11247120" cy="169277"/>
          </a:xfrm>
          <a:prstGeom prst="rect">
            <a:avLst/>
          </a:prstGeom>
          <a:noFill/>
        </p:spPr>
        <p:txBody>
          <a:bodyPr wrap="square" lIns="0" tIns="0" rIns="0" bIns="0" anchor="t">
            <a:spAutoFit/>
          </a:bodyPr>
          <a:lstStyle/>
          <a:p>
            <a:pPr algn="l"/>
            <a:r>
              <a:rPr lang="en-US" sz="1100" b="0">
                <a:solidFill>
                  <a:srgbClr val="0B0B0C"/>
                </a:solidFill>
                <a:latin typeface="Open Sans Medium"/>
              </a:rPr>
              <a:t>An outside-broker journey: a call to the broker, a visit, then the broker's follow-up. Only 4 evaluations, so read as indicative</a:t>
            </a:r>
            <a:r>
              <a:rPr sz="1100" b="0">
                <a:solidFill>
                  <a:srgbClr val="0B0B0C"/>
                </a:solidFill>
                <a:latin typeface="Open Sans Medium"/>
              </a:rPr>
              <a:t>.</a:t>
            </a:r>
          </a:p>
        </p:txBody>
      </p:sp>
      <p:sp>
        <p:nvSpPr>
          <p:cNvPr id="9" name="Rounded Rectangle 8"/>
          <p:cNvSpPr/>
          <p:nvPr/>
        </p:nvSpPr>
        <p:spPr>
          <a:xfrm>
            <a:off x="457200" y="1664208"/>
            <a:ext cx="2514600" cy="4343400"/>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01368"/>
            <a:ext cx="2103120" cy="192024"/>
          </a:xfrm>
          <a:prstGeom prst="rect">
            <a:avLst/>
          </a:prstGeom>
          <a:noFill/>
        </p:spPr>
        <p:txBody>
          <a:bodyPr wrap="square" lIns="0" tIns="0" rIns="0" bIns="0" anchor="t">
            <a:spAutoFit/>
          </a:bodyPr>
          <a:lstStyle/>
          <a:p>
            <a:pPr algn="l"/>
            <a:r>
              <a:rPr sz="900" b="1" i="0">
                <a:solidFill>
                  <a:srgbClr val="BFC3C7"/>
                </a:solidFill>
                <a:latin typeface="Open Sans Medium"/>
              </a:rPr>
              <a:t>CHANNEL</a:t>
            </a:r>
          </a:p>
        </p:txBody>
      </p:sp>
      <p:sp>
        <p:nvSpPr>
          <p:cNvPr id="11" name="TextBox 10"/>
          <p:cNvSpPr txBox="1"/>
          <p:nvPr/>
        </p:nvSpPr>
        <p:spPr>
          <a:xfrm>
            <a:off x="640080" y="1984248"/>
            <a:ext cx="2194560" cy="356616"/>
          </a:xfrm>
          <a:prstGeom prst="rect">
            <a:avLst/>
          </a:prstGeom>
          <a:noFill/>
        </p:spPr>
        <p:txBody>
          <a:bodyPr wrap="square" lIns="0" tIns="0" rIns="0" bIns="0" anchor="ctr">
            <a:spAutoFit/>
          </a:bodyPr>
          <a:lstStyle/>
          <a:p>
            <a:pPr algn="l"/>
            <a:r>
              <a:rPr sz="2000" b="1" i="0">
                <a:solidFill>
                  <a:srgbClr val="FFFFFF"/>
                </a:solidFill>
                <a:latin typeface="Open Sans Medium"/>
              </a:rPr>
              <a:t>Third Party</a:t>
            </a:r>
          </a:p>
        </p:txBody>
      </p:sp>
      <p:sp>
        <p:nvSpPr>
          <p:cNvPr id="12" name="TextBox 11"/>
          <p:cNvSpPr txBox="1"/>
          <p:nvPr/>
        </p:nvSpPr>
        <p:spPr>
          <a:xfrm>
            <a:off x="640080" y="2377440"/>
            <a:ext cx="2148840" cy="457200"/>
          </a:xfrm>
          <a:prstGeom prst="rect">
            <a:avLst/>
          </a:prstGeom>
          <a:noFill/>
        </p:spPr>
        <p:txBody>
          <a:bodyPr wrap="square" lIns="0" tIns="0" rIns="0" bIns="0" anchor="t">
            <a:spAutoFit/>
          </a:bodyPr>
          <a:lstStyle/>
          <a:p>
            <a:pPr algn="l"/>
            <a:r>
              <a:rPr sz="950" b="0" i="0">
                <a:solidFill>
                  <a:srgbClr val="BFC3C7"/>
                </a:solidFill>
                <a:latin typeface="Open Sans Medium"/>
              </a:rPr>
              <a:t>Call to an outside broker, then a visit</a:t>
            </a:r>
          </a:p>
        </p:txBody>
      </p:sp>
      <p:sp>
        <p:nvSpPr>
          <p:cNvPr id="13" name="TextBox 12"/>
          <p:cNvSpPr txBox="1"/>
          <p:nvPr/>
        </p:nvSpPr>
        <p:spPr>
          <a:xfrm>
            <a:off x="640080" y="2890171"/>
            <a:ext cx="2148840" cy="492443"/>
          </a:xfrm>
          <a:prstGeom prst="rect">
            <a:avLst/>
          </a:prstGeom>
          <a:noFill/>
        </p:spPr>
        <p:txBody>
          <a:bodyPr wrap="square" lIns="0" tIns="0" rIns="0" bIns="0" anchor="ctr">
            <a:spAutoFit/>
          </a:bodyPr>
          <a:lstStyle/>
          <a:p>
            <a:pPr algn="l"/>
            <a:r>
              <a:rPr lang="en-IN" sz="3200" b="1" i="0">
                <a:solidFill>
                  <a:srgbClr val="FFFFFF"/>
                </a:solidFill>
                <a:latin typeface="Open Sans Medium"/>
              </a:rPr>
              <a:t>87%</a:t>
            </a:r>
          </a:p>
        </p:txBody>
      </p:sp>
      <p:sp>
        <p:nvSpPr>
          <p:cNvPr id="14" name="TextBox 13"/>
          <p:cNvSpPr txBox="1"/>
          <p:nvPr/>
        </p:nvSpPr>
        <p:spPr>
          <a:xfrm>
            <a:off x="640080" y="3401568"/>
            <a:ext cx="2148840" cy="210312"/>
          </a:xfrm>
          <a:prstGeom prst="rect">
            <a:avLst/>
          </a:prstGeom>
          <a:noFill/>
        </p:spPr>
        <p:txBody>
          <a:bodyPr wrap="square" lIns="0" tIns="0" rIns="0" bIns="0" anchor="t">
            <a:spAutoFit/>
          </a:bodyPr>
          <a:lstStyle/>
          <a:p>
            <a:pPr algn="l"/>
            <a:r>
              <a:rPr sz="950" b="0" i="0">
                <a:solidFill>
                  <a:srgbClr val="BFC3C7"/>
                </a:solidFill>
                <a:latin typeface="Open Sans Medium"/>
              </a:rPr>
              <a:t>Average total score</a:t>
            </a:r>
          </a:p>
        </p:txBody>
      </p:sp>
      <p:sp>
        <p:nvSpPr>
          <p:cNvPr id="15" name="TextBox 14"/>
          <p:cNvSpPr txBox="1"/>
          <p:nvPr/>
        </p:nvSpPr>
        <p:spPr>
          <a:xfrm>
            <a:off x="640080" y="3776472"/>
            <a:ext cx="2194560" cy="1377300"/>
          </a:xfrm>
          <a:prstGeom prst="rect">
            <a:avLst/>
          </a:prstGeom>
          <a:noFill/>
        </p:spPr>
        <p:txBody>
          <a:bodyPr wrap="square" lIns="0" tIns="0" rIns="0" bIns="0" anchor="t">
            <a:spAutoFit/>
          </a:bodyPr>
          <a:lstStyle/>
          <a:p>
            <a:pPr marL="137160" indent="-137160" algn="l">
              <a:spcAft>
                <a:spcPts val="500"/>
              </a:spcAft>
              <a:buFont typeface="Arial"/>
              <a:buChar char="•"/>
            </a:pPr>
            <a:r>
              <a:rPr sz="1100" b="0" i="0">
                <a:solidFill>
                  <a:srgbClr val="FFFFFF"/>
                </a:solidFill>
                <a:latin typeface="Open Sans Medium"/>
              </a:rPr>
              <a:t>4 evaluations at 4 brokers, scores </a:t>
            </a:r>
            <a:r>
              <a:rPr lang="en-IN" sz="1100">
                <a:solidFill>
                  <a:srgbClr val="FFFFFF"/>
                </a:solidFill>
                <a:latin typeface="Open Sans Medium"/>
              </a:rPr>
              <a:t>75</a:t>
            </a:r>
            <a:r>
              <a:rPr sz="1100" b="0" i="0">
                <a:solidFill>
                  <a:srgbClr val="FFFFFF"/>
                </a:solidFill>
                <a:latin typeface="Open Sans Medium"/>
              </a:rPr>
              <a:t> to 9</a:t>
            </a:r>
            <a:r>
              <a:rPr lang="en-IN" sz="1100" b="0" i="0">
                <a:solidFill>
                  <a:srgbClr val="FFFFFF"/>
                </a:solidFill>
                <a:latin typeface="Open Sans Medium"/>
              </a:rPr>
              <a:t>8</a:t>
            </a:r>
            <a:endParaRPr sz="1100" b="0" i="0">
              <a:solidFill>
                <a:srgbClr val="FFFFFF"/>
              </a:solidFill>
              <a:latin typeface="Open Sans Medium"/>
            </a:endParaRPr>
          </a:p>
          <a:p>
            <a:pPr marL="137160" indent="-137160" algn="l">
              <a:spcAft>
                <a:spcPts val="500"/>
              </a:spcAft>
              <a:buFont typeface="Arial"/>
              <a:buChar char="•"/>
            </a:pPr>
            <a:r>
              <a:rPr sz="1100" b="0" i="0">
                <a:solidFill>
                  <a:srgbClr val="FFFFFF"/>
                </a:solidFill>
                <a:latin typeface="Open Sans Medium"/>
              </a:rPr>
              <a:t>Highest-scoring channel</a:t>
            </a:r>
          </a:p>
          <a:p>
            <a:pPr marL="137160" indent="-137160" algn="l">
              <a:spcAft>
                <a:spcPts val="500"/>
              </a:spcAft>
              <a:buFont typeface="Arial"/>
              <a:buChar char="•"/>
            </a:pPr>
            <a:r>
              <a:rPr sz="1100" b="0" i="0">
                <a:solidFill>
                  <a:srgbClr val="FFFFFF"/>
                </a:solidFill>
                <a:latin typeface="Open Sans Medium"/>
              </a:rPr>
              <a:t>Service rating: </a:t>
            </a:r>
            <a:r>
              <a:rPr lang="en-US" sz="1100" b="0" i="0">
                <a:solidFill>
                  <a:srgbClr val="FFFFFF"/>
                </a:solidFill>
                <a:latin typeface="Open Sans Medium"/>
              </a:rPr>
              <a:t>3 Excellent, 1 Very Good</a:t>
            </a:r>
          </a:p>
          <a:p>
            <a:pPr marL="137160" indent="-137160" algn="l">
              <a:spcAft>
                <a:spcPts val="500"/>
              </a:spcAft>
              <a:buFont typeface="Arial"/>
              <a:buChar char="•"/>
            </a:pPr>
            <a:r>
              <a:rPr sz="1100" b="0" i="0">
                <a:solidFill>
                  <a:srgbClr val="FFFFFF"/>
                </a:solidFill>
                <a:latin typeface="Open Sans Medium"/>
              </a:rPr>
              <a:t>Three broker-office visits and one </a:t>
            </a:r>
            <a:r>
              <a:rPr lang="en-IN" sz="1100" b="0" i="0">
                <a:solidFill>
                  <a:srgbClr val="FFFFFF"/>
                </a:solidFill>
                <a:latin typeface="Open Sans Medium"/>
              </a:rPr>
              <a:t>Binghatti</a:t>
            </a:r>
            <a:r>
              <a:rPr sz="1100" b="0" i="0">
                <a:solidFill>
                  <a:srgbClr val="FFFFFF"/>
                </a:solidFill>
                <a:latin typeface="Open Sans Medium"/>
              </a:rPr>
              <a:t> site visit</a:t>
            </a:r>
          </a:p>
        </p:txBody>
      </p:sp>
      <p:sp>
        <p:nvSpPr>
          <p:cNvPr id="16" name="Pentagon 15"/>
          <p:cNvSpPr/>
          <p:nvPr/>
        </p:nvSpPr>
        <p:spPr>
          <a:xfrm>
            <a:off x="3127248" y="1664208"/>
            <a:ext cx="2898648" cy="393192"/>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64408" y="1780012"/>
            <a:ext cx="2350008" cy="161583"/>
          </a:xfrm>
          <a:prstGeom prst="rect">
            <a:avLst/>
          </a:prstGeom>
          <a:noFill/>
        </p:spPr>
        <p:txBody>
          <a:bodyPr wrap="square" lIns="0" tIns="0" rIns="0" bIns="0" anchor="ctr">
            <a:spAutoFit/>
          </a:bodyPr>
          <a:lstStyle/>
          <a:p>
            <a:pPr algn="l"/>
            <a:r>
              <a:rPr sz="1050" b="1" i="0">
                <a:solidFill>
                  <a:srgbClr val="0B0B0C"/>
                </a:solidFill>
                <a:latin typeface="Open Sans Medium"/>
              </a:rPr>
              <a:t>1  PRE-VISIT</a:t>
            </a:r>
          </a:p>
        </p:txBody>
      </p:sp>
      <p:sp>
        <p:nvSpPr>
          <p:cNvPr id="18" name="Rounded Rectangle 17"/>
          <p:cNvSpPr/>
          <p:nvPr/>
        </p:nvSpPr>
        <p:spPr>
          <a:xfrm>
            <a:off x="3127248" y="2167128"/>
            <a:ext cx="2807208" cy="3840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64408" y="2221992"/>
            <a:ext cx="1801368" cy="274320"/>
          </a:xfrm>
          <a:prstGeom prst="rect">
            <a:avLst/>
          </a:prstGeom>
          <a:noFill/>
        </p:spPr>
        <p:txBody>
          <a:bodyPr wrap="square" lIns="0" tIns="0" rIns="0" bIns="0" anchor="ctr">
            <a:spAutoFit/>
          </a:bodyPr>
          <a:lstStyle/>
          <a:p>
            <a:pPr algn="l"/>
            <a:r>
              <a:rPr sz="1050" b="1" i="0">
                <a:solidFill>
                  <a:srgbClr val="0A0A0A"/>
                </a:solidFill>
                <a:latin typeface="Open Sans Medium"/>
              </a:rPr>
              <a:t>Broker Call Interaction</a:t>
            </a:r>
          </a:p>
        </p:txBody>
      </p:sp>
      <p:sp>
        <p:nvSpPr>
          <p:cNvPr id="20" name="Rounded Rectangle 19"/>
          <p:cNvSpPr/>
          <p:nvPr/>
        </p:nvSpPr>
        <p:spPr>
          <a:xfrm>
            <a:off x="5111496" y="2240280"/>
            <a:ext cx="547200" cy="291600"/>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a:solidFill>
                  <a:srgbClr val="FFFFFF"/>
                </a:solidFill>
                <a:latin typeface="Open Sans Medium"/>
              </a:rPr>
              <a:t>70</a:t>
            </a:r>
            <a:endParaRPr sz="1000" b="1" i="0">
              <a:solidFill>
                <a:srgbClr val="FFFFFF"/>
              </a:solidFill>
              <a:latin typeface="Open Sans Medium"/>
            </a:endParaRPr>
          </a:p>
        </p:txBody>
      </p:sp>
      <p:sp>
        <p:nvSpPr>
          <p:cNvPr id="21" name="TextBox 20"/>
          <p:cNvSpPr txBox="1"/>
          <p:nvPr/>
        </p:nvSpPr>
        <p:spPr>
          <a:xfrm>
            <a:off x="3264408" y="2532888"/>
            <a:ext cx="2532888"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n=4</a:t>
            </a:r>
          </a:p>
        </p:txBody>
      </p:sp>
      <p:sp>
        <p:nvSpPr>
          <p:cNvPr id="22" name="TextBox 21"/>
          <p:cNvSpPr txBox="1"/>
          <p:nvPr/>
        </p:nvSpPr>
        <p:spPr>
          <a:xfrm>
            <a:off x="3264408" y="2752344"/>
            <a:ext cx="2624328" cy="923330"/>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Answered on first attempt: </a:t>
            </a:r>
            <a:r>
              <a:rPr lang="en-IN" sz="1100" b="1" i="0">
                <a:solidFill>
                  <a:srgbClr val="0A0A0A"/>
                </a:solidFill>
                <a:latin typeface="Open Sans Medium"/>
              </a:rPr>
              <a:t>50%</a:t>
            </a:r>
            <a:r>
              <a:rPr sz="1100" b="0" i="0">
                <a:solidFill>
                  <a:srgbClr val="0A0A0A"/>
                </a:solidFill>
                <a:latin typeface="Open Sans Medium"/>
              </a:rPr>
              <a:t> </a:t>
            </a:r>
            <a:br>
              <a:rPr lang="en-US" sz="1100" b="0" i="0">
                <a:solidFill>
                  <a:srgbClr val="0A0A0A"/>
                </a:solidFill>
                <a:latin typeface="Open Sans Medium"/>
              </a:rPr>
            </a:br>
            <a:r>
              <a:rPr sz="1100" b="0" i="0">
                <a:solidFill>
                  <a:srgbClr val="0A0A0A"/>
                </a:solidFill>
                <a:latin typeface="Open Sans Medium"/>
              </a:rPr>
              <a:t>(2 of 4)</a:t>
            </a:r>
          </a:p>
          <a:p>
            <a:pPr marL="137160" indent="-137160" algn="l">
              <a:spcAft>
                <a:spcPts val="300"/>
              </a:spcAft>
              <a:buFont typeface="Arial"/>
              <a:buChar char="•"/>
            </a:pPr>
            <a:r>
              <a:rPr sz="1100" b="0" i="0">
                <a:solidFill>
                  <a:srgbClr val="0A0A0A"/>
                </a:solidFill>
                <a:latin typeface="Open Sans Medium"/>
              </a:rPr>
              <a:t>Brand and property explained well: </a:t>
            </a:r>
            <a:r>
              <a:rPr lang="en-IN" sz="1100" b="1" i="0">
                <a:solidFill>
                  <a:srgbClr val="0A0A0A"/>
                </a:solidFill>
                <a:latin typeface="Open Sans Medium"/>
              </a:rPr>
              <a:t>75%</a:t>
            </a:r>
          </a:p>
          <a:p>
            <a:pPr marL="137160" indent="-137160" algn="l">
              <a:spcAft>
                <a:spcPts val="300"/>
              </a:spcAft>
              <a:buFont typeface="Arial"/>
              <a:buChar char="•"/>
            </a:pPr>
            <a:r>
              <a:rPr sz="1100" b="0" i="0">
                <a:solidFill>
                  <a:srgbClr val="0A0A0A"/>
                </a:solidFill>
                <a:latin typeface="Open Sans Medium"/>
              </a:rPr>
              <a:t>Brochure shared after the call: </a:t>
            </a:r>
            <a:r>
              <a:rPr lang="en-IN" sz="1100" b="1" i="0">
                <a:solidFill>
                  <a:srgbClr val="0A0A0A"/>
                </a:solidFill>
                <a:latin typeface="Open Sans Medium"/>
              </a:rPr>
              <a:t>50%</a:t>
            </a:r>
          </a:p>
        </p:txBody>
      </p:sp>
      <p:sp>
        <p:nvSpPr>
          <p:cNvPr id="23" name="Chevron 22"/>
          <p:cNvSpPr/>
          <p:nvPr/>
        </p:nvSpPr>
        <p:spPr>
          <a:xfrm>
            <a:off x="5934456" y="1664208"/>
            <a:ext cx="2990088" cy="393192"/>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18504" y="1780012"/>
            <a:ext cx="2441448" cy="161583"/>
          </a:xfrm>
          <a:prstGeom prst="rect">
            <a:avLst/>
          </a:prstGeom>
          <a:noFill/>
        </p:spPr>
        <p:txBody>
          <a:bodyPr wrap="square" lIns="0" tIns="0" rIns="0" bIns="0" anchor="ctr">
            <a:spAutoFit/>
          </a:bodyPr>
          <a:lstStyle/>
          <a:p>
            <a:pPr algn="l"/>
            <a:r>
              <a:rPr sz="1050" b="1" i="0">
                <a:solidFill>
                  <a:srgbClr val="0B0B0C"/>
                </a:solidFill>
                <a:latin typeface="Open Sans Medium"/>
              </a:rPr>
              <a:t>2  DURING VISIT</a:t>
            </a:r>
          </a:p>
        </p:txBody>
      </p:sp>
      <p:sp>
        <p:nvSpPr>
          <p:cNvPr id="25" name="Rounded Rectangle 24"/>
          <p:cNvSpPr/>
          <p:nvPr/>
        </p:nvSpPr>
        <p:spPr>
          <a:xfrm>
            <a:off x="6025896" y="2167128"/>
            <a:ext cx="2807208"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63056" y="2221992"/>
            <a:ext cx="1801368" cy="274320"/>
          </a:xfrm>
          <a:prstGeom prst="rect">
            <a:avLst/>
          </a:prstGeom>
          <a:noFill/>
        </p:spPr>
        <p:txBody>
          <a:bodyPr wrap="square" lIns="0" tIns="0" rIns="0" bIns="0" anchor="ctr">
            <a:spAutoFit/>
          </a:bodyPr>
          <a:lstStyle/>
          <a:p>
            <a:pPr algn="l"/>
            <a:r>
              <a:rPr sz="1050" b="1" i="0">
                <a:solidFill>
                  <a:srgbClr val="0A0A0A"/>
                </a:solidFill>
                <a:latin typeface="Open Sans Medium"/>
              </a:rPr>
              <a:t>Location Visit</a:t>
            </a:r>
          </a:p>
        </p:txBody>
      </p:sp>
      <p:sp>
        <p:nvSpPr>
          <p:cNvPr id="27" name="Rounded Rectangle 26"/>
          <p:cNvSpPr/>
          <p:nvPr/>
        </p:nvSpPr>
        <p:spPr>
          <a:xfrm>
            <a:off x="8010144" y="224028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000" b="1" i="0">
                <a:solidFill>
                  <a:srgbClr val="FFFFFF"/>
                </a:solidFill>
                <a:latin typeface="Open Sans Medium"/>
              </a:rPr>
              <a:t>94</a:t>
            </a:r>
          </a:p>
        </p:txBody>
      </p:sp>
      <p:sp>
        <p:nvSpPr>
          <p:cNvPr id="28" name="TextBox 27"/>
          <p:cNvSpPr txBox="1"/>
          <p:nvPr/>
        </p:nvSpPr>
        <p:spPr>
          <a:xfrm>
            <a:off x="6163056" y="2532888"/>
            <a:ext cx="2532888"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IN" sz="850" b="0" i="0">
                <a:solidFill>
                  <a:srgbClr val="55595C"/>
                </a:solidFill>
                <a:latin typeface="Open Sans Medium"/>
              </a:rPr>
              <a:t>3</a:t>
            </a:r>
            <a:endParaRPr sz="850" b="0" i="0">
              <a:solidFill>
                <a:srgbClr val="55595C"/>
              </a:solidFill>
              <a:latin typeface="Open Sans Medium"/>
            </a:endParaRPr>
          </a:p>
        </p:txBody>
      </p:sp>
      <p:sp>
        <p:nvSpPr>
          <p:cNvPr id="29" name="TextBox 28"/>
          <p:cNvSpPr txBox="1"/>
          <p:nvPr/>
        </p:nvSpPr>
        <p:spPr>
          <a:xfrm>
            <a:off x="6163056" y="2752344"/>
            <a:ext cx="2532888" cy="377026"/>
          </a:xfrm>
          <a:prstGeom prst="rect">
            <a:avLst/>
          </a:prstGeom>
          <a:noFill/>
        </p:spPr>
        <p:txBody>
          <a:bodyPr wrap="square" lIns="0" tIns="0" rIns="0" bIns="0" anchor="t">
            <a:spAutoFit/>
          </a:bodyPr>
          <a:lstStyle/>
          <a:p>
            <a:pPr marL="137160" indent="-137160" algn="l">
              <a:spcAft>
                <a:spcPts val="300"/>
              </a:spcAft>
              <a:buFont typeface="Arial"/>
              <a:buChar char="•"/>
            </a:pPr>
            <a:r>
              <a:rPr sz="1100" b="0" i="0">
                <a:solidFill>
                  <a:srgbClr val="0A0A0A"/>
                </a:solidFill>
                <a:latin typeface="Open Sans Medium"/>
              </a:rPr>
              <a:t>Enthusiastic about </a:t>
            </a:r>
            <a:r>
              <a:rPr lang="en-IN" sz="1100" b="0" i="0">
                <a:solidFill>
                  <a:srgbClr val="0A0A0A"/>
                </a:solidFill>
                <a:latin typeface="Open Sans Medium"/>
              </a:rPr>
              <a:t>Binghatti</a:t>
            </a:r>
            <a:r>
              <a:rPr sz="1100" b="0" i="0">
                <a:solidFill>
                  <a:srgbClr val="0A0A0A"/>
                </a:solidFill>
                <a:latin typeface="Open Sans Medium"/>
              </a:rPr>
              <a:t>: </a:t>
            </a:r>
            <a:r>
              <a:rPr lang="en-IN" sz="1100" b="1" i="0">
                <a:solidFill>
                  <a:srgbClr val="0A0A0A"/>
                </a:solidFill>
                <a:latin typeface="Open Sans Medium"/>
              </a:rPr>
              <a:t>100%</a:t>
            </a:r>
          </a:p>
          <a:p>
            <a:pPr marL="137160" indent="-137160" algn="l">
              <a:spcAft>
                <a:spcPts val="300"/>
              </a:spcAft>
              <a:buFont typeface="Arial"/>
              <a:buChar char="•"/>
            </a:pPr>
            <a:r>
              <a:rPr sz="1100" b="0" i="0">
                <a:solidFill>
                  <a:srgbClr val="0A0A0A"/>
                </a:solidFill>
                <a:latin typeface="Open Sans Medium"/>
              </a:rPr>
              <a:t>No competitor projects offered</a:t>
            </a:r>
          </a:p>
        </p:txBody>
      </p:sp>
      <p:sp>
        <p:nvSpPr>
          <p:cNvPr id="30" name="Rounded Rectangle 29"/>
          <p:cNvSpPr/>
          <p:nvPr/>
        </p:nvSpPr>
        <p:spPr>
          <a:xfrm>
            <a:off x="6025896" y="4133088"/>
            <a:ext cx="2807208"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63056" y="4187952"/>
            <a:ext cx="1801368" cy="274320"/>
          </a:xfrm>
          <a:prstGeom prst="rect">
            <a:avLst/>
          </a:prstGeom>
          <a:noFill/>
        </p:spPr>
        <p:txBody>
          <a:bodyPr wrap="square" lIns="0" tIns="0" rIns="0" bIns="0" anchor="ctr">
            <a:spAutoFit/>
          </a:bodyPr>
          <a:lstStyle/>
          <a:p>
            <a:pPr algn="l"/>
            <a:r>
              <a:rPr sz="1050" b="1" i="0">
                <a:solidFill>
                  <a:srgbClr val="0A0A0A"/>
                </a:solidFill>
                <a:latin typeface="Open Sans Medium"/>
              </a:rPr>
              <a:t>Objection Handling</a:t>
            </a:r>
          </a:p>
        </p:txBody>
      </p:sp>
      <p:sp>
        <p:nvSpPr>
          <p:cNvPr id="32" name="Rounded Rectangle 31"/>
          <p:cNvSpPr/>
          <p:nvPr/>
        </p:nvSpPr>
        <p:spPr>
          <a:xfrm>
            <a:off x="8010144" y="420624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a:solidFill>
                  <a:srgbClr val="FFFFFF"/>
                </a:solidFill>
                <a:latin typeface="Open Sans Medium"/>
              </a:rPr>
              <a:t>93</a:t>
            </a:r>
            <a:endParaRPr sz="1000" b="1" i="0">
              <a:solidFill>
                <a:srgbClr val="FFFFFF"/>
              </a:solidFill>
              <a:latin typeface="Open Sans Medium"/>
            </a:endParaRPr>
          </a:p>
        </p:txBody>
      </p:sp>
      <p:sp>
        <p:nvSpPr>
          <p:cNvPr id="33" name="TextBox 32"/>
          <p:cNvSpPr txBox="1"/>
          <p:nvPr/>
        </p:nvSpPr>
        <p:spPr>
          <a:xfrm>
            <a:off x="6163056" y="4498848"/>
            <a:ext cx="2532888"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a:t>
            </a:r>
            <a:r>
              <a:rPr lang="en-IN" sz="850" b="0" i="0">
                <a:solidFill>
                  <a:srgbClr val="55595C"/>
                </a:solidFill>
                <a:latin typeface="Open Sans Medium"/>
              </a:rPr>
              <a:t>2</a:t>
            </a:r>
            <a:endParaRPr sz="850" b="0" i="0">
              <a:solidFill>
                <a:srgbClr val="55595C"/>
              </a:solidFill>
              <a:latin typeface="Open Sans Medium"/>
            </a:endParaRPr>
          </a:p>
        </p:txBody>
      </p:sp>
      <p:sp>
        <p:nvSpPr>
          <p:cNvPr id="35" name="Chevron 34"/>
          <p:cNvSpPr/>
          <p:nvPr/>
        </p:nvSpPr>
        <p:spPr>
          <a:xfrm>
            <a:off x="8833104" y="1664208"/>
            <a:ext cx="2990088" cy="393192"/>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217152" y="1780012"/>
            <a:ext cx="2441448" cy="161583"/>
          </a:xfrm>
          <a:prstGeom prst="rect">
            <a:avLst/>
          </a:prstGeom>
          <a:noFill/>
        </p:spPr>
        <p:txBody>
          <a:bodyPr wrap="square" lIns="0" tIns="0" rIns="0" bIns="0" anchor="ctr">
            <a:spAutoFit/>
          </a:bodyPr>
          <a:lstStyle/>
          <a:p>
            <a:pPr algn="l"/>
            <a:r>
              <a:rPr sz="1050" b="1" i="0">
                <a:solidFill>
                  <a:srgbClr val="0B0B0C"/>
                </a:solidFill>
                <a:latin typeface="Open Sans Medium"/>
              </a:rPr>
              <a:t>3  POST-VISIT</a:t>
            </a:r>
          </a:p>
        </p:txBody>
      </p:sp>
      <p:sp>
        <p:nvSpPr>
          <p:cNvPr id="37" name="Rounded Rectangle 36"/>
          <p:cNvSpPr/>
          <p:nvPr/>
        </p:nvSpPr>
        <p:spPr>
          <a:xfrm>
            <a:off x="8924544" y="2167128"/>
            <a:ext cx="2807208"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061704" y="2221992"/>
            <a:ext cx="1801368" cy="274320"/>
          </a:xfrm>
          <a:prstGeom prst="rect">
            <a:avLst/>
          </a:prstGeom>
          <a:noFill/>
        </p:spPr>
        <p:txBody>
          <a:bodyPr wrap="square" lIns="0" tIns="0" rIns="0" bIns="0" anchor="ctr">
            <a:spAutoFit/>
          </a:bodyPr>
          <a:lstStyle/>
          <a:p>
            <a:pPr algn="l"/>
            <a:r>
              <a:rPr sz="1050" b="1" i="0">
                <a:solidFill>
                  <a:srgbClr val="0A0A0A"/>
                </a:solidFill>
                <a:latin typeface="Open Sans Medium"/>
              </a:rPr>
              <a:t>Follow-Up</a:t>
            </a:r>
          </a:p>
        </p:txBody>
      </p:sp>
      <p:sp>
        <p:nvSpPr>
          <p:cNvPr id="39" name="Rounded Rectangle 38"/>
          <p:cNvSpPr/>
          <p:nvPr/>
        </p:nvSpPr>
        <p:spPr>
          <a:xfrm>
            <a:off x="10908792" y="2212572"/>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i="0">
                <a:solidFill>
                  <a:srgbClr val="FFFFFF"/>
                </a:solidFill>
                <a:latin typeface="Open Sans Medium"/>
              </a:rPr>
              <a:t>100</a:t>
            </a:r>
            <a:endParaRPr sz="1000" b="1" i="0">
              <a:solidFill>
                <a:srgbClr val="FFFFFF"/>
              </a:solidFill>
              <a:latin typeface="Open Sans Medium"/>
            </a:endParaRPr>
          </a:p>
        </p:txBody>
      </p:sp>
      <p:sp>
        <p:nvSpPr>
          <p:cNvPr id="40" name="TextBox 39"/>
          <p:cNvSpPr txBox="1"/>
          <p:nvPr/>
        </p:nvSpPr>
        <p:spPr>
          <a:xfrm>
            <a:off x="9061704" y="2532888"/>
            <a:ext cx="2532888" cy="130805"/>
          </a:xfrm>
          <a:prstGeom prst="rect">
            <a:avLst/>
          </a:prstGeom>
          <a:noFill/>
        </p:spPr>
        <p:txBody>
          <a:bodyPr wrap="square" lIns="0" tIns="0" rIns="0" bIns="0" anchor="t">
            <a:spAutoFit/>
          </a:bodyPr>
          <a:lstStyle/>
          <a:p>
            <a:pPr algn="l"/>
            <a:r>
              <a:rPr sz="850" b="0" i="0">
                <a:solidFill>
                  <a:srgbClr val="55595C"/>
                </a:solidFill>
                <a:latin typeface="Open Sans Medium"/>
              </a:rPr>
              <a:t>Section score, n=3</a:t>
            </a:r>
          </a:p>
        </p:txBody>
      </p:sp>
      <p:sp>
        <p:nvSpPr>
          <p:cNvPr id="41" name="TextBox 40"/>
          <p:cNvSpPr txBox="1"/>
          <p:nvPr/>
        </p:nvSpPr>
        <p:spPr>
          <a:xfrm>
            <a:off x="9061704" y="2752344"/>
            <a:ext cx="2532888" cy="338554"/>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Contact within 48 hours: </a:t>
            </a:r>
            <a:r>
              <a:rPr lang="en-US" sz="1100" b="1">
                <a:solidFill>
                  <a:srgbClr val="0A0A0A"/>
                </a:solidFill>
                <a:latin typeface="Open Sans Medium"/>
              </a:rPr>
              <a:t>67</a:t>
            </a:r>
            <a:r>
              <a:rPr lang="en-US" sz="1100" b="1" i="0">
                <a:solidFill>
                  <a:srgbClr val="0A0A0A"/>
                </a:solidFill>
                <a:latin typeface="Open Sans Medium"/>
              </a:rPr>
              <a:t>%</a:t>
            </a:r>
            <a:r>
              <a:rPr lang="en-US" sz="1100" b="0" i="0">
                <a:solidFill>
                  <a:srgbClr val="0A0A0A"/>
                </a:solidFill>
                <a:latin typeface="Open Sans Medium"/>
              </a:rPr>
              <a:t> (2 of 3)</a:t>
            </a:r>
          </a:p>
        </p:txBody>
      </p:sp>
      <p:sp>
        <p:nvSpPr>
          <p:cNvPr id="42" name="Rounded Rectangle 41"/>
          <p:cNvSpPr/>
          <p:nvPr/>
        </p:nvSpPr>
        <p:spPr>
          <a:xfrm>
            <a:off x="8924544" y="4133088"/>
            <a:ext cx="2807208" cy="1874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61704" y="4187952"/>
            <a:ext cx="1801368" cy="274320"/>
          </a:xfrm>
          <a:prstGeom prst="rect">
            <a:avLst/>
          </a:prstGeom>
          <a:noFill/>
        </p:spPr>
        <p:txBody>
          <a:bodyPr wrap="square" lIns="0" tIns="0" rIns="0" bIns="0" anchor="ctr">
            <a:spAutoFit/>
          </a:bodyPr>
          <a:lstStyle/>
          <a:p>
            <a:pPr algn="l"/>
            <a:r>
              <a:rPr sz="1050" b="1" i="0">
                <a:solidFill>
                  <a:srgbClr val="0A0A0A"/>
                </a:solidFill>
                <a:latin typeface="Open Sans Medium"/>
              </a:rPr>
              <a:t>Data Leakage Indicators</a:t>
            </a:r>
          </a:p>
        </p:txBody>
      </p:sp>
      <p:sp>
        <p:nvSpPr>
          <p:cNvPr id="44" name="Rounded Rectangle 43"/>
          <p:cNvSpPr/>
          <p:nvPr/>
        </p:nvSpPr>
        <p:spPr>
          <a:xfrm>
            <a:off x="10908792" y="4206240"/>
            <a:ext cx="547200" cy="29160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1000" b="1" i="0">
                <a:solidFill>
                  <a:srgbClr val="FFFFFF"/>
                </a:solidFill>
                <a:latin typeface="Open Sans Medium"/>
              </a:rPr>
              <a:t>100</a:t>
            </a:r>
            <a:endParaRPr sz="1000" b="1" i="0">
              <a:solidFill>
                <a:srgbClr val="FFFFFF"/>
              </a:solidFill>
              <a:latin typeface="Open Sans Medium"/>
            </a:endParaRPr>
          </a:p>
        </p:txBody>
      </p:sp>
      <p:sp>
        <p:nvSpPr>
          <p:cNvPr id="45" name="TextBox 44"/>
          <p:cNvSpPr txBox="1"/>
          <p:nvPr/>
        </p:nvSpPr>
        <p:spPr>
          <a:xfrm>
            <a:off x="9061704" y="4498848"/>
            <a:ext cx="2532888" cy="130805"/>
          </a:xfrm>
          <a:prstGeom prst="rect">
            <a:avLst/>
          </a:prstGeom>
          <a:noFill/>
        </p:spPr>
        <p:txBody>
          <a:bodyPr wrap="square" lIns="0" tIns="0" rIns="0" bIns="0" anchor="t">
            <a:spAutoFit/>
          </a:bodyPr>
          <a:lstStyle/>
          <a:p>
            <a:pPr algn="l"/>
            <a:r>
              <a:rPr sz="850" b="0" i="0">
                <a:solidFill>
                  <a:srgbClr val="55595C"/>
                </a:solidFill>
                <a:latin typeface="Open Sans Medium"/>
              </a:rPr>
              <a:t>No </a:t>
            </a:r>
            <a:r>
              <a:rPr lang="en-US" sz="850" b="0" i="0">
                <a:solidFill>
                  <a:srgbClr val="55595C"/>
                </a:solidFill>
                <a:latin typeface="Open Sans Medium"/>
              </a:rPr>
              <a:t>third-party calls received</a:t>
            </a:r>
            <a:r>
              <a:rPr sz="850" b="0" i="0">
                <a:solidFill>
                  <a:srgbClr val="55595C"/>
                </a:solidFill>
                <a:latin typeface="Open Sans Medium"/>
              </a:rPr>
              <a:t>: </a:t>
            </a:r>
            <a:r>
              <a:rPr lang="en-IN" sz="850" b="0" i="0">
                <a:solidFill>
                  <a:srgbClr val="55595C"/>
                </a:solidFill>
                <a:latin typeface="Open Sans Medium"/>
              </a:rPr>
              <a:t>0</a:t>
            </a:r>
            <a:r>
              <a:rPr sz="850" b="0" i="0">
                <a:solidFill>
                  <a:srgbClr val="55595C"/>
                </a:solidFill>
                <a:latin typeface="Open Sans Medium"/>
              </a:rPr>
              <a:t> of 4</a:t>
            </a:r>
          </a:p>
        </p:txBody>
      </p:sp>
      <p:sp>
        <p:nvSpPr>
          <p:cNvPr id="46" name="TextBox 45"/>
          <p:cNvSpPr txBox="1"/>
          <p:nvPr/>
        </p:nvSpPr>
        <p:spPr>
          <a:xfrm>
            <a:off x="9061704" y="4718304"/>
            <a:ext cx="2532888" cy="338554"/>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No evaluator was contacted by another party</a:t>
            </a:r>
          </a:p>
        </p:txBody>
      </p:sp>
      <p:sp>
        <p:nvSpPr>
          <p:cNvPr id="47" name="TextBox 46">
            <a:extLst>
              <a:ext uri="{FF2B5EF4-FFF2-40B4-BE49-F238E27FC236}">
                <a16:creationId xmlns:a16="http://schemas.microsoft.com/office/drawing/2014/main" id="{52B1DFFE-E112-35B7-2ED0-E3F44A15309E}"/>
              </a:ext>
            </a:extLst>
          </p:cNvPr>
          <p:cNvSpPr txBox="1"/>
          <p:nvPr/>
        </p:nvSpPr>
        <p:spPr>
          <a:xfrm>
            <a:off x="6150429" y="4802942"/>
            <a:ext cx="2532888" cy="507831"/>
          </a:xfrm>
          <a:prstGeom prst="rect">
            <a:avLst/>
          </a:prstGeom>
          <a:noFill/>
        </p:spPr>
        <p:txBody>
          <a:bodyPr wrap="square" lIns="0" tIns="0" rIns="0" bIns="0" anchor="t">
            <a:spAutoFit/>
          </a:bodyPr>
          <a:lstStyle/>
          <a:p>
            <a:pPr marL="137160" indent="-137160" algn="l">
              <a:spcAft>
                <a:spcPts val="300"/>
              </a:spcAft>
              <a:buFont typeface="Arial"/>
              <a:buChar char="•"/>
            </a:pPr>
            <a:r>
              <a:rPr lang="en-US" sz="1100" b="0" i="0">
                <a:solidFill>
                  <a:srgbClr val="0A0A0A"/>
                </a:solidFill>
                <a:latin typeface="Open Sans Medium"/>
              </a:rPr>
              <a:t>Agents were consistently knowledgeable, professional and respectful</a:t>
            </a:r>
          </a:p>
        </p:txBody>
      </p:sp>
      <p:sp>
        <p:nvSpPr>
          <p:cNvPr id="51" name="TextBox 24">
            <a:extLst>
              <a:ext uri="{FF2B5EF4-FFF2-40B4-BE49-F238E27FC236}">
                <a16:creationId xmlns:a16="http://schemas.microsoft.com/office/drawing/2014/main" id="{44523CA8-2EF4-A336-8299-C7033ECE0FC4}"/>
              </a:ext>
            </a:extLst>
          </p:cNvPr>
          <p:cNvSpPr txBox="1"/>
          <p:nvPr/>
        </p:nvSpPr>
        <p:spPr>
          <a:xfrm>
            <a:off x="9841517" y="1318171"/>
            <a:ext cx="2137793"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bg2">
                    <a:lumMod val="50000"/>
                  </a:schemeClr>
                </a:solidFill>
              </a:rPr>
              <a:t>*Small sample, indicative only</a:t>
            </a:r>
          </a:p>
        </p:txBody>
      </p:sp>
      <p:sp>
        <p:nvSpPr>
          <p:cNvPr id="5" name="TextBox 4">
            <a:extLst>
              <a:ext uri="{FF2B5EF4-FFF2-40B4-BE49-F238E27FC236}">
                <a16:creationId xmlns:a16="http://schemas.microsoft.com/office/drawing/2014/main" id="{1F1DC3AE-F3C2-0077-23AC-138E1674DD80}"/>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THIRD PARTY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18</a:t>
            </a:fld>
            <a:endParaRPr lang="en-IN" sz="1000" b="0" spc="0">
              <a:solidFill>
                <a:srgbClr val="AAB7C4"/>
              </a:solidFill>
              <a:latin typeface="Open Sans Medium"/>
            </a:endParaRPr>
          </a:p>
        </p:txBody>
      </p:sp>
      <p:sp>
        <p:nvSpPr>
          <p:cNvPr id="7" name="Rounded Rectangle 6"/>
          <p:cNvSpPr/>
          <p:nvPr/>
        </p:nvSpPr>
        <p:spPr>
          <a:xfrm>
            <a:off x="365760" y="777240"/>
            <a:ext cx="11365992" cy="512064"/>
          </a:xfrm>
          <a:prstGeom prst="roundRect">
            <a:avLst>
              <a:gd name="adj" fmla="val 6000"/>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856301"/>
            <a:ext cx="11082528" cy="353943"/>
          </a:xfrm>
          <a:prstGeom prst="rect">
            <a:avLst/>
          </a:prstGeom>
          <a:noFill/>
        </p:spPr>
        <p:txBody>
          <a:bodyPr wrap="square" lIns="0" tIns="0" rIns="0" bIns="0" anchor="ctr">
            <a:spAutoFit/>
          </a:bodyPr>
          <a:lstStyle/>
          <a:p>
            <a:pPr algn="l"/>
            <a:r>
              <a:rPr sz="950" b="1" i="0">
                <a:solidFill>
                  <a:srgbClr val="0B0B0C"/>
                </a:solidFill>
                <a:latin typeface="Open Sans Medium"/>
              </a:rPr>
              <a:t>KEY TAKEAWAY   </a:t>
            </a:r>
            <a:r>
              <a:rPr sz="1150" b="0" i="0">
                <a:solidFill>
                  <a:srgbClr val="0B0B0C"/>
                </a:solidFill>
                <a:latin typeface="Open Sans Medium"/>
              </a:rPr>
              <a:t>Brokers </a:t>
            </a:r>
            <a:r>
              <a:rPr lang="en-IN" sz="1150" b="0" i="0">
                <a:solidFill>
                  <a:srgbClr val="0B0B0C"/>
                </a:solidFill>
                <a:latin typeface="Open Sans Medium"/>
              </a:rPr>
              <a:t>represented </a:t>
            </a:r>
            <a:r>
              <a:rPr lang="en-IN" sz="1150" b="0" i="0" err="1">
                <a:solidFill>
                  <a:srgbClr val="0B0B0C"/>
                </a:solidFill>
                <a:latin typeface="Open Sans Medium"/>
              </a:rPr>
              <a:t>Binghatti</a:t>
            </a:r>
            <a:r>
              <a:rPr sz="1150" b="0" i="0">
                <a:solidFill>
                  <a:srgbClr val="0B0B0C"/>
                </a:solidFill>
                <a:latin typeface="Open Sans Medium"/>
              </a:rPr>
              <a:t> </a:t>
            </a:r>
            <a:r>
              <a:rPr lang="en-US" sz="1150" b="0" i="0">
                <a:solidFill>
                  <a:srgbClr val="0B0B0C"/>
                </a:solidFill>
                <a:latin typeface="Open Sans Medium"/>
              </a:rPr>
              <a:t>positively during visits, but phone access, brochure sharing and timely follow-up were inconsistent</a:t>
            </a:r>
            <a:r>
              <a:rPr sz="1150" b="0" i="0">
                <a:solidFill>
                  <a:srgbClr val="0B0B0C"/>
                </a:solidFill>
                <a:latin typeface="Open Sans Medium"/>
              </a:rPr>
              <a:t>. </a:t>
            </a:r>
            <a:r>
              <a:rPr lang="en-US" sz="1150" b="0" i="0">
                <a:solidFill>
                  <a:srgbClr val="0B0B0C"/>
                </a:solidFill>
                <a:latin typeface="Open Sans Medium"/>
              </a:rPr>
              <a:t>Language barriers affected clarity in one visit</a:t>
            </a:r>
            <a:r>
              <a:rPr sz="1150" b="0" i="0">
                <a:solidFill>
                  <a:srgbClr val="0B0B0C"/>
                </a:solidFill>
                <a:latin typeface="Open Sans Medium"/>
              </a:rPr>
              <a:t>.</a:t>
            </a:r>
          </a:p>
        </p:txBody>
      </p:sp>
      <p:sp>
        <p:nvSpPr>
          <p:cNvPr id="9" name="TextBox 8"/>
          <p:cNvSpPr txBox="1"/>
          <p:nvPr/>
        </p:nvSpPr>
        <p:spPr>
          <a:xfrm>
            <a:off x="457200" y="1455400"/>
            <a:ext cx="4983480" cy="161583"/>
          </a:xfrm>
          <a:prstGeom prst="rect">
            <a:avLst/>
          </a:prstGeom>
          <a:noFill/>
        </p:spPr>
        <p:txBody>
          <a:bodyPr wrap="square" lIns="0" tIns="0" rIns="0" bIns="0" anchor="ctr">
            <a:spAutoFit/>
          </a:bodyPr>
          <a:lstStyle/>
          <a:p>
            <a:pPr algn="l"/>
            <a:r>
              <a:rPr sz="1050" b="1" i="0">
                <a:solidFill>
                  <a:srgbClr val="0B0B0C"/>
                </a:solidFill>
                <a:latin typeface="Open Sans Medium"/>
              </a:rPr>
              <a:t>BROKER CALL INTERACTION</a:t>
            </a:r>
          </a:p>
        </p:txBody>
      </p:sp>
      <p:graphicFrame>
        <p:nvGraphicFramePr>
          <p:cNvPr id="11" name="Chart 10" descr="Chart"/>
          <p:cNvGraphicFramePr>
            <a:graphicFrameLocks noGrp="1"/>
          </p:cNvGraphicFramePr>
          <p:nvPr>
            <p:extLst>
              <p:ext uri="{D42A27DB-BD31-4B8C-83A1-F6EECF244321}">
                <p14:modId xmlns:p14="http://schemas.microsoft.com/office/powerpoint/2010/main" val="1016423732"/>
              </p:ext>
            </p:extLst>
          </p:nvPr>
        </p:nvGraphicFramePr>
        <p:xfrm>
          <a:off x="365760" y="1655064"/>
          <a:ext cx="6080760" cy="1682496"/>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457200" y="3439648"/>
            <a:ext cx="2468880" cy="161583"/>
          </a:xfrm>
          <a:prstGeom prst="rect">
            <a:avLst/>
          </a:prstGeom>
          <a:noFill/>
        </p:spPr>
        <p:txBody>
          <a:bodyPr wrap="square" lIns="0" tIns="0" rIns="0" bIns="0" anchor="ctr">
            <a:spAutoFit/>
          </a:bodyPr>
          <a:lstStyle/>
          <a:p>
            <a:pPr algn="l"/>
            <a:r>
              <a:rPr sz="1050" b="1" i="0">
                <a:solidFill>
                  <a:srgbClr val="0B0B0C"/>
                </a:solidFill>
                <a:latin typeface="Open Sans Medium"/>
              </a:rPr>
              <a:t>LOCATION VISIT (</a:t>
            </a:r>
            <a:r>
              <a:rPr lang="en-IN" sz="1050" b="1">
                <a:solidFill>
                  <a:srgbClr val="0B0B0C"/>
                </a:solidFill>
                <a:latin typeface="Open Sans Medium"/>
              </a:rPr>
              <a:t>OFFICE VISIT</a:t>
            </a:r>
            <a:r>
              <a:rPr sz="1050" b="1" i="0">
                <a:solidFill>
                  <a:srgbClr val="0B0B0C"/>
                </a:solidFill>
                <a:latin typeface="Open Sans Medium"/>
              </a:rPr>
              <a:t>)</a:t>
            </a:r>
          </a:p>
        </p:txBody>
      </p:sp>
      <p:graphicFrame>
        <p:nvGraphicFramePr>
          <p:cNvPr id="14" name="Chart 13" descr="Chart"/>
          <p:cNvGraphicFramePr>
            <a:graphicFrameLocks noGrp="1"/>
          </p:cNvGraphicFramePr>
          <p:nvPr>
            <p:extLst>
              <p:ext uri="{D42A27DB-BD31-4B8C-83A1-F6EECF244321}">
                <p14:modId xmlns:p14="http://schemas.microsoft.com/office/powerpoint/2010/main" val="3279970133"/>
              </p:ext>
            </p:extLst>
          </p:nvPr>
        </p:nvGraphicFramePr>
        <p:xfrm>
          <a:off x="365760" y="3639312"/>
          <a:ext cx="3566160" cy="1728216"/>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p:cNvSpPr txBox="1"/>
          <p:nvPr/>
        </p:nvSpPr>
        <p:spPr>
          <a:xfrm>
            <a:off x="4069078" y="3439648"/>
            <a:ext cx="1814485" cy="161583"/>
          </a:xfrm>
          <a:prstGeom prst="rect">
            <a:avLst/>
          </a:prstGeom>
          <a:noFill/>
        </p:spPr>
        <p:txBody>
          <a:bodyPr wrap="square" lIns="0" tIns="0" rIns="0" bIns="0" anchor="ctr">
            <a:spAutoFit/>
          </a:bodyPr>
          <a:lstStyle/>
          <a:p>
            <a:pPr algn="l"/>
            <a:r>
              <a:rPr sz="1050" b="1" i="0">
                <a:solidFill>
                  <a:srgbClr val="0B0B0C"/>
                </a:solidFill>
                <a:latin typeface="Open Sans Medium"/>
              </a:rPr>
              <a:t>FOLLOW-UP</a:t>
            </a:r>
            <a:r>
              <a:rPr lang="en-IN" sz="1050" b="1" i="0">
                <a:solidFill>
                  <a:srgbClr val="0B0B0C"/>
                </a:solidFill>
                <a:latin typeface="Open Sans Medium"/>
              </a:rPr>
              <a:t> (OFFICE VISIT)</a:t>
            </a:r>
            <a:endParaRPr sz="1050" b="1" i="0">
              <a:solidFill>
                <a:srgbClr val="0B0B0C"/>
              </a:solidFill>
              <a:latin typeface="Open Sans Medium"/>
            </a:endParaRPr>
          </a:p>
        </p:txBody>
      </p:sp>
      <p:graphicFrame>
        <p:nvGraphicFramePr>
          <p:cNvPr id="17" name="Chart 16" descr="Chart"/>
          <p:cNvGraphicFramePr>
            <a:graphicFrameLocks noGrp="1"/>
          </p:cNvGraphicFramePr>
          <p:nvPr>
            <p:extLst>
              <p:ext uri="{D42A27DB-BD31-4B8C-83A1-F6EECF244321}">
                <p14:modId xmlns:p14="http://schemas.microsoft.com/office/powerpoint/2010/main" val="643631791"/>
              </p:ext>
            </p:extLst>
          </p:nvPr>
        </p:nvGraphicFramePr>
        <p:xfrm>
          <a:off x="3977639" y="3648456"/>
          <a:ext cx="2468880" cy="1719072"/>
        </p:xfrm>
        <a:graphic>
          <a:graphicData uri="http://schemas.openxmlformats.org/drawingml/2006/chart">
            <c:chart xmlns:c="http://schemas.openxmlformats.org/drawingml/2006/chart" xmlns:r="http://schemas.openxmlformats.org/officeDocument/2006/relationships" r:id="rId4"/>
          </a:graphicData>
        </a:graphic>
      </p:graphicFrame>
      <p:sp>
        <p:nvSpPr>
          <p:cNvPr id="18" name="Rounded Rectangle 17"/>
          <p:cNvSpPr/>
          <p:nvPr/>
        </p:nvSpPr>
        <p:spPr>
          <a:xfrm>
            <a:off x="6537960" y="1417320"/>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720840" y="159105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0840" y="1874519"/>
            <a:ext cx="4828031" cy="1092607"/>
          </a:xfrm>
          <a:prstGeom prst="rect">
            <a:avLst/>
          </a:prstGeom>
          <a:noFill/>
        </p:spPr>
        <p:txBody>
          <a:bodyPr wrap="square" lIns="0" tIns="0" rIns="0" bIns="0" anchor="t">
            <a:spAutoFit/>
          </a:bodyPr>
          <a:lstStyle/>
          <a:p>
            <a:pPr marL="137160" indent="-137160">
              <a:spcAft>
                <a:spcPts val="300"/>
              </a:spcAft>
              <a:buFont typeface="Arial"/>
              <a:buChar char="•"/>
            </a:pPr>
            <a:r>
              <a:rPr lang="en-US" sz="1100">
                <a:solidFill>
                  <a:srgbClr val="0A0A0A"/>
                </a:solidFill>
              </a:rPr>
              <a:t>Agents were described as professional, respectful, welcoming and confident throughout the interaction</a:t>
            </a:r>
          </a:p>
          <a:p>
            <a:pPr marL="137160" indent="-137160">
              <a:spcAft>
                <a:spcPts val="300"/>
              </a:spcAft>
              <a:buFont typeface="Arial"/>
              <a:buChar char="•"/>
            </a:pPr>
            <a:r>
              <a:rPr lang="en-US" sz="1100">
                <a:solidFill>
                  <a:srgbClr val="0A0A0A"/>
                </a:solidFill>
              </a:rPr>
              <a:t>Agents provided accurate information on locations, amenities, prices, availability and project options</a:t>
            </a:r>
          </a:p>
          <a:p>
            <a:pPr marL="137160" indent="-137160">
              <a:spcAft>
                <a:spcPts val="300"/>
              </a:spcAft>
              <a:buFont typeface="Arial"/>
              <a:buChar char="•"/>
            </a:pPr>
            <a:r>
              <a:rPr lang="en-US" sz="1100">
                <a:solidFill>
                  <a:srgbClr val="0A0A0A"/>
                </a:solidFill>
              </a:rPr>
              <a:t>Pick-up support, refreshments and flexible meeting arrangements contributed to a comfortable experience</a:t>
            </a:r>
            <a:endParaRPr lang="en-US" sz="1100" b="0" i="0">
              <a:solidFill>
                <a:srgbClr val="0A0A0A"/>
              </a:solidFill>
              <a:latin typeface="Open Sans Medium"/>
            </a:endParaRPr>
          </a:p>
        </p:txBody>
      </p:sp>
      <p:sp>
        <p:nvSpPr>
          <p:cNvPr id="22" name="Rounded Rectangle 21"/>
          <p:cNvSpPr/>
          <p:nvPr/>
        </p:nvSpPr>
        <p:spPr>
          <a:xfrm>
            <a:off x="6537960" y="3419856"/>
            <a:ext cx="5193792" cy="1911096"/>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720840" y="3593592"/>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20840" y="3877056"/>
            <a:ext cx="4828031" cy="338554"/>
          </a:xfrm>
          <a:prstGeom prst="rect">
            <a:avLst/>
          </a:prstGeom>
          <a:noFill/>
        </p:spPr>
        <p:txBody>
          <a:bodyPr wrap="square" lIns="0" tIns="0" rIns="0" bIns="0" anchor="t">
            <a:spAutoFit/>
          </a:bodyPr>
          <a:lstStyle/>
          <a:p>
            <a:pPr marL="137160" indent="-137160">
              <a:spcAft>
                <a:spcPts val="300"/>
              </a:spcAft>
              <a:buFont typeface="Arial"/>
              <a:buChar char="•"/>
            </a:pPr>
            <a:r>
              <a:rPr lang="en-US" sz="1100">
                <a:solidFill>
                  <a:srgbClr val="0A0A0A"/>
                </a:solidFill>
              </a:rPr>
              <a:t>Limited English fluency during one visit made parts of the project discussion less clear</a:t>
            </a:r>
            <a:endParaRPr lang="en-US" sz="1100" b="0" i="0">
              <a:solidFill>
                <a:srgbClr val="0A0A0A"/>
              </a:solidFill>
              <a:latin typeface="Open Sans Medium"/>
            </a:endParaRPr>
          </a:p>
        </p:txBody>
      </p:sp>
      <p:sp>
        <p:nvSpPr>
          <p:cNvPr id="26" name="Rounded Rectangle 25"/>
          <p:cNvSpPr/>
          <p:nvPr/>
        </p:nvSpPr>
        <p:spPr>
          <a:xfrm>
            <a:off x="365760" y="5440680"/>
            <a:ext cx="11365992" cy="603504"/>
          </a:xfrm>
          <a:prstGeom prst="roundRect">
            <a:avLst>
              <a:gd name="adj" fmla="val 6000"/>
            </a:avLst>
          </a:prstGeom>
          <a:solidFill>
            <a:schemeClr val="bg1">
              <a:lumMod val="95000"/>
            </a:schemeClr>
          </a:solidFill>
          <a:ln w="127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 y="5573155"/>
            <a:ext cx="10881360" cy="338554"/>
          </a:xfrm>
          <a:prstGeom prst="rect">
            <a:avLst/>
          </a:prstGeom>
          <a:noFill/>
        </p:spPr>
        <p:txBody>
          <a:bodyPr wrap="square" lIns="0" tIns="0" rIns="0" bIns="0" anchor="ctr">
            <a:spAutoFit/>
          </a:bodyPr>
          <a:lstStyle/>
          <a:p>
            <a:pPr algn="l"/>
            <a:r>
              <a:rPr sz="950" b="1" i="0">
                <a:solidFill>
                  <a:srgbClr val="0A0A0A"/>
                </a:solidFill>
                <a:latin typeface="Open Sans Medium"/>
              </a:rPr>
              <a:t>RECOMMENDATION   </a:t>
            </a:r>
            <a:r>
              <a:rPr sz="1100" b="0" i="0">
                <a:solidFill>
                  <a:srgbClr val="0A0A0A"/>
                </a:solidFill>
                <a:latin typeface="Open Sans Medium"/>
              </a:rPr>
              <a:t>Set </a:t>
            </a:r>
            <a:r>
              <a:rPr lang="en-IN" sz="1100" b="0" i="0">
                <a:solidFill>
                  <a:srgbClr val="0A0A0A"/>
                </a:solidFill>
                <a:latin typeface="Open Sans Medium"/>
              </a:rPr>
              <a:t>clear callback </a:t>
            </a:r>
            <a:r>
              <a:rPr sz="1100" b="0" i="0">
                <a:solidFill>
                  <a:srgbClr val="0A0A0A"/>
                </a:solidFill>
                <a:latin typeface="Open Sans Medium"/>
              </a:rPr>
              <a:t>and </a:t>
            </a:r>
            <a:r>
              <a:rPr lang="en-IN" sz="1100" b="0" i="0">
                <a:solidFill>
                  <a:srgbClr val="0A0A0A"/>
                </a:solidFill>
                <a:latin typeface="Open Sans Medium"/>
              </a:rPr>
              <a:t>brochure-sharing timelines, with </a:t>
            </a:r>
            <a:r>
              <a:rPr sz="1100" b="0" i="0">
                <a:solidFill>
                  <a:srgbClr val="0A0A0A"/>
                </a:solidFill>
                <a:latin typeface="Open Sans Medium"/>
              </a:rPr>
              <a:t>one </a:t>
            </a:r>
            <a:r>
              <a:rPr lang="en-US" sz="1100" b="0" i="0">
                <a:solidFill>
                  <a:srgbClr val="0A0A0A"/>
                </a:solidFill>
                <a:latin typeface="Open Sans Medium"/>
              </a:rPr>
              <a:t>agent tracking each enquiry to completion. Provide language support when needed </a:t>
            </a:r>
            <a:r>
              <a:rPr sz="1100" b="0" i="0">
                <a:solidFill>
                  <a:srgbClr val="0A0A0A"/>
                </a:solidFill>
                <a:latin typeface="Open Sans Medium"/>
              </a:rPr>
              <a:t>and confirm </a:t>
            </a:r>
            <a:r>
              <a:rPr lang="en-US" sz="1100" b="0" i="0">
                <a:solidFill>
                  <a:srgbClr val="0A0A0A"/>
                </a:solidFill>
                <a:latin typeface="Open Sans Medium"/>
              </a:rPr>
              <a:t>that customers understand project details and next steps</a:t>
            </a:r>
            <a:r>
              <a:rPr sz="1100" b="0" i="0">
                <a:solidFill>
                  <a:srgbClr val="0A0A0A"/>
                </a:solidFill>
                <a:latin typeface="Open Sans Medium"/>
              </a:rPr>
              <a:t>.</a:t>
            </a:r>
          </a:p>
        </p:txBody>
      </p:sp>
      <p:sp>
        <p:nvSpPr>
          <p:cNvPr id="4" name="TextBox 3">
            <a:extLst>
              <a:ext uri="{FF2B5EF4-FFF2-40B4-BE49-F238E27FC236}">
                <a16:creationId xmlns:a16="http://schemas.microsoft.com/office/drawing/2014/main" id="{D9E042F7-1C75-C9D5-EB80-2174997212F9}"/>
              </a:ext>
            </a:extLst>
          </p:cNvPr>
          <p:cNvSpPr txBox="1"/>
          <p:nvPr/>
        </p:nvSpPr>
        <p:spPr>
          <a:xfrm>
            <a:off x="6949440" y="1583416"/>
            <a:ext cx="4645152" cy="161583"/>
          </a:xfrm>
          <a:prstGeom prst="rect">
            <a:avLst/>
          </a:prstGeom>
          <a:noFill/>
        </p:spPr>
        <p:txBody>
          <a:bodyPr wrap="square" lIns="0" tIns="0" rIns="0" bIns="0" anchor="ctr">
            <a:spAutoFit/>
          </a:bodyPr>
          <a:lstStyle/>
          <a:p>
            <a:pPr algn="l"/>
            <a:r>
              <a:rPr lang="en-IN" sz="1050" b="1" i="0">
                <a:solidFill>
                  <a:srgbClr val="0A0A0A"/>
                </a:solidFill>
                <a:latin typeface="Open Sans Medium"/>
              </a:rPr>
              <a:t>AREAS THAT WENT WELL</a:t>
            </a:r>
          </a:p>
        </p:txBody>
      </p:sp>
      <p:sp>
        <p:nvSpPr>
          <p:cNvPr id="13" name="TextBox 12">
            <a:extLst>
              <a:ext uri="{FF2B5EF4-FFF2-40B4-BE49-F238E27FC236}">
                <a16:creationId xmlns:a16="http://schemas.microsoft.com/office/drawing/2014/main" id="{94349CD8-188A-74AB-FA8D-6AD44DA41773}"/>
              </a:ext>
            </a:extLst>
          </p:cNvPr>
          <p:cNvSpPr txBox="1"/>
          <p:nvPr/>
        </p:nvSpPr>
        <p:spPr>
          <a:xfrm>
            <a:off x="6949440" y="3585952"/>
            <a:ext cx="4645152" cy="161583"/>
          </a:xfrm>
          <a:prstGeom prst="rect">
            <a:avLst/>
          </a:prstGeom>
          <a:noFill/>
        </p:spPr>
        <p:txBody>
          <a:bodyPr wrap="square" lIns="0" tIns="0" rIns="0" bIns="0" anchor="ctr">
            <a:spAutoFit/>
          </a:bodyPr>
          <a:lstStyle/>
          <a:p>
            <a:pPr algn="l"/>
            <a:r>
              <a:rPr lang="en-US" sz="1050" b="1" i="0">
                <a:solidFill>
                  <a:srgbClr val="0A0A0A"/>
                </a:solidFill>
                <a:latin typeface="Open Sans Medium"/>
              </a:rPr>
              <a:t>AREAS THAT DID NOT GO WELL</a:t>
            </a:r>
          </a:p>
        </p:txBody>
      </p:sp>
      <p:sp>
        <p:nvSpPr>
          <p:cNvPr id="28" name="TextBox 24">
            <a:extLst>
              <a:ext uri="{FF2B5EF4-FFF2-40B4-BE49-F238E27FC236}">
                <a16:creationId xmlns:a16="http://schemas.microsoft.com/office/drawing/2014/main" id="{D45871D8-12C7-F77A-8FED-57D653119A75}"/>
              </a:ext>
            </a:extLst>
          </p:cNvPr>
          <p:cNvSpPr txBox="1"/>
          <p:nvPr/>
        </p:nvSpPr>
        <p:spPr>
          <a:xfrm>
            <a:off x="7165848" y="6216748"/>
            <a:ext cx="4565904"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bg2">
                    <a:lumMod val="50000"/>
                  </a:schemeClr>
                </a:solidFill>
              </a:rPr>
              <a:t>*Insights generated from analysis of comments</a:t>
            </a:r>
          </a:p>
        </p:txBody>
      </p:sp>
      <p:sp>
        <p:nvSpPr>
          <p:cNvPr id="10" name="TextBox 9">
            <a:extLst>
              <a:ext uri="{FF2B5EF4-FFF2-40B4-BE49-F238E27FC236}">
                <a16:creationId xmlns:a16="http://schemas.microsoft.com/office/drawing/2014/main" id="{CCF585C5-F9BD-9770-38ED-784F9C54F415}"/>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C790-4E53-99FF-1237-03701EBCC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9A3AB5-A6E4-F6B5-283E-4276F8CEA7FA}"/>
              </a:ext>
            </a:extLst>
          </p:cNvPr>
          <p:cNvSpPr>
            <a:spLocks noGrp="1"/>
          </p:cNvSpPr>
          <p:nvPr>
            <p:ph type="title"/>
          </p:nvPr>
        </p:nvSpPr>
        <p:spPr>
          <a:xfrm>
            <a:off x="606490" y="2928666"/>
            <a:ext cx="8873412" cy="1000668"/>
          </a:xfrm>
        </p:spPr>
        <p:txBody>
          <a:bodyPr anchor="ctr"/>
          <a:lstStyle/>
          <a:p>
            <a:r>
              <a:rPr lang="en-US"/>
              <a:t>DATA LEAKAGE</a:t>
            </a:r>
            <a:endParaRPr lang="en-SG" noProof="0"/>
          </a:p>
        </p:txBody>
      </p:sp>
      <p:sp>
        <p:nvSpPr>
          <p:cNvPr id="3" name="Title 6">
            <a:extLst>
              <a:ext uri="{FF2B5EF4-FFF2-40B4-BE49-F238E27FC236}">
                <a16:creationId xmlns:a16="http://schemas.microsoft.com/office/drawing/2014/main" id="{F569E29B-2CA1-A70A-502C-FE07E99E350D}"/>
              </a:ext>
            </a:extLst>
          </p:cNvPr>
          <p:cNvSpPr txBox="1">
            <a:spLocks/>
          </p:cNvSpPr>
          <p:nvPr/>
        </p:nvSpPr>
        <p:spPr>
          <a:xfrm>
            <a:off x="8188504" y="6218480"/>
            <a:ext cx="1700652" cy="3690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0000"/>
                </a:solidFill>
                <a:latin typeface="+mj-lt"/>
                <a:ea typeface="+mj-ea"/>
                <a:cs typeface="+mj-cs"/>
              </a:defRPr>
            </a:lvl1pPr>
          </a:lstStyle>
          <a:p>
            <a:pPr algn="r"/>
            <a:r>
              <a:rPr lang="en-SG" sz="1400">
                <a:latin typeface="+mn-lt"/>
              </a:rPr>
              <a:t>Prepared by</a:t>
            </a:r>
          </a:p>
        </p:txBody>
      </p:sp>
      <p:pic>
        <p:nvPicPr>
          <p:cNvPr id="5" name="Picture 4">
            <a:extLst>
              <a:ext uri="{FF2B5EF4-FFF2-40B4-BE49-F238E27FC236}">
                <a16:creationId xmlns:a16="http://schemas.microsoft.com/office/drawing/2014/main" id="{7C902F0B-AD0C-6BF8-3AB3-53120A3CA74A}"/>
              </a:ext>
            </a:extLst>
          </p:cNvPr>
          <p:cNvPicPr>
            <a:picLocks noChangeAspect="1"/>
          </p:cNvPicPr>
          <p:nvPr/>
        </p:nvPicPr>
        <p:blipFill>
          <a:blip r:embed="rId2"/>
          <a:stretch>
            <a:fillRect/>
          </a:stretch>
        </p:blipFill>
        <p:spPr>
          <a:xfrm>
            <a:off x="694901" y="300287"/>
            <a:ext cx="3521044" cy="1967545"/>
          </a:xfrm>
          <a:prstGeom prst="rect">
            <a:avLst/>
          </a:prstGeom>
        </p:spPr>
      </p:pic>
      <p:sp>
        <p:nvSpPr>
          <p:cNvPr id="6" name="TextBox 5">
            <a:extLst>
              <a:ext uri="{FF2B5EF4-FFF2-40B4-BE49-F238E27FC236}">
                <a16:creationId xmlns:a16="http://schemas.microsoft.com/office/drawing/2014/main" id="{5D6FA973-A4B5-7AD0-34CF-E9ED0E841AA4}"/>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extLst>
      <p:ext uri="{BB962C8B-B14F-4D97-AF65-F5344CB8AC3E}">
        <p14:creationId xmlns:p14="http://schemas.microsoft.com/office/powerpoint/2010/main" val="1846382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DATA LEAKAGE AND CHANNEL INTEGRITY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20</a:t>
            </a:fld>
            <a:endParaRPr lang="en-IN" sz="1000" b="0" spc="0">
              <a:solidFill>
                <a:srgbClr val="AAB7C4"/>
              </a:solidFill>
              <a:latin typeface="Open Sans Medium"/>
            </a:endParaRPr>
          </a:p>
        </p:txBody>
      </p:sp>
      <p:sp>
        <p:nvSpPr>
          <p:cNvPr id="7" name="TextBox 6"/>
          <p:cNvSpPr txBox="1"/>
          <p:nvPr/>
        </p:nvSpPr>
        <p:spPr>
          <a:xfrm>
            <a:off x="457200" y="818275"/>
            <a:ext cx="10972800"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t>Six integrity signals to escalate</a:t>
            </a:r>
          </a:p>
        </p:txBody>
      </p:sp>
      <p:sp>
        <p:nvSpPr>
          <p:cNvPr id="9" name="Rounded Rectangle 8"/>
          <p:cNvSpPr/>
          <p:nvPr/>
        </p:nvSpPr>
        <p:spPr>
          <a:xfrm>
            <a:off x="457200" y="1572768"/>
            <a:ext cx="3630168" cy="210312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10" name="Oval 9"/>
          <p:cNvSpPr/>
          <p:nvPr/>
        </p:nvSpPr>
        <p:spPr>
          <a:xfrm>
            <a:off x="3703320" y="1746504"/>
            <a:ext cx="182880" cy="182880"/>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741371"/>
            <a:ext cx="2926080" cy="430887"/>
          </a:xfrm>
          <a:prstGeom prst="rect">
            <a:avLst/>
          </a:prstGeom>
          <a:noFill/>
        </p:spPr>
        <p:txBody>
          <a:bodyPr wrap="square" lIns="0" tIns="0" rIns="0" bIns="0" anchor="ctr">
            <a:spAutoFit/>
          </a:bodyPr>
          <a:lstStyle/>
          <a:p>
            <a:pPr algn="l"/>
            <a:r>
              <a:rPr lang="en-IN" sz="2800" b="1" i="0">
                <a:solidFill>
                  <a:srgbClr val="D7262B"/>
                </a:solidFill>
                <a:latin typeface="Open Sans Medium"/>
              </a:rPr>
              <a:t>13</a:t>
            </a:r>
            <a:r>
              <a:rPr sz="2800" b="1" i="0">
                <a:solidFill>
                  <a:srgbClr val="D7262B"/>
                </a:solidFill>
                <a:latin typeface="Open Sans Medium"/>
              </a:rPr>
              <a:t>%</a:t>
            </a:r>
          </a:p>
        </p:txBody>
      </p:sp>
      <p:sp>
        <p:nvSpPr>
          <p:cNvPr id="12" name="TextBox 11"/>
          <p:cNvSpPr txBox="1"/>
          <p:nvPr/>
        </p:nvSpPr>
        <p:spPr>
          <a:xfrm>
            <a:off x="658368" y="2258568"/>
            <a:ext cx="3246120" cy="274320"/>
          </a:xfrm>
          <a:prstGeom prst="rect">
            <a:avLst/>
          </a:prstGeom>
          <a:noFill/>
        </p:spPr>
        <p:txBody>
          <a:bodyPr wrap="square" lIns="0" tIns="0" rIns="0" bIns="0" anchor="t">
            <a:spAutoFit/>
          </a:bodyPr>
          <a:lstStyle/>
          <a:p>
            <a:pPr algn="l"/>
            <a:r>
              <a:rPr sz="1150" b="1" i="0">
                <a:solidFill>
                  <a:srgbClr val="0A0A0A"/>
                </a:solidFill>
                <a:latin typeface="Open Sans Medium"/>
              </a:rPr>
              <a:t>Leakage cases under review</a:t>
            </a:r>
          </a:p>
        </p:txBody>
      </p:sp>
      <p:sp>
        <p:nvSpPr>
          <p:cNvPr id="13" name="TextBox 12"/>
          <p:cNvSpPr txBox="1"/>
          <p:nvPr/>
        </p:nvSpPr>
        <p:spPr>
          <a:xfrm>
            <a:off x="658368" y="2551176"/>
            <a:ext cx="3246120" cy="507831"/>
          </a:xfrm>
          <a:prstGeom prst="rect">
            <a:avLst/>
          </a:prstGeom>
          <a:noFill/>
        </p:spPr>
        <p:txBody>
          <a:bodyPr wrap="square" lIns="0" tIns="0" rIns="0" bIns="0" anchor="t">
            <a:spAutoFit/>
          </a:bodyPr>
          <a:lstStyle/>
          <a:p>
            <a:pPr algn="l"/>
            <a:r>
              <a:rPr lang="en-IN" sz="1100">
                <a:solidFill>
                  <a:srgbClr val="1A1A1A"/>
                </a:solidFill>
                <a:latin typeface="Open Sans Medium"/>
              </a:rPr>
              <a:t>7</a:t>
            </a:r>
            <a:r>
              <a:rPr sz="1100" b="0" i="0">
                <a:solidFill>
                  <a:srgbClr val="1A1A1A"/>
                </a:solidFill>
                <a:latin typeface="Open Sans Medium"/>
              </a:rPr>
              <a:t> of </a:t>
            </a:r>
            <a:r>
              <a:rPr lang="en-IN" sz="1100" b="0" i="0">
                <a:solidFill>
                  <a:srgbClr val="1A1A1A"/>
                </a:solidFill>
                <a:latin typeface="Open Sans Medium"/>
              </a:rPr>
              <a:t>53</a:t>
            </a:r>
            <a:r>
              <a:rPr sz="1100" b="0" i="0">
                <a:solidFill>
                  <a:srgbClr val="1A1A1A"/>
                </a:solidFill>
                <a:latin typeface="Open Sans Medium"/>
              </a:rPr>
              <a:t> evaluations: V.22908, V.23203, V.22867, V.14893, V.23788 </a:t>
            </a:r>
            <a:r>
              <a:rPr lang="en-IN" sz="1100" b="0" i="0">
                <a:solidFill>
                  <a:srgbClr val="1A1A1A"/>
                </a:solidFill>
                <a:latin typeface="Open Sans Medium"/>
              </a:rPr>
              <a:t>, V.27712 </a:t>
            </a:r>
            <a:r>
              <a:rPr sz="1100" b="0" i="0">
                <a:solidFill>
                  <a:srgbClr val="1A1A1A"/>
                </a:solidFill>
                <a:latin typeface="Open Sans Medium"/>
              </a:rPr>
              <a:t>and V.29389. Their journeys follow on the next slides.</a:t>
            </a:r>
          </a:p>
        </p:txBody>
      </p:sp>
      <p:sp>
        <p:nvSpPr>
          <p:cNvPr id="14" name="Rounded Rectangle 13"/>
          <p:cNvSpPr/>
          <p:nvPr/>
        </p:nvSpPr>
        <p:spPr>
          <a:xfrm>
            <a:off x="4279392" y="1572768"/>
            <a:ext cx="3630168" cy="210312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15" name="Oval 14"/>
          <p:cNvSpPr/>
          <p:nvPr/>
        </p:nvSpPr>
        <p:spPr>
          <a:xfrm>
            <a:off x="7525512" y="1746504"/>
            <a:ext cx="182880" cy="182880"/>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59" y="1741371"/>
            <a:ext cx="2926080" cy="430887"/>
          </a:xfrm>
          <a:prstGeom prst="rect">
            <a:avLst/>
          </a:prstGeom>
          <a:noFill/>
        </p:spPr>
        <p:txBody>
          <a:bodyPr wrap="square" lIns="0" tIns="0" rIns="0" bIns="0" anchor="ctr">
            <a:spAutoFit/>
          </a:bodyPr>
          <a:lstStyle/>
          <a:p>
            <a:pPr algn="l"/>
            <a:r>
              <a:rPr lang="en-IN" sz="2800" b="1">
                <a:solidFill>
                  <a:srgbClr val="D7262B"/>
                </a:solidFill>
                <a:latin typeface="Open Sans Medium"/>
              </a:rPr>
              <a:t>43</a:t>
            </a:r>
            <a:r>
              <a:rPr sz="2800" b="1" i="0">
                <a:solidFill>
                  <a:srgbClr val="D7262B"/>
                </a:solidFill>
                <a:latin typeface="Open Sans Medium"/>
              </a:rPr>
              <a:t>%</a:t>
            </a:r>
          </a:p>
        </p:txBody>
      </p:sp>
      <p:sp>
        <p:nvSpPr>
          <p:cNvPr id="17" name="TextBox 16"/>
          <p:cNvSpPr txBox="1"/>
          <p:nvPr/>
        </p:nvSpPr>
        <p:spPr>
          <a:xfrm>
            <a:off x="4480559" y="2258568"/>
            <a:ext cx="3246120" cy="274320"/>
          </a:xfrm>
          <a:prstGeom prst="rect">
            <a:avLst/>
          </a:prstGeom>
          <a:noFill/>
        </p:spPr>
        <p:txBody>
          <a:bodyPr wrap="square" lIns="0" tIns="0" rIns="0" bIns="0" anchor="t">
            <a:spAutoFit/>
          </a:bodyPr>
          <a:lstStyle/>
          <a:p>
            <a:pPr algn="l"/>
            <a:r>
              <a:rPr sz="1150" b="1" i="0">
                <a:solidFill>
                  <a:srgbClr val="0A0A0A"/>
                </a:solidFill>
                <a:latin typeface="Open Sans Medium"/>
              </a:rPr>
              <a:t>Of the cases trace to one brokerage</a:t>
            </a:r>
          </a:p>
        </p:txBody>
      </p:sp>
      <p:sp>
        <p:nvSpPr>
          <p:cNvPr id="18" name="TextBox 17"/>
          <p:cNvSpPr txBox="1"/>
          <p:nvPr/>
        </p:nvSpPr>
        <p:spPr>
          <a:xfrm>
            <a:off x="4480559" y="2551176"/>
            <a:ext cx="3246120" cy="677108"/>
          </a:xfrm>
          <a:prstGeom prst="rect">
            <a:avLst/>
          </a:prstGeom>
          <a:noFill/>
        </p:spPr>
        <p:txBody>
          <a:bodyPr wrap="square" lIns="0" tIns="0" rIns="0" bIns="0" anchor="t">
            <a:spAutoFit/>
          </a:bodyPr>
          <a:lstStyle/>
          <a:p>
            <a:pPr algn="l"/>
            <a:r>
              <a:rPr lang="en-US" sz="1100" b="1" i="0">
                <a:solidFill>
                  <a:srgbClr val="D7262B"/>
                </a:solidFill>
                <a:latin typeface="Open Sans Medium"/>
              </a:rPr>
              <a:t>Profound Realtors called after 3 of the 7 cases</a:t>
            </a:r>
            <a:r>
              <a:rPr sz="1100" b="0" i="0">
                <a:solidFill>
                  <a:srgbClr val="1A1A1A"/>
                </a:solidFill>
                <a:latin typeface="Open Sans Medium"/>
              </a:rPr>
              <a:t>, all remote enquiries: call (V.22867), web form (V.23788) and Instagram (V.29389). Each time the caller cited a marketing campaign.</a:t>
            </a:r>
          </a:p>
        </p:txBody>
      </p:sp>
      <p:sp>
        <p:nvSpPr>
          <p:cNvPr id="19" name="Rounded Rectangle 18"/>
          <p:cNvSpPr/>
          <p:nvPr/>
        </p:nvSpPr>
        <p:spPr>
          <a:xfrm>
            <a:off x="8101583" y="1572768"/>
            <a:ext cx="3630168" cy="210312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20" name="Oval 19"/>
          <p:cNvSpPr/>
          <p:nvPr/>
        </p:nvSpPr>
        <p:spPr>
          <a:xfrm>
            <a:off x="11347704" y="1746504"/>
            <a:ext cx="182880" cy="182880"/>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1741371"/>
            <a:ext cx="2926080" cy="430887"/>
          </a:xfrm>
          <a:prstGeom prst="rect">
            <a:avLst/>
          </a:prstGeom>
          <a:noFill/>
        </p:spPr>
        <p:txBody>
          <a:bodyPr wrap="square" lIns="0" tIns="0" rIns="0" bIns="0" anchor="ctr">
            <a:spAutoFit/>
          </a:bodyPr>
          <a:lstStyle/>
          <a:p>
            <a:pPr algn="l"/>
            <a:r>
              <a:rPr lang="en-IN" sz="2800" b="1">
                <a:solidFill>
                  <a:srgbClr val="D7262B"/>
                </a:solidFill>
                <a:latin typeface="Open Sans Medium"/>
              </a:rPr>
              <a:t>8</a:t>
            </a:r>
            <a:r>
              <a:rPr sz="2800" b="1" i="0">
                <a:solidFill>
                  <a:srgbClr val="D7262B"/>
                </a:solidFill>
                <a:latin typeface="Open Sans Medium"/>
              </a:rPr>
              <a:t>%</a:t>
            </a:r>
          </a:p>
        </p:txBody>
      </p:sp>
      <p:sp>
        <p:nvSpPr>
          <p:cNvPr id="22" name="TextBox 21"/>
          <p:cNvSpPr txBox="1"/>
          <p:nvPr/>
        </p:nvSpPr>
        <p:spPr>
          <a:xfrm>
            <a:off x="8302752" y="2258568"/>
            <a:ext cx="3246120" cy="274320"/>
          </a:xfrm>
          <a:prstGeom prst="rect">
            <a:avLst/>
          </a:prstGeom>
          <a:noFill/>
        </p:spPr>
        <p:txBody>
          <a:bodyPr wrap="square" lIns="0" tIns="0" rIns="0" bIns="0" anchor="t">
            <a:spAutoFit/>
          </a:bodyPr>
          <a:lstStyle/>
          <a:p>
            <a:pPr algn="l"/>
            <a:r>
              <a:rPr sz="1150" b="1" i="0">
                <a:solidFill>
                  <a:srgbClr val="0A0A0A"/>
                </a:solidFill>
                <a:latin typeface="Open Sans Medium"/>
              </a:rPr>
              <a:t>Third-party call reported in the survey</a:t>
            </a:r>
          </a:p>
        </p:txBody>
      </p:sp>
      <p:sp>
        <p:nvSpPr>
          <p:cNvPr id="23" name="TextBox 22"/>
          <p:cNvSpPr txBox="1"/>
          <p:nvPr/>
        </p:nvSpPr>
        <p:spPr>
          <a:xfrm>
            <a:off x="8302752" y="2551176"/>
            <a:ext cx="3246120" cy="677108"/>
          </a:xfrm>
          <a:prstGeom prst="rect">
            <a:avLst/>
          </a:prstGeom>
          <a:noFill/>
        </p:spPr>
        <p:txBody>
          <a:bodyPr wrap="square" lIns="0" tIns="0" rIns="0" bIns="0" anchor="t">
            <a:spAutoFit/>
          </a:bodyPr>
          <a:lstStyle/>
          <a:p>
            <a:pPr algn="l"/>
            <a:r>
              <a:rPr lang="en-US" sz="1100" b="0" i="0">
                <a:solidFill>
                  <a:srgbClr val="1A1A1A"/>
                </a:solidFill>
                <a:latin typeface="Open Sans Medium"/>
              </a:rPr>
              <a:t>4 of 53: V.22867, V.23203, V.29389 and V.27712 where a second caller used a Binghatti number. Two further cases (V.23788, V.22908) surfaced only through evaluator escalation.</a:t>
            </a:r>
          </a:p>
        </p:txBody>
      </p:sp>
      <p:sp>
        <p:nvSpPr>
          <p:cNvPr id="24" name="Rounded Rectangle 23"/>
          <p:cNvSpPr/>
          <p:nvPr/>
        </p:nvSpPr>
        <p:spPr>
          <a:xfrm>
            <a:off x="457200" y="3813048"/>
            <a:ext cx="3630168" cy="210312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lang="en-IN" sz="2800">
              <a:solidFill>
                <a:srgbClr val="D7262B"/>
              </a:solidFill>
              <a:latin typeface="+mj-lt"/>
            </a:endParaRPr>
          </a:p>
        </p:txBody>
      </p:sp>
      <p:sp>
        <p:nvSpPr>
          <p:cNvPr id="25" name="Oval 24"/>
          <p:cNvSpPr/>
          <p:nvPr/>
        </p:nvSpPr>
        <p:spPr>
          <a:xfrm>
            <a:off x="3703320" y="3986784"/>
            <a:ext cx="182880" cy="182880"/>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3981652"/>
            <a:ext cx="2926080" cy="430887"/>
          </a:xfrm>
          <a:prstGeom prst="rect">
            <a:avLst/>
          </a:prstGeom>
          <a:noFill/>
        </p:spPr>
        <p:txBody>
          <a:bodyPr wrap="square" lIns="0" tIns="0" rIns="0" bIns="0" anchor="ctr">
            <a:spAutoFit/>
          </a:bodyPr>
          <a:lstStyle/>
          <a:p>
            <a:pPr algn="l"/>
            <a:r>
              <a:rPr lang="en-IN" sz="2800" b="1" i="0">
                <a:solidFill>
                  <a:srgbClr val="D7262B"/>
                </a:solidFill>
                <a:latin typeface="Open Sans Medium"/>
              </a:rPr>
              <a:t>17%</a:t>
            </a:r>
          </a:p>
        </p:txBody>
      </p:sp>
      <p:sp>
        <p:nvSpPr>
          <p:cNvPr id="27" name="TextBox 26"/>
          <p:cNvSpPr txBox="1"/>
          <p:nvPr/>
        </p:nvSpPr>
        <p:spPr>
          <a:xfrm>
            <a:off x="658368" y="4498848"/>
            <a:ext cx="3246120" cy="274320"/>
          </a:xfrm>
          <a:prstGeom prst="rect">
            <a:avLst/>
          </a:prstGeom>
          <a:noFill/>
        </p:spPr>
        <p:txBody>
          <a:bodyPr wrap="square" lIns="0" tIns="0" rIns="0" bIns="0" anchor="t">
            <a:spAutoFit/>
          </a:bodyPr>
          <a:lstStyle/>
          <a:p>
            <a:pPr algn="l"/>
            <a:r>
              <a:rPr sz="1150" b="1" i="0">
                <a:solidFill>
                  <a:srgbClr val="0A0A0A"/>
                </a:solidFill>
                <a:latin typeface="Open Sans Medium"/>
              </a:rPr>
              <a:t>Broker passback discount affirmed</a:t>
            </a:r>
          </a:p>
        </p:txBody>
      </p:sp>
      <p:sp>
        <p:nvSpPr>
          <p:cNvPr id="28" name="TextBox 27"/>
          <p:cNvSpPr txBox="1"/>
          <p:nvPr/>
        </p:nvSpPr>
        <p:spPr>
          <a:xfrm>
            <a:off x="658368" y="4791456"/>
            <a:ext cx="3246120" cy="507831"/>
          </a:xfrm>
          <a:prstGeom prst="rect">
            <a:avLst/>
          </a:prstGeom>
          <a:noFill/>
        </p:spPr>
        <p:txBody>
          <a:bodyPr wrap="square" lIns="0" tIns="0" rIns="0" bIns="0" anchor="t">
            <a:spAutoFit/>
          </a:bodyPr>
          <a:lstStyle/>
          <a:p>
            <a:pPr algn="l"/>
            <a:r>
              <a:rPr lang="en-IN" sz="1100" b="0" i="0">
                <a:solidFill>
                  <a:srgbClr val="1A1A1A"/>
                </a:solidFill>
                <a:latin typeface="Open Sans Medium"/>
              </a:rPr>
              <a:t>4 of 23 visits. Offices: Feras Al Hussein (V.23840), Mohammed Seddikkhair (V.23490), Gihan (V.31710). Kiosk: Feras Alhussein, Mirdif (V.29385).</a:t>
            </a:r>
          </a:p>
        </p:txBody>
      </p:sp>
      <p:sp>
        <p:nvSpPr>
          <p:cNvPr id="29" name="Rounded Rectangle 28"/>
          <p:cNvSpPr/>
          <p:nvPr/>
        </p:nvSpPr>
        <p:spPr>
          <a:xfrm>
            <a:off x="4279391" y="3813048"/>
            <a:ext cx="3639311" cy="210312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lang="en-IN" sz="2800">
              <a:solidFill>
                <a:srgbClr val="D7262B"/>
              </a:solidFill>
              <a:latin typeface="+mj-lt"/>
            </a:endParaRPr>
          </a:p>
        </p:txBody>
      </p:sp>
      <p:sp>
        <p:nvSpPr>
          <p:cNvPr id="30" name="Oval 29"/>
          <p:cNvSpPr/>
          <p:nvPr/>
        </p:nvSpPr>
        <p:spPr>
          <a:xfrm>
            <a:off x="7525512" y="3986784"/>
            <a:ext cx="182880" cy="182880"/>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80559" y="3981652"/>
            <a:ext cx="2926080" cy="430887"/>
          </a:xfrm>
          <a:prstGeom prst="rect">
            <a:avLst/>
          </a:prstGeom>
          <a:noFill/>
        </p:spPr>
        <p:txBody>
          <a:bodyPr wrap="square" lIns="0" tIns="0" rIns="0" bIns="0" anchor="ctr">
            <a:spAutoFit/>
          </a:bodyPr>
          <a:lstStyle/>
          <a:p>
            <a:pPr algn="l"/>
            <a:r>
              <a:rPr lang="en-IN" sz="2800" b="1" i="0">
                <a:solidFill>
                  <a:srgbClr val="D7262B"/>
                </a:solidFill>
                <a:latin typeface="Open Sans Medium"/>
              </a:rPr>
              <a:t>17%</a:t>
            </a:r>
          </a:p>
        </p:txBody>
      </p:sp>
      <p:sp>
        <p:nvSpPr>
          <p:cNvPr id="32" name="TextBox 31"/>
          <p:cNvSpPr txBox="1"/>
          <p:nvPr/>
        </p:nvSpPr>
        <p:spPr>
          <a:xfrm>
            <a:off x="4480559" y="4498848"/>
            <a:ext cx="3246120" cy="274320"/>
          </a:xfrm>
          <a:prstGeom prst="rect">
            <a:avLst/>
          </a:prstGeom>
          <a:noFill/>
        </p:spPr>
        <p:txBody>
          <a:bodyPr wrap="square" lIns="0" tIns="0" rIns="0" bIns="0" anchor="t">
            <a:spAutoFit/>
          </a:bodyPr>
          <a:lstStyle/>
          <a:p>
            <a:pPr algn="l"/>
            <a:r>
              <a:rPr sz="1150" b="1" i="0">
                <a:solidFill>
                  <a:srgbClr val="0A0A0A"/>
                </a:solidFill>
                <a:latin typeface="Open Sans Medium"/>
              </a:rPr>
              <a:t>Asked to keep the offer confidential</a:t>
            </a:r>
          </a:p>
        </p:txBody>
      </p:sp>
      <p:sp>
        <p:nvSpPr>
          <p:cNvPr id="33" name="TextBox 32"/>
          <p:cNvSpPr txBox="1"/>
          <p:nvPr/>
        </p:nvSpPr>
        <p:spPr>
          <a:xfrm>
            <a:off x="4480559" y="4791455"/>
            <a:ext cx="3438144" cy="507831"/>
          </a:xfrm>
          <a:prstGeom prst="rect">
            <a:avLst/>
          </a:prstGeom>
          <a:noFill/>
        </p:spPr>
        <p:txBody>
          <a:bodyPr wrap="square" lIns="0" tIns="0" rIns="0" bIns="0" anchor="t">
            <a:spAutoFit/>
          </a:bodyPr>
          <a:lstStyle/>
          <a:p>
            <a:r>
              <a:rPr lang="en-IN" sz="1100" b="0" i="0">
                <a:solidFill>
                  <a:srgbClr val="1A1A1A"/>
                </a:solidFill>
                <a:latin typeface="Open Sans Medium"/>
              </a:rPr>
              <a:t>4 of 24 visits. </a:t>
            </a:r>
            <a:r>
              <a:rPr lang="en-IN" sz="1100">
                <a:solidFill>
                  <a:srgbClr val="1A1A1A"/>
                </a:solidFill>
              </a:rPr>
              <a:t>Mohammed Seddikkhair (V.23490), Hatem and Sameh (V.23489), Imad and Sameh (V.23205). Kiosk: Eiyad Talaat (V.25700).</a:t>
            </a:r>
            <a:endParaRPr lang="en-IN" sz="1100" b="0" i="0">
              <a:solidFill>
                <a:srgbClr val="1A1A1A"/>
              </a:solidFill>
              <a:latin typeface="Open Sans Medium"/>
            </a:endParaRPr>
          </a:p>
        </p:txBody>
      </p:sp>
      <p:sp>
        <p:nvSpPr>
          <p:cNvPr id="34" name="Rounded Rectangle 33"/>
          <p:cNvSpPr/>
          <p:nvPr/>
        </p:nvSpPr>
        <p:spPr>
          <a:xfrm>
            <a:off x="8101583" y="3813048"/>
            <a:ext cx="3630168" cy="210312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lang="en-IN" sz="2800">
              <a:solidFill>
                <a:srgbClr val="D7262B"/>
              </a:solidFill>
              <a:latin typeface="+mj-lt"/>
            </a:endParaRPr>
          </a:p>
        </p:txBody>
      </p:sp>
      <p:sp>
        <p:nvSpPr>
          <p:cNvPr id="35" name="Oval 34"/>
          <p:cNvSpPr/>
          <p:nvPr/>
        </p:nvSpPr>
        <p:spPr>
          <a:xfrm>
            <a:off x="11347704" y="3986784"/>
            <a:ext cx="182880" cy="182880"/>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02752" y="3981652"/>
            <a:ext cx="2926080" cy="430887"/>
          </a:xfrm>
          <a:prstGeom prst="rect">
            <a:avLst/>
          </a:prstGeom>
          <a:noFill/>
        </p:spPr>
        <p:txBody>
          <a:bodyPr wrap="square" lIns="0" tIns="0" rIns="0" bIns="0" anchor="ctr">
            <a:spAutoFit/>
          </a:bodyPr>
          <a:lstStyle/>
          <a:p>
            <a:pPr algn="l"/>
            <a:r>
              <a:rPr lang="en-IN" sz="2800" b="1" i="0">
                <a:solidFill>
                  <a:srgbClr val="D7262B"/>
                </a:solidFill>
                <a:latin typeface="Open Sans Medium"/>
              </a:rPr>
              <a:t>33%</a:t>
            </a:r>
          </a:p>
        </p:txBody>
      </p:sp>
      <p:sp>
        <p:nvSpPr>
          <p:cNvPr id="37" name="TextBox 36"/>
          <p:cNvSpPr txBox="1"/>
          <p:nvPr/>
        </p:nvSpPr>
        <p:spPr>
          <a:xfrm>
            <a:off x="8302752" y="4498848"/>
            <a:ext cx="3246120" cy="274320"/>
          </a:xfrm>
          <a:prstGeom prst="rect">
            <a:avLst/>
          </a:prstGeom>
          <a:noFill/>
        </p:spPr>
        <p:txBody>
          <a:bodyPr wrap="square" lIns="0" tIns="0" rIns="0" bIns="0" anchor="t">
            <a:spAutoFit/>
          </a:bodyPr>
          <a:lstStyle/>
          <a:p>
            <a:pPr algn="l"/>
            <a:r>
              <a:rPr sz="1150" b="1" i="0">
                <a:solidFill>
                  <a:srgbClr val="0A0A0A"/>
                </a:solidFill>
                <a:latin typeface="Open Sans Medium"/>
              </a:rPr>
              <a:t>Follow-up from an unlisted number</a:t>
            </a:r>
          </a:p>
        </p:txBody>
      </p:sp>
      <p:sp>
        <p:nvSpPr>
          <p:cNvPr id="38" name="TextBox 37"/>
          <p:cNvSpPr txBox="1"/>
          <p:nvPr/>
        </p:nvSpPr>
        <p:spPr>
          <a:xfrm>
            <a:off x="8302752" y="4791456"/>
            <a:ext cx="3246120" cy="677108"/>
          </a:xfrm>
          <a:prstGeom prst="rect">
            <a:avLst/>
          </a:prstGeom>
          <a:noFill/>
        </p:spPr>
        <p:txBody>
          <a:bodyPr wrap="square" lIns="0" tIns="0" rIns="0" bIns="0" anchor="t">
            <a:spAutoFit/>
          </a:bodyPr>
          <a:lstStyle/>
          <a:p>
            <a:r>
              <a:rPr lang="en-US" sz="1100" b="0" i="0">
                <a:solidFill>
                  <a:srgbClr val="1A1A1A"/>
                </a:solidFill>
                <a:latin typeface="Open Sans Medium"/>
              </a:rPr>
              <a:t>4 of 12 answers: </a:t>
            </a:r>
            <a:r>
              <a:rPr lang="en-US" sz="1100">
                <a:solidFill>
                  <a:srgbClr val="1A1A1A"/>
                </a:solidFill>
              </a:rPr>
              <a:t>: kiosks V.23203 (Mehak Muhammad), V.23880 (Ahmed Hussain Akar), V.23209 (Ammara); office V.23840 (follow-up by Godwill).</a:t>
            </a:r>
            <a:endParaRPr lang="en-US" sz="1100" b="0" i="0">
              <a:solidFill>
                <a:srgbClr val="1A1A1A"/>
              </a:solidFill>
              <a:latin typeface="Open Sans Medium"/>
            </a:endParaRPr>
          </a:p>
        </p:txBody>
      </p:sp>
      <p:sp>
        <p:nvSpPr>
          <p:cNvPr id="5" name="TextBox 4">
            <a:extLst>
              <a:ext uri="{FF2B5EF4-FFF2-40B4-BE49-F238E27FC236}">
                <a16:creationId xmlns:a16="http://schemas.microsoft.com/office/drawing/2014/main" id="{ABBC9DC3-11E1-1C0A-739A-594B16B52346}"/>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LEAKAGE CUSTOMER JOURNEY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21</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p>
            <a:pPr algn="l"/>
            <a:r>
              <a:rPr sz="2200" b="0" i="0">
                <a:solidFill>
                  <a:srgbClr val="0B0B0C"/>
                </a:solidFill>
              </a:rPr>
              <a:t>Leakage </a:t>
            </a:r>
            <a:r>
              <a:rPr lang="en-US" sz="2200" b="0" i="0">
                <a:solidFill>
                  <a:srgbClr val="0B0B0C"/>
                </a:solidFill>
              </a:rPr>
              <a:t>Cases 1 and 2</a:t>
            </a:r>
            <a:r>
              <a:rPr sz="2200" b="0" i="0">
                <a:solidFill>
                  <a:srgbClr val="0B0B0C"/>
                </a:solidFill>
              </a:rPr>
              <a:t>: </a:t>
            </a:r>
            <a:r>
              <a:rPr lang="en-US" sz="2200" b="0" i="0">
                <a:solidFill>
                  <a:srgbClr val="0B0B0C"/>
                </a:solidFill>
              </a:rPr>
              <a:t>Customer J</a:t>
            </a:r>
            <a:r>
              <a:rPr sz="2200" b="0" i="0">
                <a:solidFill>
                  <a:srgbClr val="0B0B0C"/>
                </a:solidFill>
              </a:rPr>
              <a:t>ourney from first contact to the leak</a:t>
            </a:r>
          </a:p>
        </p:txBody>
      </p:sp>
      <p:sp>
        <p:nvSpPr>
          <p:cNvPr id="8" name="Rounded Rectangle 7"/>
          <p:cNvSpPr/>
          <p:nvPr/>
        </p:nvSpPr>
        <p:spPr>
          <a:xfrm>
            <a:off x="457200" y="132588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429418"/>
            <a:ext cx="6309360" cy="176972"/>
          </a:xfrm>
          <a:prstGeom prst="rect">
            <a:avLst/>
          </a:prstGeom>
          <a:noFill/>
        </p:spPr>
        <p:txBody>
          <a:bodyPr wrap="square" lIns="0" tIns="0" rIns="0" bIns="0" anchor="ctr">
            <a:spAutoFit/>
          </a:bodyPr>
          <a:lstStyle/>
          <a:p>
            <a:pPr algn="l"/>
            <a:r>
              <a:rPr sz="1150" b="1" i="0">
                <a:solidFill>
                  <a:srgbClr val="FFFFFF"/>
                </a:solidFill>
                <a:latin typeface="Open Sans Medium"/>
              </a:rPr>
              <a:t>Case 1  |  V.22908  </a:t>
            </a:r>
            <a:r>
              <a:rPr lang="en-IN" sz="1150" b="1" i="0">
                <a:solidFill>
                  <a:srgbClr val="FFFFFF"/>
                </a:solidFill>
                <a:latin typeface="Open Sans Medium"/>
              </a:rPr>
              <a:t>| Broker Routing |</a:t>
            </a:r>
            <a:r>
              <a:rPr sz="1150" b="1" i="0">
                <a:solidFill>
                  <a:srgbClr val="FFFFFF"/>
                </a:solidFill>
                <a:latin typeface="Open Sans Medium"/>
              </a:rPr>
              <a:t> </a:t>
            </a:r>
            <a:r>
              <a:rPr sz="1000" b="0" i="0">
                <a:solidFill>
                  <a:srgbClr val="BFC3C7"/>
                </a:solidFill>
                <a:latin typeface="Open Sans Medium"/>
              </a:rPr>
              <a:t>Kiosk, Mall of the Emirates  |  visit 17 Aug, raised 20 Aug</a:t>
            </a:r>
          </a:p>
        </p:txBody>
      </p:sp>
      <p:sp>
        <p:nvSpPr>
          <p:cNvPr id="10" name="TextBox 9"/>
          <p:cNvSpPr txBox="1"/>
          <p:nvPr/>
        </p:nvSpPr>
        <p:spPr>
          <a:xfrm>
            <a:off x="6675120" y="1425571"/>
            <a:ext cx="3291840" cy="184666"/>
          </a:xfrm>
          <a:prstGeom prst="rect">
            <a:avLst/>
          </a:prstGeom>
          <a:noFill/>
        </p:spPr>
        <p:txBody>
          <a:bodyPr wrap="square" lIns="0" tIns="0" rIns="0" bIns="0" anchor="ctr">
            <a:spAutoFit/>
          </a:bodyPr>
          <a:lstStyle/>
          <a:p>
            <a:pPr algn="r"/>
            <a:r>
              <a:rPr lang="en-IN" sz="1200" b="1" i="0">
                <a:solidFill>
                  <a:srgbClr val="FFC000"/>
                </a:solidFill>
                <a:latin typeface="Open Sans Medium"/>
              </a:rPr>
              <a:t>Sabri </a:t>
            </a:r>
            <a:r>
              <a:rPr lang="en-IN" sz="1200" b="1" i="0" err="1">
                <a:solidFill>
                  <a:srgbClr val="FFC000"/>
                </a:solidFill>
                <a:latin typeface="Open Sans Medium"/>
              </a:rPr>
              <a:t>Dhebaibi</a:t>
            </a:r>
            <a:r>
              <a:rPr lang="en-IN" sz="1200" b="1" i="0">
                <a:solidFill>
                  <a:srgbClr val="FFC000"/>
                </a:solidFill>
                <a:latin typeface="Open Sans Medium"/>
              </a:rPr>
              <a:t> (Sales Executive: In Person</a:t>
            </a:r>
            <a:r>
              <a:rPr lang="en-IN" sz="1200" b="0" i="0">
                <a:solidFill>
                  <a:srgbClr val="FFC000"/>
                </a:solidFill>
                <a:latin typeface="Open Sans Medium"/>
              </a:rPr>
              <a:t>)</a:t>
            </a:r>
          </a:p>
        </p:txBody>
      </p:sp>
      <p:sp>
        <p:nvSpPr>
          <p:cNvPr id="11" name="Rounded Rectangle 10"/>
          <p:cNvSpPr/>
          <p:nvPr/>
        </p:nvSpPr>
        <p:spPr>
          <a:xfrm>
            <a:off x="10104120" y="139903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82 </a:t>
            </a:r>
            <a:r>
              <a:rPr sz="900" b="1" i="0">
                <a:solidFill>
                  <a:srgbClr val="FFFFFF"/>
                </a:solidFill>
                <a:latin typeface="Open Sans Medium"/>
              </a:rPr>
              <a:t>vs </a:t>
            </a:r>
            <a:r>
              <a:rPr lang="en-IN" sz="900" b="1" i="0">
                <a:solidFill>
                  <a:srgbClr val="FFFFFF"/>
                </a:solidFill>
                <a:latin typeface="Open Sans Medium"/>
              </a:rPr>
              <a:t>83 </a:t>
            </a:r>
            <a:r>
              <a:rPr sz="900" b="1" i="0">
                <a:solidFill>
                  <a:srgbClr val="FFFFFF"/>
                </a:solidFill>
                <a:latin typeface="Open Sans Medium"/>
              </a:rPr>
              <a:t>kiosk</a:t>
            </a:r>
          </a:p>
        </p:txBody>
      </p:sp>
      <p:sp>
        <p:nvSpPr>
          <p:cNvPr id="12" name="Pentagon 11"/>
          <p:cNvSpPr/>
          <p:nvPr/>
        </p:nvSpPr>
        <p:spPr>
          <a:xfrm>
            <a:off x="457200" y="178308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185773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1  DURING VISIT   |   </a:t>
            </a:r>
            <a:r>
              <a:rPr lang="en-IN" sz="1050" b="1" i="0">
                <a:solidFill>
                  <a:srgbClr val="0B0B0C"/>
                </a:solidFill>
                <a:latin typeface="Open Sans Medium"/>
              </a:rPr>
              <a:t>Sales Executive: In Person 74</a:t>
            </a:r>
            <a:endParaRPr sz="1050" b="1" i="0">
              <a:solidFill>
                <a:srgbClr val="0B0B0C"/>
              </a:solidFill>
              <a:latin typeface="Open Sans Medium"/>
            </a:endParaRPr>
          </a:p>
        </p:txBody>
      </p:sp>
      <p:sp>
        <p:nvSpPr>
          <p:cNvPr id="14" name="Rounded Rectangle 13"/>
          <p:cNvSpPr/>
          <p:nvPr/>
        </p:nvSpPr>
        <p:spPr>
          <a:xfrm>
            <a:off x="457200" y="214884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48556" y="220370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BROKER OFFERED</a:t>
            </a:r>
          </a:p>
        </p:txBody>
      </p:sp>
      <p:sp>
        <p:nvSpPr>
          <p:cNvPr id="16" name="TextBox 15"/>
          <p:cNvSpPr txBox="1"/>
          <p:nvPr/>
        </p:nvSpPr>
        <p:spPr>
          <a:xfrm>
            <a:off x="576072" y="2450591"/>
            <a:ext cx="5353812" cy="849463"/>
          </a:xfrm>
          <a:prstGeom prst="rect">
            <a:avLst/>
          </a:prstGeom>
          <a:noFill/>
        </p:spPr>
        <p:txBody>
          <a:bodyPr wrap="square" lIns="0" tIns="0" rIns="0" bIns="0" anchor="t">
            <a:spAutoFit/>
          </a:bodyPr>
          <a:lstStyle/>
          <a:p>
            <a:pPr marL="137160" indent="-137160" algn="l">
              <a:lnSpc>
                <a:spcPct val="120000"/>
              </a:lnSpc>
              <a:spcAft>
                <a:spcPts val="200"/>
              </a:spcAft>
              <a:buFont typeface="Arial"/>
              <a:buChar char="•"/>
            </a:pPr>
            <a:r>
              <a:rPr sz="1100" b="0" i="0">
                <a:solidFill>
                  <a:srgbClr val="0A0A0A"/>
                </a:solidFill>
                <a:latin typeface="Open Sans Medium"/>
              </a:rPr>
              <a:t>Shopper asked for an additional discount at the kiosk</a:t>
            </a:r>
          </a:p>
          <a:p>
            <a:pPr marL="137160" indent="-137160" algn="l">
              <a:lnSpc>
                <a:spcPct val="120000"/>
              </a:lnSpc>
              <a:spcAft>
                <a:spcPts val="200"/>
              </a:spcAft>
              <a:buFont typeface="Arial"/>
              <a:buChar char="•"/>
            </a:pPr>
            <a:r>
              <a:rPr sz="1100" b="0" i="0">
                <a:solidFill>
                  <a:srgbClr val="0A0A0A"/>
                </a:solidFill>
                <a:latin typeface="Open Sans Medium"/>
              </a:rPr>
              <a:t>The agent said he would connect the shopper with a broker and share the broker's email</a:t>
            </a:r>
          </a:p>
          <a:p>
            <a:pPr marL="137160" indent="-137160" algn="l">
              <a:lnSpc>
                <a:spcPct val="120000"/>
              </a:lnSpc>
              <a:spcAft>
                <a:spcPts val="200"/>
              </a:spcAft>
              <a:buFont typeface="Arial"/>
              <a:buChar char="•"/>
            </a:pPr>
            <a:r>
              <a:rPr sz="1100" b="0" i="0">
                <a:solidFill>
                  <a:srgbClr val="0A0A0A"/>
                </a:solidFill>
                <a:latin typeface="Open Sans Medium"/>
              </a:rPr>
              <a:t>No </a:t>
            </a:r>
            <a:r>
              <a:rPr lang="en-IN" sz="1100" b="0" i="0" err="1">
                <a:solidFill>
                  <a:srgbClr val="0A0A0A"/>
                </a:solidFill>
                <a:latin typeface="Open Sans Medium"/>
              </a:rPr>
              <a:t>passback</a:t>
            </a:r>
            <a:r>
              <a:rPr sz="1100" b="0" i="0">
                <a:solidFill>
                  <a:srgbClr val="0A0A0A"/>
                </a:solidFill>
                <a:latin typeface="Open Sans Medium"/>
              </a:rPr>
              <a:t> or confidential offer was recorded in the survey answers</a:t>
            </a:r>
          </a:p>
        </p:txBody>
      </p:sp>
      <p:sp>
        <p:nvSpPr>
          <p:cNvPr id="17" name="Chevron 16"/>
          <p:cNvSpPr/>
          <p:nvPr/>
        </p:nvSpPr>
        <p:spPr>
          <a:xfrm>
            <a:off x="6048756" y="178308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32804" y="185773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Follow-Up 100</a:t>
            </a:r>
          </a:p>
        </p:txBody>
      </p:sp>
      <p:sp>
        <p:nvSpPr>
          <p:cNvPr id="19" name="Rounded Rectangle 18"/>
          <p:cNvSpPr/>
          <p:nvPr/>
        </p:nvSpPr>
        <p:spPr>
          <a:xfrm>
            <a:off x="6140196" y="214884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131552" y="220370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INTEGRITY BREACH</a:t>
            </a:r>
          </a:p>
        </p:txBody>
      </p:sp>
      <p:sp>
        <p:nvSpPr>
          <p:cNvPr id="21" name="TextBox 20"/>
          <p:cNvSpPr txBox="1"/>
          <p:nvPr/>
        </p:nvSpPr>
        <p:spPr>
          <a:xfrm>
            <a:off x="6259068" y="2450591"/>
            <a:ext cx="5353812" cy="897682"/>
          </a:xfrm>
          <a:prstGeom prst="rect">
            <a:avLst/>
          </a:prstGeom>
          <a:noFill/>
        </p:spPr>
        <p:txBody>
          <a:bodyPr wrap="square" lIns="0" tIns="0" rIns="0" bIns="0" anchor="t">
            <a:spAutoFit/>
          </a:bodyPr>
          <a:lstStyle/>
          <a:p>
            <a:pPr marL="137160" indent="-137160" algn="l">
              <a:spcAft>
                <a:spcPts val="200"/>
              </a:spcAft>
              <a:buFont typeface="Arial"/>
              <a:buChar char="•"/>
            </a:pPr>
            <a:r>
              <a:rPr sz="1100" b="0" i="0">
                <a:solidFill>
                  <a:srgbClr val="0A0A0A"/>
                </a:solidFill>
                <a:latin typeface="Open Sans Medium"/>
              </a:rPr>
              <a:t>The agent requested the wife's passport to keep the shopper's identity confidential from </a:t>
            </a:r>
            <a:r>
              <a:rPr lang="en-IN" sz="1100" b="0" i="0" err="1">
                <a:solidFill>
                  <a:srgbClr val="0A0A0A"/>
                </a:solidFill>
                <a:latin typeface="Open Sans Medium"/>
              </a:rPr>
              <a:t>Binghatti</a:t>
            </a:r>
            <a:endParaRPr sz="1100" b="0" i="0">
              <a:solidFill>
                <a:srgbClr val="0A0A0A"/>
              </a:solidFill>
              <a:latin typeface="Open Sans Medium"/>
            </a:endParaRPr>
          </a:p>
          <a:p>
            <a:pPr marL="137160" indent="-137160" algn="l">
              <a:spcAft>
                <a:spcPts val="200"/>
              </a:spcAft>
              <a:buFont typeface="Arial"/>
              <a:buChar char="•"/>
            </a:pPr>
            <a:r>
              <a:rPr sz="1100" b="0" i="0">
                <a:solidFill>
                  <a:srgbClr val="0A0A0A"/>
                </a:solidFill>
                <a:latin typeface="Open Sans Medium"/>
              </a:rPr>
              <a:t>Despite follow-ups, the broker details and email were never received</a:t>
            </a:r>
          </a:p>
          <a:p>
            <a:pPr marL="137160" indent="-137160" algn="l">
              <a:spcAft>
                <a:spcPts val="200"/>
              </a:spcAft>
              <a:buFont typeface="Arial"/>
              <a:buChar char="•"/>
            </a:pPr>
            <a:r>
              <a:rPr sz="1100" b="0" i="0">
                <a:solidFill>
                  <a:srgbClr val="0A0A0A"/>
                </a:solidFill>
                <a:latin typeface="Open Sans Medium"/>
              </a:rPr>
              <a:t>The agent finally advised that </a:t>
            </a:r>
            <a:r>
              <a:rPr lang="en-IN" sz="1100" b="0" i="0" err="1">
                <a:solidFill>
                  <a:srgbClr val="0A0A0A"/>
                </a:solidFill>
                <a:latin typeface="Open Sans Medium"/>
              </a:rPr>
              <a:t>Binghatti</a:t>
            </a:r>
            <a:r>
              <a:rPr sz="1100" b="0" i="0">
                <a:solidFill>
                  <a:srgbClr val="0A0A0A"/>
                </a:solidFill>
                <a:latin typeface="Open Sans Medium"/>
              </a:rPr>
              <a:t> would try to offer the discount directly instead of a broker</a:t>
            </a:r>
          </a:p>
        </p:txBody>
      </p:sp>
      <p:sp>
        <p:nvSpPr>
          <p:cNvPr id="22" name="Rounded Rectangle 21"/>
          <p:cNvSpPr/>
          <p:nvPr/>
        </p:nvSpPr>
        <p:spPr>
          <a:xfrm>
            <a:off x="457200" y="370332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3806858"/>
            <a:ext cx="6309360" cy="176972"/>
          </a:xfrm>
          <a:prstGeom prst="rect">
            <a:avLst/>
          </a:prstGeom>
          <a:noFill/>
        </p:spPr>
        <p:txBody>
          <a:bodyPr wrap="square" lIns="0" tIns="0" rIns="0" bIns="0" anchor="ctr">
            <a:spAutoFit/>
          </a:bodyPr>
          <a:lstStyle/>
          <a:p>
            <a:r>
              <a:rPr sz="1150" b="1" i="0">
                <a:solidFill>
                  <a:srgbClr val="FFFFFF"/>
                </a:solidFill>
                <a:latin typeface="Open Sans Medium"/>
              </a:rPr>
              <a:t>Case 2  |  V.23203 </a:t>
            </a:r>
            <a:r>
              <a:rPr lang="en-IN" sz="1150" b="1">
                <a:solidFill>
                  <a:srgbClr val="FFFFFF"/>
                </a:solidFill>
              </a:rPr>
              <a:t>| External Broker |</a:t>
            </a:r>
            <a:r>
              <a:rPr sz="1150" b="1" i="0">
                <a:solidFill>
                  <a:srgbClr val="FFFFFF"/>
                </a:solidFill>
                <a:latin typeface="Open Sans Medium"/>
              </a:rPr>
              <a:t>  </a:t>
            </a:r>
            <a:r>
              <a:rPr sz="1000" b="0" i="0">
                <a:solidFill>
                  <a:srgbClr val="BFC3C7"/>
                </a:solidFill>
                <a:latin typeface="Open Sans Medium"/>
              </a:rPr>
              <a:t>Kiosk, JBR The Walk  |  visit 20 Aug, raised 21 Aug</a:t>
            </a:r>
            <a:endParaRPr lang="en-IN" sz="1000" b="0" i="0">
              <a:solidFill>
                <a:srgbClr val="BFC3C7"/>
              </a:solidFill>
              <a:latin typeface="Open Sans Medium"/>
            </a:endParaRPr>
          </a:p>
        </p:txBody>
      </p:sp>
      <p:sp>
        <p:nvSpPr>
          <p:cNvPr id="24" name="TextBox 23"/>
          <p:cNvSpPr txBox="1"/>
          <p:nvPr/>
        </p:nvSpPr>
        <p:spPr>
          <a:xfrm>
            <a:off x="6931152" y="3710678"/>
            <a:ext cx="3035808" cy="369332"/>
          </a:xfrm>
          <a:prstGeom prst="rect">
            <a:avLst/>
          </a:prstGeom>
          <a:noFill/>
        </p:spPr>
        <p:txBody>
          <a:bodyPr wrap="square" lIns="0" tIns="0" rIns="0" bIns="0" anchor="ctr">
            <a:spAutoFit/>
          </a:bodyPr>
          <a:lstStyle/>
          <a:p>
            <a:pPr algn="r"/>
            <a:r>
              <a:rPr lang="en-IN" sz="1200" b="1">
                <a:solidFill>
                  <a:srgbClr val="FFC000"/>
                </a:solidFill>
                <a:latin typeface="Open Sans Medium"/>
              </a:rPr>
              <a:t>Mehak Muhammad; Fatma Hussain Shojaee  |  Element &amp; Partners</a:t>
            </a:r>
          </a:p>
        </p:txBody>
      </p:sp>
      <p:sp>
        <p:nvSpPr>
          <p:cNvPr id="25" name="Rounded Rectangle 24"/>
          <p:cNvSpPr/>
          <p:nvPr/>
        </p:nvSpPr>
        <p:spPr>
          <a:xfrm>
            <a:off x="10104120" y="377647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43 </a:t>
            </a:r>
            <a:r>
              <a:rPr sz="900" b="1" i="0">
                <a:solidFill>
                  <a:srgbClr val="FFFFFF"/>
                </a:solidFill>
                <a:latin typeface="Open Sans Medium"/>
              </a:rPr>
              <a:t>vs </a:t>
            </a:r>
            <a:r>
              <a:rPr lang="en-IN" sz="900" b="1" i="0">
                <a:solidFill>
                  <a:srgbClr val="FFFFFF"/>
                </a:solidFill>
                <a:latin typeface="Open Sans Medium"/>
              </a:rPr>
              <a:t>83</a:t>
            </a:r>
            <a:r>
              <a:rPr sz="900" b="1" i="0">
                <a:solidFill>
                  <a:srgbClr val="FFFFFF"/>
                </a:solidFill>
                <a:latin typeface="Open Sans Medium"/>
              </a:rPr>
              <a:t> kiosk</a:t>
            </a:r>
          </a:p>
        </p:txBody>
      </p:sp>
      <p:sp>
        <p:nvSpPr>
          <p:cNvPr id="26" name="Pentagon 25"/>
          <p:cNvSpPr/>
          <p:nvPr/>
        </p:nvSpPr>
        <p:spPr>
          <a:xfrm>
            <a:off x="457200" y="416052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23517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1  DURING VISIT   |   </a:t>
            </a:r>
            <a:r>
              <a:rPr lang="en-IN" sz="1050" b="1" i="0">
                <a:solidFill>
                  <a:srgbClr val="0B0B0C"/>
                </a:solidFill>
                <a:latin typeface="Open Sans Medium"/>
              </a:rPr>
              <a:t>Sales Executive: In Person 49</a:t>
            </a:r>
            <a:endParaRPr sz="1050" b="1" i="0">
              <a:solidFill>
                <a:srgbClr val="0B0B0C"/>
              </a:solidFill>
              <a:latin typeface="Open Sans Medium"/>
            </a:endParaRPr>
          </a:p>
        </p:txBody>
      </p:sp>
      <p:sp>
        <p:nvSpPr>
          <p:cNvPr id="28" name="Rounded Rectangle 27"/>
          <p:cNvSpPr/>
          <p:nvPr/>
        </p:nvSpPr>
        <p:spPr>
          <a:xfrm>
            <a:off x="457200" y="452628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448556" y="458114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DATA CAPTURED</a:t>
            </a:r>
          </a:p>
        </p:txBody>
      </p:sp>
      <p:sp>
        <p:nvSpPr>
          <p:cNvPr id="30" name="TextBox 29"/>
          <p:cNvSpPr txBox="1"/>
          <p:nvPr/>
        </p:nvSpPr>
        <p:spPr>
          <a:xfrm>
            <a:off x="576072" y="4828031"/>
            <a:ext cx="5353812" cy="849463"/>
          </a:xfrm>
          <a:prstGeom prst="rect">
            <a:avLst/>
          </a:prstGeom>
          <a:noFill/>
        </p:spPr>
        <p:txBody>
          <a:bodyPr wrap="square" lIns="0" tIns="0" rIns="0" bIns="0" anchor="t">
            <a:spAutoFit/>
          </a:bodyPr>
          <a:lstStyle/>
          <a:p>
            <a:pPr marL="137160" indent="-137160" algn="l">
              <a:lnSpc>
                <a:spcPct val="120000"/>
              </a:lnSpc>
              <a:spcAft>
                <a:spcPts val="200"/>
              </a:spcAft>
              <a:buFont typeface="Arial"/>
              <a:buChar char="•"/>
            </a:pPr>
            <a:r>
              <a:rPr lang="en-US" sz="1100" b="0" i="0">
                <a:solidFill>
                  <a:srgbClr val="0A0A0A"/>
                </a:solidFill>
                <a:latin typeface="Open Sans Medium"/>
              </a:rPr>
              <a:t>First name, last name and mobile were typed into a tablet at the start of the visit</a:t>
            </a:r>
          </a:p>
          <a:p>
            <a:pPr marL="137160" indent="-137160" algn="l">
              <a:lnSpc>
                <a:spcPct val="120000"/>
              </a:lnSpc>
              <a:spcAft>
                <a:spcPts val="200"/>
              </a:spcAft>
              <a:buFont typeface="Arial"/>
              <a:buChar char="•"/>
            </a:pPr>
            <a:r>
              <a:rPr lang="en-US" sz="1100" b="0" i="0">
                <a:solidFill>
                  <a:srgbClr val="0A0A0A"/>
                </a:solidFill>
                <a:latin typeface="Open Sans Medium"/>
              </a:rPr>
              <a:t>Needs asked: budget, unit type, timeline, lifestyle; a studio under AED 1 million</a:t>
            </a:r>
          </a:p>
          <a:p>
            <a:pPr marL="137160" indent="-137160" algn="l">
              <a:lnSpc>
                <a:spcPct val="120000"/>
              </a:lnSpc>
              <a:spcAft>
                <a:spcPts val="200"/>
              </a:spcAft>
              <a:buFont typeface="Arial"/>
              <a:buChar char="•"/>
            </a:pPr>
            <a:r>
              <a:rPr lang="en-US" sz="1100" b="0" i="0">
                <a:solidFill>
                  <a:srgbClr val="0A0A0A"/>
                </a:solidFill>
                <a:latin typeface="Open Sans Medium"/>
              </a:rPr>
              <a:t>Possession date, amenities and unit specifications were not covered</a:t>
            </a:r>
          </a:p>
        </p:txBody>
      </p:sp>
      <p:sp>
        <p:nvSpPr>
          <p:cNvPr id="31" name="Chevron 30"/>
          <p:cNvSpPr/>
          <p:nvPr/>
        </p:nvSpPr>
        <p:spPr>
          <a:xfrm>
            <a:off x="6048756" y="416052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2804" y="423517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Follow-Up 100</a:t>
            </a:r>
          </a:p>
        </p:txBody>
      </p:sp>
      <p:sp>
        <p:nvSpPr>
          <p:cNvPr id="33" name="Rounded Rectangle 32"/>
          <p:cNvSpPr/>
          <p:nvPr/>
        </p:nvSpPr>
        <p:spPr>
          <a:xfrm>
            <a:off x="6140196" y="452628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131552" y="458114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800" b="1">
                <a:solidFill>
                  <a:srgbClr val="FFFFFF"/>
                </a:solidFill>
                <a:latin typeface="Open Sans Medium"/>
              </a:rPr>
              <a:t>LEAK</a:t>
            </a:r>
          </a:p>
        </p:txBody>
      </p:sp>
      <p:sp>
        <p:nvSpPr>
          <p:cNvPr id="35" name="TextBox 34"/>
          <p:cNvSpPr txBox="1"/>
          <p:nvPr/>
        </p:nvSpPr>
        <p:spPr>
          <a:xfrm>
            <a:off x="6259068" y="4828031"/>
            <a:ext cx="5353812" cy="1066959"/>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Four WhatsApp follow-ups from two Binghatti staff, from a number not on the visiting card</a:t>
            </a:r>
          </a:p>
          <a:p>
            <a:pPr marL="137160" indent="-137160" algn="l">
              <a:spcAft>
                <a:spcPts val="200"/>
              </a:spcAft>
              <a:buFont typeface="Arial"/>
              <a:buChar char="•"/>
            </a:pPr>
            <a:r>
              <a:rPr lang="en-US" sz="1100" b="0" i="0">
                <a:solidFill>
                  <a:srgbClr val="0A0A0A"/>
                </a:solidFill>
                <a:latin typeface="Open Sans Medium"/>
              </a:rPr>
              <a:t>21 Aug: unsolicited contact from Element &amp; Partners, who already knew Binghatti, Jumeirah and the studio requirement</a:t>
            </a:r>
          </a:p>
          <a:p>
            <a:pPr marL="137160" indent="-137160" algn="l">
              <a:spcAft>
                <a:spcPts val="200"/>
              </a:spcAft>
              <a:buFont typeface="Arial"/>
              <a:buChar char="•"/>
            </a:pPr>
            <a:r>
              <a:rPr lang="en-US" sz="1100" b="0" i="0">
                <a:solidFill>
                  <a:srgbClr val="0A0A0A"/>
                </a:solidFill>
                <a:latin typeface="Open Sans Medium"/>
              </a:rPr>
              <a:t>Later told no studios were left at </a:t>
            </a:r>
            <a:r>
              <a:rPr lang="en-US" sz="1100" b="0" i="0" err="1">
                <a:solidFill>
                  <a:srgbClr val="0A0A0A"/>
                </a:solidFill>
                <a:latin typeface="Open Sans Medium"/>
              </a:rPr>
              <a:t>Skyflame</a:t>
            </a:r>
            <a:r>
              <a:rPr lang="en-US" sz="1100" b="0" i="0">
                <a:solidFill>
                  <a:srgbClr val="0A0A0A"/>
                </a:solidFill>
                <a:latin typeface="Open Sans Medium"/>
              </a:rPr>
              <a:t>; brochures for Binghatti </a:t>
            </a:r>
            <a:r>
              <a:rPr lang="en-US" sz="1100" b="0" i="0" err="1">
                <a:solidFill>
                  <a:srgbClr val="0A0A0A"/>
                </a:solidFill>
                <a:latin typeface="Open Sans Medium"/>
              </a:rPr>
              <a:t>Spectre</a:t>
            </a:r>
            <a:r>
              <a:rPr lang="en-US" sz="1100" b="0" i="0">
                <a:solidFill>
                  <a:srgbClr val="0A0A0A"/>
                </a:solidFill>
                <a:latin typeface="Open Sans Medium"/>
              </a:rPr>
              <a:t> were sent instead</a:t>
            </a:r>
          </a:p>
        </p:txBody>
      </p:sp>
      <p:sp>
        <p:nvSpPr>
          <p:cNvPr id="5" name="TextBox 4">
            <a:extLst>
              <a:ext uri="{FF2B5EF4-FFF2-40B4-BE49-F238E27FC236}">
                <a16:creationId xmlns:a16="http://schemas.microsoft.com/office/drawing/2014/main" id="{D208B5DA-5BB4-7344-5CE4-1818C6684E59}"/>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LEAKAGE CUSTOMER JOURNEY</a:t>
            </a:r>
          </a:p>
        </p:txBody>
      </p:sp>
      <p:sp>
        <p:nvSpPr>
          <p:cNvPr id="7" name="TextBox 6"/>
          <p:cNvSpPr txBox="1"/>
          <p:nvPr/>
        </p:nvSpPr>
        <p:spPr>
          <a:xfrm>
            <a:off x="457200" y="818275"/>
            <a:ext cx="10972800"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t>Leakage Case 3: Customer journey from first contact to contact sharing</a:t>
            </a:r>
          </a:p>
        </p:txBody>
      </p:sp>
      <p:sp>
        <p:nvSpPr>
          <p:cNvPr id="8" name="Rounded Rectangle 7"/>
          <p:cNvSpPr/>
          <p:nvPr/>
        </p:nvSpPr>
        <p:spPr>
          <a:xfrm>
            <a:off x="457200" y="132588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429418"/>
            <a:ext cx="6309360" cy="176972"/>
          </a:xfrm>
          <a:prstGeom prst="rect">
            <a:avLst/>
          </a:prstGeom>
          <a:noFill/>
        </p:spPr>
        <p:txBody>
          <a:bodyPr wrap="square" lIns="0" tIns="0" rIns="0" bIns="0" anchor="ctr">
            <a:spAutoFit/>
          </a:bodyPr>
          <a:lstStyle/>
          <a:p>
            <a:r>
              <a:rPr sz="1150" b="1" i="0">
                <a:solidFill>
                  <a:srgbClr val="FFFFFF"/>
                </a:solidFill>
                <a:latin typeface="Open Sans Medium"/>
              </a:rPr>
              <a:t>Case 3  |  V.27712 </a:t>
            </a:r>
            <a:r>
              <a:rPr lang="en-IN" sz="1150" b="1">
                <a:solidFill>
                  <a:srgbClr val="FFFFFF"/>
                </a:solidFill>
              </a:rPr>
              <a:t>| Internal Reassignment |</a:t>
            </a:r>
            <a:r>
              <a:rPr sz="1150" b="1" i="0">
                <a:solidFill>
                  <a:srgbClr val="FFFFFF"/>
                </a:solidFill>
                <a:latin typeface="Open Sans Medium"/>
              </a:rPr>
              <a:t> </a:t>
            </a:r>
            <a:r>
              <a:rPr sz="1000" b="0" i="0" err="1">
                <a:solidFill>
                  <a:srgbClr val="BFC3C7"/>
                </a:solidFill>
                <a:latin typeface="Open Sans Medium"/>
              </a:rPr>
              <a:t>Bluewaters</a:t>
            </a:r>
            <a:r>
              <a:rPr sz="1000" b="0" i="0">
                <a:solidFill>
                  <a:srgbClr val="BFC3C7"/>
                </a:solidFill>
                <a:latin typeface="Open Sans Medium"/>
              </a:rPr>
              <a:t> Stand - Kiosk  |  visit 18 Sep 2026</a:t>
            </a:r>
          </a:p>
        </p:txBody>
      </p:sp>
      <p:sp>
        <p:nvSpPr>
          <p:cNvPr id="10" name="TextBox 9"/>
          <p:cNvSpPr txBox="1"/>
          <p:nvPr/>
        </p:nvSpPr>
        <p:spPr>
          <a:xfrm>
            <a:off x="6675120" y="1425571"/>
            <a:ext cx="3291840" cy="184666"/>
          </a:xfrm>
          <a:prstGeom prst="rect">
            <a:avLst/>
          </a:prstGeom>
          <a:noFill/>
        </p:spPr>
        <p:txBody>
          <a:bodyPr wrap="square" lIns="0" tIns="0" rIns="0" bIns="0" anchor="ctr">
            <a:spAutoFit/>
          </a:bodyPr>
          <a:lstStyle/>
          <a:p>
            <a:pPr algn="r"/>
            <a:r>
              <a:rPr lang="en-IN" sz="1200" b="1" i="0">
                <a:solidFill>
                  <a:srgbClr val="FFC000"/>
                </a:solidFill>
                <a:latin typeface="Open Sans Medium"/>
              </a:rPr>
              <a:t>Suleiman (Sales Executive: In Person)</a:t>
            </a:r>
          </a:p>
        </p:txBody>
      </p:sp>
      <p:sp>
        <p:nvSpPr>
          <p:cNvPr id="11" name="Rounded Rectangle 10"/>
          <p:cNvSpPr/>
          <p:nvPr/>
        </p:nvSpPr>
        <p:spPr>
          <a:xfrm>
            <a:off x="10104120" y="139903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Total score 74.2%</a:t>
            </a:r>
          </a:p>
        </p:txBody>
      </p:sp>
      <p:sp>
        <p:nvSpPr>
          <p:cNvPr id="12" name="Pentagon 11"/>
          <p:cNvSpPr/>
          <p:nvPr/>
        </p:nvSpPr>
        <p:spPr>
          <a:xfrm>
            <a:off x="457200" y="178308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1857736"/>
            <a:ext cx="5134356" cy="161583"/>
          </a:xfrm>
          <a:prstGeom prst="rect">
            <a:avLst/>
          </a:prstGeom>
          <a:noFill/>
        </p:spPr>
        <p:txBody>
          <a:bodyPr wrap="square" lIns="0" tIns="0" rIns="0" bIns="0" anchor="ctr">
            <a:spAutoFit/>
          </a:bodyPr>
          <a:lstStyle/>
          <a:p>
            <a:pPr algn="l"/>
            <a:r>
              <a:rPr lang="en-US" sz="1050" b="1" i="0">
                <a:solidFill>
                  <a:srgbClr val="0B0B0C"/>
                </a:solidFill>
                <a:latin typeface="Open Sans Medium"/>
              </a:rPr>
              <a:t>1  DURING VISIT   |   Sales Executive: In Person 90</a:t>
            </a:r>
          </a:p>
        </p:txBody>
      </p:sp>
      <p:sp>
        <p:nvSpPr>
          <p:cNvPr id="14" name="Rounded Rectangle 13"/>
          <p:cNvSpPr/>
          <p:nvPr/>
        </p:nvSpPr>
        <p:spPr>
          <a:xfrm>
            <a:off x="457200" y="214884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48556" y="220370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PROJECT ENQUIRY</a:t>
            </a:r>
          </a:p>
        </p:txBody>
      </p:sp>
      <p:sp>
        <p:nvSpPr>
          <p:cNvPr id="16" name="TextBox 15"/>
          <p:cNvSpPr txBox="1"/>
          <p:nvPr/>
        </p:nvSpPr>
        <p:spPr>
          <a:xfrm>
            <a:off x="576072" y="2450591"/>
            <a:ext cx="5353812" cy="646331"/>
          </a:xfrm>
          <a:prstGeom prst="rect">
            <a:avLst/>
          </a:prstGeom>
          <a:noFill/>
        </p:spPr>
        <p:txBody>
          <a:bodyPr wrap="square" lIns="0" tIns="0" rIns="0" bIns="0" anchor="t">
            <a:spAutoFit/>
          </a:bodyPr>
          <a:lstStyle/>
          <a:p>
            <a:pPr marL="137160" indent="-137160" algn="l">
              <a:lnSpc>
                <a:spcPct val="120000"/>
              </a:lnSpc>
              <a:spcAft>
                <a:spcPts val="200"/>
              </a:spcAft>
              <a:buFont typeface="Arial"/>
              <a:buChar char="•"/>
            </a:pPr>
            <a:r>
              <a:rPr sz="1100" b="0" i="0">
                <a:solidFill>
                  <a:srgbClr val="0A0A0A"/>
                </a:solidFill>
                <a:latin typeface="Open Sans Medium"/>
              </a:rPr>
              <a:t>Discussed Tilal villas and townhouses, needs and amenities</a:t>
            </a:r>
          </a:p>
          <a:p>
            <a:pPr marL="137160" indent="-137160" algn="l">
              <a:lnSpc>
                <a:spcPct val="120000"/>
              </a:lnSpc>
              <a:spcAft>
                <a:spcPts val="200"/>
              </a:spcAft>
              <a:buFont typeface="Arial"/>
              <a:buChar char="•"/>
            </a:pPr>
            <a:r>
              <a:rPr sz="1100" b="0" i="0">
                <a:solidFill>
                  <a:srgbClr val="0A0A0A"/>
                </a:solidFill>
                <a:latin typeface="Open Sans Medium"/>
              </a:rPr>
              <a:t>Quoted 2029 possession and a 10/40/50 payment plan</a:t>
            </a:r>
          </a:p>
          <a:p>
            <a:pPr marL="137160" indent="-137160" algn="l">
              <a:lnSpc>
                <a:spcPct val="120000"/>
              </a:lnSpc>
              <a:spcAft>
                <a:spcPts val="200"/>
              </a:spcAft>
              <a:buFont typeface="Arial"/>
              <a:buChar char="•"/>
            </a:pPr>
            <a:r>
              <a:rPr sz="1100" b="0" i="0">
                <a:solidFill>
                  <a:srgbClr val="0A0A0A"/>
                </a:solidFill>
                <a:latin typeface="Open Sans Medium"/>
              </a:rPr>
              <a:t>Promised his best price at the office. No broker </a:t>
            </a:r>
            <a:r>
              <a:rPr sz="1100" b="0" i="0" err="1">
                <a:solidFill>
                  <a:srgbClr val="0A0A0A"/>
                </a:solidFill>
                <a:latin typeface="Open Sans Medium"/>
              </a:rPr>
              <a:t>passback</a:t>
            </a:r>
            <a:r>
              <a:rPr sz="1100" b="0" i="0">
                <a:solidFill>
                  <a:srgbClr val="0A0A0A"/>
                </a:solidFill>
                <a:latin typeface="Open Sans Medium"/>
              </a:rPr>
              <a:t> or confidential offer</a:t>
            </a:r>
          </a:p>
        </p:txBody>
      </p:sp>
      <p:sp>
        <p:nvSpPr>
          <p:cNvPr id="17" name="Chevron 16"/>
          <p:cNvSpPr/>
          <p:nvPr/>
        </p:nvSpPr>
        <p:spPr>
          <a:xfrm>
            <a:off x="6048756" y="178308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32804" y="185773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Follow-Up 100</a:t>
            </a:r>
          </a:p>
        </p:txBody>
      </p:sp>
      <p:sp>
        <p:nvSpPr>
          <p:cNvPr id="19" name="Rounded Rectangle 18"/>
          <p:cNvSpPr/>
          <p:nvPr/>
        </p:nvSpPr>
        <p:spPr>
          <a:xfrm>
            <a:off x="6140196" y="214884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131552" y="220370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FOLLOW-UP RECEIVED</a:t>
            </a:r>
          </a:p>
        </p:txBody>
      </p:sp>
      <p:sp>
        <p:nvSpPr>
          <p:cNvPr id="21" name="TextBox 20"/>
          <p:cNvSpPr txBox="1"/>
          <p:nvPr/>
        </p:nvSpPr>
        <p:spPr>
          <a:xfrm>
            <a:off x="6259068" y="2450591"/>
            <a:ext cx="5353812" cy="897682"/>
          </a:xfrm>
          <a:prstGeom prst="rect">
            <a:avLst/>
          </a:prstGeom>
          <a:noFill/>
        </p:spPr>
        <p:txBody>
          <a:bodyPr wrap="square" lIns="0" tIns="0" rIns="0" bIns="0" anchor="t">
            <a:spAutoFit/>
          </a:bodyPr>
          <a:lstStyle/>
          <a:p>
            <a:pPr marL="137160" indent="-137160" algn="l">
              <a:spcAft>
                <a:spcPts val="200"/>
              </a:spcAft>
              <a:buFont typeface="Arial"/>
              <a:buChar char="•"/>
            </a:pPr>
            <a:r>
              <a:rPr sz="1100" b="0" i="0">
                <a:solidFill>
                  <a:srgbClr val="0A0A0A"/>
                </a:solidFill>
                <a:latin typeface="Open Sans Medium"/>
              </a:rPr>
              <a:t>Suleiman followed up twice within 48 hours</a:t>
            </a:r>
          </a:p>
          <a:p>
            <a:pPr marL="137160" indent="-137160" algn="l">
              <a:spcAft>
                <a:spcPts val="200"/>
              </a:spcAft>
              <a:buFont typeface="Arial"/>
              <a:buChar char="•"/>
            </a:pPr>
            <a:r>
              <a:rPr sz="1100" b="0" i="0">
                <a:solidFill>
                  <a:srgbClr val="0A0A0A"/>
                </a:solidFill>
                <a:latin typeface="Open Sans Medium"/>
              </a:rPr>
              <a:t>Shared 4- and 5-bedroom layouts, an interior video, amenities brochure and master plan</a:t>
            </a:r>
          </a:p>
          <a:p>
            <a:pPr marL="137160" indent="-137160" algn="l">
              <a:spcAft>
                <a:spcPts val="200"/>
              </a:spcAft>
              <a:buFont typeface="Arial"/>
              <a:buChar char="•"/>
            </a:pPr>
            <a:r>
              <a:rPr sz="1100" b="0" i="0">
                <a:solidFill>
                  <a:srgbClr val="0A0A0A"/>
                </a:solidFill>
                <a:latin typeface="Open Sans Medium"/>
              </a:rPr>
              <a:t>Answered WhatsApp questions quickly and politely</a:t>
            </a:r>
          </a:p>
        </p:txBody>
      </p:sp>
      <p:sp>
        <p:nvSpPr>
          <p:cNvPr id="22" name="Rounded Rectangle 21"/>
          <p:cNvSpPr/>
          <p:nvPr/>
        </p:nvSpPr>
        <p:spPr>
          <a:xfrm>
            <a:off x="457200" y="370332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3814316"/>
            <a:ext cx="7215922" cy="176972"/>
          </a:xfrm>
          <a:prstGeom prst="rect">
            <a:avLst/>
          </a:prstGeom>
          <a:noFill/>
        </p:spPr>
        <p:txBody>
          <a:bodyPr wrap="square" lIns="0" tIns="0" rIns="0" bIns="0" anchor="ctr">
            <a:spAutoFit/>
          </a:bodyPr>
          <a:lstStyle/>
          <a:p>
            <a:r>
              <a:rPr lang="en-US" sz="1150" b="1">
                <a:solidFill>
                  <a:srgbClr val="FFFFFF"/>
                </a:solidFill>
              </a:rPr>
              <a:t>Case 3  |  V.27712 | Internal Reassignment | </a:t>
            </a:r>
            <a:r>
              <a:rPr sz="1150" b="1" i="0">
                <a:solidFill>
                  <a:srgbClr val="FFFFFF"/>
                </a:solidFill>
                <a:latin typeface="Open Sans Medium"/>
              </a:rPr>
              <a:t>Contact sharing   </a:t>
            </a:r>
            <a:r>
              <a:rPr sz="1000" b="0" i="0">
                <a:solidFill>
                  <a:srgbClr val="BFC3C7"/>
                </a:solidFill>
                <a:latin typeface="Open Sans Medium"/>
              </a:rPr>
              <a:t>Shopper: Caroline </a:t>
            </a:r>
            <a:r>
              <a:rPr sz="1000" b="0" i="0" err="1">
                <a:solidFill>
                  <a:srgbClr val="BFC3C7"/>
                </a:solidFill>
                <a:latin typeface="Open Sans Medium"/>
              </a:rPr>
              <a:t>Triemer</a:t>
            </a:r>
            <a:r>
              <a:rPr sz="1000" b="0" i="0">
                <a:solidFill>
                  <a:srgbClr val="BFC3C7"/>
                </a:solidFill>
                <a:latin typeface="Open Sans Medium"/>
              </a:rPr>
              <a:t>  | </a:t>
            </a:r>
            <a:r>
              <a:rPr lang="en-IN" sz="1000" b="1" i="0">
                <a:solidFill>
                  <a:srgbClr val="FFC000"/>
                </a:solidFill>
                <a:latin typeface="Open Sans Medium"/>
              </a:rPr>
              <a:t> Caller: Lizzie / Liza</a:t>
            </a:r>
          </a:p>
        </p:txBody>
      </p:sp>
      <p:sp>
        <p:nvSpPr>
          <p:cNvPr id="24" name="TextBox 23"/>
          <p:cNvSpPr txBox="1"/>
          <p:nvPr/>
        </p:nvSpPr>
        <p:spPr>
          <a:xfrm>
            <a:off x="6931152" y="3803011"/>
            <a:ext cx="3035808" cy="184666"/>
          </a:xfrm>
          <a:prstGeom prst="rect">
            <a:avLst/>
          </a:prstGeom>
          <a:noFill/>
        </p:spPr>
        <p:txBody>
          <a:bodyPr wrap="square" lIns="0" tIns="0" rIns="0" bIns="0" anchor="ctr">
            <a:spAutoFit/>
          </a:bodyPr>
          <a:lstStyle/>
          <a:p>
            <a:pPr algn="r"/>
            <a:r>
              <a:rPr lang="en-IN" sz="1200" b="1">
                <a:solidFill>
                  <a:srgbClr val="FFC000"/>
                </a:solidFill>
                <a:latin typeface="Open Sans Medium"/>
              </a:rPr>
              <a:t>Caller identified as </a:t>
            </a:r>
            <a:r>
              <a:rPr lang="en-IN" sz="1200" b="1" err="1">
                <a:solidFill>
                  <a:srgbClr val="FFC000"/>
                </a:solidFill>
                <a:latin typeface="Open Sans Medium"/>
              </a:rPr>
              <a:t>Binghatti</a:t>
            </a:r>
            <a:endParaRPr lang="en-IN" sz="1200" b="1">
              <a:solidFill>
                <a:srgbClr val="FFC000"/>
              </a:solidFill>
              <a:latin typeface="Open Sans Medium"/>
            </a:endParaRPr>
          </a:p>
        </p:txBody>
      </p:sp>
      <p:sp>
        <p:nvSpPr>
          <p:cNvPr id="25" name="Rounded Rectangle 24"/>
          <p:cNvSpPr/>
          <p:nvPr/>
        </p:nvSpPr>
        <p:spPr>
          <a:xfrm>
            <a:off x="10104120" y="377647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Leakage score 0%</a:t>
            </a:r>
          </a:p>
        </p:txBody>
      </p:sp>
      <p:sp>
        <p:nvSpPr>
          <p:cNvPr id="26" name="Pentagon 25"/>
          <p:cNvSpPr/>
          <p:nvPr/>
        </p:nvSpPr>
        <p:spPr>
          <a:xfrm>
            <a:off x="457200" y="416052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23517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3  ADDITIONAL CONTACT   |   Lizzie / Liza</a:t>
            </a:r>
          </a:p>
        </p:txBody>
      </p:sp>
      <p:sp>
        <p:nvSpPr>
          <p:cNvPr id="28" name="Rounded Rectangle 27"/>
          <p:cNvSpPr/>
          <p:nvPr/>
        </p:nvSpPr>
        <p:spPr>
          <a:xfrm>
            <a:off x="457200" y="452628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448556" y="458114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NUMBER SHARED</a:t>
            </a:r>
          </a:p>
        </p:txBody>
      </p:sp>
      <p:sp>
        <p:nvSpPr>
          <p:cNvPr id="30" name="TextBox 29"/>
          <p:cNvSpPr txBox="1"/>
          <p:nvPr/>
        </p:nvSpPr>
        <p:spPr>
          <a:xfrm>
            <a:off x="576072" y="4828031"/>
            <a:ext cx="5353812" cy="849463"/>
          </a:xfrm>
          <a:prstGeom prst="rect">
            <a:avLst/>
          </a:prstGeom>
          <a:noFill/>
        </p:spPr>
        <p:txBody>
          <a:bodyPr wrap="square" lIns="0" tIns="0" rIns="0" bIns="0" anchor="t">
            <a:spAutoFit/>
          </a:bodyPr>
          <a:lstStyle/>
          <a:p>
            <a:pPr marL="137160" indent="-137160" algn="l">
              <a:lnSpc>
                <a:spcPct val="120000"/>
              </a:lnSpc>
              <a:spcAft>
                <a:spcPts val="200"/>
              </a:spcAft>
              <a:buFont typeface="Arial"/>
              <a:buChar char="•"/>
            </a:pPr>
            <a:r>
              <a:rPr lang="en-US" sz="1100" b="0" i="0">
                <a:solidFill>
                  <a:srgbClr val="0A0A0A"/>
                </a:solidFill>
                <a:latin typeface="Open Sans Medium"/>
              </a:rPr>
              <a:t>Lizzie said Suleiman gave her the shopper’s number</a:t>
            </a:r>
          </a:p>
          <a:p>
            <a:pPr marL="137160" indent="-137160" algn="l">
              <a:lnSpc>
                <a:spcPct val="120000"/>
              </a:lnSpc>
              <a:spcAft>
                <a:spcPts val="200"/>
              </a:spcAft>
              <a:buFont typeface="Arial"/>
              <a:buChar char="•"/>
            </a:pPr>
            <a:r>
              <a:rPr lang="en-US" sz="1100" b="0" i="0">
                <a:solidFill>
                  <a:srgbClr val="0A0A0A"/>
                </a:solidFill>
                <a:latin typeface="Open Sans Medium"/>
              </a:rPr>
              <a:t>Asked investor or end user, promoted Binghatti and urged an office visit. No prices quoted</a:t>
            </a:r>
          </a:p>
          <a:p>
            <a:pPr marL="137160" indent="-137160" algn="l">
              <a:lnSpc>
                <a:spcPct val="120000"/>
              </a:lnSpc>
              <a:spcAft>
                <a:spcPts val="200"/>
              </a:spcAft>
              <a:buFont typeface="Arial"/>
              <a:buChar char="•"/>
            </a:pPr>
            <a:r>
              <a:rPr lang="en-US" sz="1100" b="0" i="0">
                <a:solidFill>
                  <a:srgbClr val="0A0A0A"/>
                </a:solidFill>
                <a:latin typeface="Open Sans Medium"/>
              </a:rPr>
              <a:t>Promised WhatsApp information had not arrived at reporting</a:t>
            </a:r>
          </a:p>
        </p:txBody>
      </p:sp>
      <p:sp>
        <p:nvSpPr>
          <p:cNvPr id="31" name="Chevron 30"/>
          <p:cNvSpPr/>
          <p:nvPr/>
        </p:nvSpPr>
        <p:spPr>
          <a:xfrm>
            <a:off x="6048756" y="416052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2804" y="4235176"/>
            <a:ext cx="5225796" cy="161583"/>
          </a:xfrm>
          <a:prstGeom prst="rect">
            <a:avLst/>
          </a:prstGeom>
          <a:noFill/>
        </p:spPr>
        <p:txBody>
          <a:bodyPr wrap="square" lIns="0" tIns="0" rIns="0" bIns="0" anchor="ctr">
            <a:spAutoFit/>
          </a:bodyPr>
          <a:lstStyle/>
          <a:p>
            <a:pPr algn="l"/>
            <a:r>
              <a:rPr lang="en-US" sz="1050" b="1" i="0">
                <a:solidFill>
                  <a:srgbClr val="0B0B0C"/>
                </a:solidFill>
                <a:latin typeface="Open Sans Medium"/>
              </a:rPr>
              <a:t>4  SHOPPER ASSESSMENT   |   Service: Excellent</a:t>
            </a:r>
          </a:p>
        </p:txBody>
      </p:sp>
      <p:sp>
        <p:nvSpPr>
          <p:cNvPr id="33" name="Rounded Rectangle 32"/>
          <p:cNvSpPr/>
          <p:nvPr/>
        </p:nvSpPr>
        <p:spPr>
          <a:xfrm>
            <a:off x="6140196" y="452628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131552" y="458114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a:solidFill>
                  <a:srgbClr val="FFFFFF"/>
                </a:solidFill>
                <a:latin typeface="Open Sans Medium"/>
              </a:rPr>
              <a:t>SHARING CONCERN</a:t>
            </a:r>
          </a:p>
        </p:txBody>
      </p:sp>
      <p:sp>
        <p:nvSpPr>
          <p:cNvPr id="35" name="TextBox 34"/>
          <p:cNvSpPr txBox="1"/>
          <p:nvPr/>
        </p:nvSpPr>
        <p:spPr>
          <a:xfrm>
            <a:off x="6259068" y="4828031"/>
            <a:ext cx="5353812" cy="1066959"/>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Shopper praised Suleiman’s knowledge and helpful follow-up</a:t>
            </a:r>
          </a:p>
          <a:p>
            <a:pPr marL="137160" indent="-137160" algn="l">
              <a:spcAft>
                <a:spcPts val="200"/>
              </a:spcAft>
              <a:buFont typeface="Arial"/>
              <a:buChar char="•"/>
            </a:pPr>
            <a:r>
              <a:rPr lang="en-US" sz="1100" b="0" i="0">
                <a:solidFill>
                  <a:srgbClr val="0A0A0A"/>
                </a:solidFill>
                <a:latin typeface="Open Sans Medium"/>
              </a:rPr>
              <a:t>Questioned sharing her number. Suleiman said Lizzie worked with him in customer service</a:t>
            </a:r>
          </a:p>
          <a:p>
            <a:pPr marL="137160" indent="-137160" algn="l">
              <a:spcAft>
                <a:spcPts val="200"/>
              </a:spcAft>
              <a:buFont typeface="Arial"/>
              <a:buChar char="•"/>
            </a:pPr>
            <a:r>
              <a:rPr lang="en-US" sz="1100" b="0" i="0">
                <a:solidFill>
                  <a:srgbClr val="0A0A0A"/>
                </a:solidFill>
                <a:latin typeface="Open Sans Medium"/>
              </a:rPr>
              <a:t>Lizzie felt pushier. The account does not confirm an external third-party leak</a:t>
            </a:r>
          </a:p>
        </p:txBody>
      </p:sp>
      <p:sp>
        <p:nvSpPr>
          <p:cNvPr id="5" name="TextBox 4">
            <a:extLst>
              <a:ext uri="{FF2B5EF4-FFF2-40B4-BE49-F238E27FC236}">
                <a16:creationId xmlns:a16="http://schemas.microsoft.com/office/drawing/2014/main" id="{DF5B6351-AAD1-74FE-A276-C361F5406402}"/>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extLst>
      <p:ext uri="{BB962C8B-B14F-4D97-AF65-F5344CB8AC3E}">
        <p14:creationId xmlns:p14="http://schemas.microsoft.com/office/powerpoint/2010/main" val="2963960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LEAKAGE CUSTOMER JOURNEY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23</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Leakage cases 4 and 5: Customer Journey from first contact to the leak</a:t>
            </a:r>
          </a:p>
        </p:txBody>
      </p:sp>
      <p:sp>
        <p:nvSpPr>
          <p:cNvPr id="8" name="Rounded Rectangle 7"/>
          <p:cNvSpPr/>
          <p:nvPr/>
        </p:nvSpPr>
        <p:spPr>
          <a:xfrm>
            <a:off x="457200" y="132588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429418"/>
            <a:ext cx="6309360" cy="176972"/>
          </a:xfrm>
          <a:prstGeom prst="rect">
            <a:avLst/>
          </a:prstGeom>
          <a:noFill/>
        </p:spPr>
        <p:txBody>
          <a:bodyPr wrap="square" lIns="0" tIns="0" rIns="0" bIns="0" anchor="ctr">
            <a:spAutoFit/>
          </a:bodyPr>
          <a:lstStyle/>
          <a:p>
            <a:pPr algn="l"/>
            <a:r>
              <a:rPr sz="1150" b="1" i="0">
                <a:solidFill>
                  <a:srgbClr val="FFFFFF"/>
                </a:solidFill>
                <a:latin typeface="Open Sans Medium"/>
              </a:rPr>
              <a:t>Case </a:t>
            </a:r>
            <a:r>
              <a:rPr lang="en-IN" sz="1150" b="1" i="0">
                <a:solidFill>
                  <a:srgbClr val="FFFFFF"/>
                </a:solidFill>
                <a:latin typeface="Open Sans Medium"/>
              </a:rPr>
              <a:t>4</a:t>
            </a:r>
            <a:r>
              <a:rPr sz="1150" b="1" i="0">
                <a:solidFill>
                  <a:srgbClr val="FFFFFF"/>
                </a:solidFill>
                <a:latin typeface="Open Sans Medium"/>
              </a:rPr>
              <a:t>  |  V.22867  </a:t>
            </a:r>
            <a:r>
              <a:rPr lang="en-IN" sz="1150" b="1" i="0">
                <a:solidFill>
                  <a:srgbClr val="FFFFFF"/>
                </a:solidFill>
                <a:latin typeface="Open Sans Medium"/>
              </a:rPr>
              <a:t>| External Broker | </a:t>
            </a:r>
            <a:r>
              <a:rPr sz="1000" b="0" i="0">
                <a:solidFill>
                  <a:srgbClr val="BFC3C7"/>
                </a:solidFill>
                <a:latin typeface="Open Sans Medium"/>
              </a:rPr>
              <a:t>Call </a:t>
            </a:r>
            <a:r>
              <a:rPr lang="en-IN" sz="1000" b="0" i="0">
                <a:solidFill>
                  <a:srgbClr val="BFC3C7"/>
                </a:solidFill>
                <a:latin typeface="Open Sans Medium"/>
              </a:rPr>
              <a:t>Center</a:t>
            </a:r>
            <a:r>
              <a:rPr sz="1000" b="0" i="0">
                <a:solidFill>
                  <a:srgbClr val="BFC3C7"/>
                </a:solidFill>
                <a:latin typeface="Open Sans Medium"/>
              </a:rPr>
              <a:t>  |  call 17 Aug, raised 20 Aug</a:t>
            </a:r>
            <a:r>
              <a:rPr lang="en-IN" sz="1000" b="0" i="0">
                <a:solidFill>
                  <a:srgbClr val="BFC3C7"/>
                </a:solidFill>
                <a:latin typeface="Open Sans Medium"/>
              </a:rPr>
              <a:t> </a:t>
            </a:r>
            <a:endParaRPr sz="1000" b="0" i="0">
              <a:solidFill>
                <a:srgbClr val="BFC3C7"/>
              </a:solidFill>
              <a:latin typeface="Open Sans Medium"/>
            </a:endParaRPr>
          </a:p>
        </p:txBody>
      </p:sp>
      <p:sp>
        <p:nvSpPr>
          <p:cNvPr id="10" name="TextBox 9"/>
          <p:cNvSpPr txBox="1"/>
          <p:nvPr/>
        </p:nvSpPr>
        <p:spPr>
          <a:xfrm>
            <a:off x="6675120" y="1425571"/>
            <a:ext cx="3291840" cy="184666"/>
          </a:xfrm>
          <a:prstGeom prst="rect">
            <a:avLst/>
          </a:prstGeom>
          <a:noFill/>
        </p:spPr>
        <p:txBody>
          <a:bodyPr wrap="square" lIns="0" tIns="0" rIns="0" bIns="0" anchor="ctr">
            <a:spAutoFit/>
          </a:bodyPr>
          <a:lstStyle/>
          <a:p>
            <a:pPr algn="r"/>
            <a:r>
              <a:rPr lang="en-US" sz="1200" b="1" i="0">
                <a:solidFill>
                  <a:srgbClr val="FFC000"/>
                </a:solidFill>
                <a:latin typeface="Open Sans Medium"/>
              </a:rPr>
              <a:t>Shadi; Emad  |  Sam Roy, Profound Realtors</a:t>
            </a:r>
          </a:p>
        </p:txBody>
      </p:sp>
      <p:sp>
        <p:nvSpPr>
          <p:cNvPr id="11" name="Rounded Rectangle 10"/>
          <p:cNvSpPr/>
          <p:nvPr/>
        </p:nvSpPr>
        <p:spPr>
          <a:xfrm>
            <a:off x="10104120" y="139903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65 </a:t>
            </a:r>
            <a:r>
              <a:rPr sz="900" b="1" i="0">
                <a:solidFill>
                  <a:srgbClr val="FFFFFF"/>
                </a:solidFill>
                <a:latin typeface="Open Sans Medium"/>
              </a:rPr>
              <a:t>vs </a:t>
            </a:r>
            <a:r>
              <a:rPr lang="en-IN" sz="900" b="1" i="0">
                <a:solidFill>
                  <a:srgbClr val="FFFFFF"/>
                </a:solidFill>
                <a:latin typeface="Open Sans Medium"/>
              </a:rPr>
              <a:t>84 </a:t>
            </a:r>
            <a:r>
              <a:rPr sz="900" b="1" i="0">
                <a:solidFill>
                  <a:srgbClr val="FFFFFF"/>
                </a:solidFill>
                <a:latin typeface="Open Sans Medium"/>
              </a:rPr>
              <a:t>call</a:t>
            </a:r>
          </a:p>
        </p:txBody>
      </p:sp>
      <p:sp>
        <p:nvSpPr>
          <p:cNvPr id="12" name="Pentagon 11"/>
          <p:cNvSpPr/>
          <p:nvPr/>
        </p:nvSpPr>
        <p:spPr>
          <a:xfrm>
            <a:off x="457200" y="178308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185773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1  PRE-VISIT   |   Call </a:t>
            </a:r>
            <a:r>
              <a:rPr lang="en-IN" sz="1050" b="1" i="0" err="1">
                <a:solidFill>
                  <a:srgbClr val="0B0B0C"/>
                </a:solidFill>
                <a:latin typeface="Open Sans Medium"/>
              </a:rPr>
              <a:t>Center</a:t>
            </a:r>
            <a:r>
              <a:rPr sz="1050" b="1" i="0">
                <a:solidFill>
                  <a:srgbClr val="0B0B0C"/>
                </a:solidFill>
                <a:latin typeface="Open Sans Medium"/>
              </a:rPr>
              <a:t> </a:t>
            </a:r>
            <a:r>
              <a:rPr lang="en-IN" sz="1050" b="1" i="0">
                <a:solidFill>
                  <a:srgbClr val="0B0B0C"/>
                </a:solidFill>
                <a:latin typeface="Open Sans Medium"/>
              </a:rPr>
              <a:t>82</a:t>
            </a:r>
            <a:endParaRPr sz="1050" b="1" i="0">
              <a:solidFill>
                <a:srgbClr val="0B0B0C"/>
              </a:solidFill>
              <a:latin typeface="Open Sans Medium"/>
            </a:endParaRPr>
          </a:p>
        </p:txBody>
      </p:sp>
      <p:sp>
        <p:nvSpPr>
          <p:cNvPr id="14" name="Rounded Rectangle 13"/>
          <p:cNvSpPr/>
          <p:nvPr/>
        </p:nvSpPr>
        <p:spPr>
          <a:xfrm>
            <a:off x="457200" y="214884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48556" y="220370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DATA CAPTURED</a:t>
            </a:r>
          </a:p>
        </p:txBody>
      </p:sp>
      <p:sp>
        <p:nvSpPr>
          <p:cNvPr id="16" name="TextBox 15"/>
          <p:cNvSpPr txBox="1"/>
          <p:nvPr/>
        </p:nvSpPr>
        <p:spPr>
          <a:xfrm>
            <a:off x="576072" y="2450591"/>
            <a:ext cx="5353812" cy="1052596"/>
          </a:xfrm>
          <a:prstGeom prst="rect">
            <a:avLst/>
          </a:prstGeom>
          <a:noFill/>
        </p:spPr>
        <p:txBody>
          <a:bodyPr wrap="square" lIns="0" tIns="0" rIns="0" bIns="0" anchor="t">
            <a:spAutoFit/>
          </a:bodyPr>
          <a:lstStyle/>
          <a:p>
            <a:pPr marL="137160" indent="-137160" algn="l">
              <a:lnSpc>
                <a:spcPct val="120000"/>
              </a:lnSpc>
              <a:spcAft>
                <a:spcPts val="200"/>
              </a:spcAft>
              <a:buFont typeface="Arial"/>
              <a:buChar char="•"/>
            </a:pPr>
            <a:r>
              <a:rPr lang="en-US" sz="1100" b="0" i="0">
                <a:solidFill>
                  <a:srgbClr val="0B0B0C"/>
                </a:solidFill>
                <a:latin typeface="Open Sans Medium"/>
              </a:rPr>
              <a:t>1:56 PM: call answered within 20 seconds; unit type, price and a site visit discussed</a:t>
            </a:r>
          </a:p>
          <a:p>
            <a:pPr marL="137160" indent="-137160" algn="l">
              <a:lnSpc>
                <a:spcPct val="120000"/>
              </a:lnSpc>
              <a:spcAft>
                <a:spcPts val="200"/>
              </a:spcAft>
              <a:buFont typeface="Arial"/>
              <a:buChar char="•"/>
            </a:pPr>
            <a:r>
              <a:rPr lang="en-US" sz="1100" b="0" i="0">
                <a:solidFill>
                  <a:srgbClr val="0B0B0C"/>
                </a:solidFill>
                <a:latin typeface="Open Sans Medium"/>
              </a:rPr>
              <a:t>2:34 PM: Emad called back, aware of the enquiry</a:t>
            </a:r>
          </a:p>
          <a:p>
            <a:pPr marL="137160" indent="-137160" algn="l">
              <a:lnSpc>
                <a:spcPct val="120000"/>
              </a:lnSpc>
              <a:spcAft>
                <a:spcPts val="200"/>
              </a:spcAft>
              <a:buFont typeface="Arial"/>
              <a:buChar char="•"/>
            </a:pPr>
            <a:r>
              <a:rPr lang="en-US" sz="1100" b="0" i="0">
                <a:solidFill>
                  <a:srgbClr val="0B0B0C"/>
                </a:solidFill>
                <a:latin typeface="Open Sans Medium"/>
              </a:rPr>
              <a:t>No brochure offered and no project details received; both declined to share a broker contact</a:t>
            </a:r>
          </a:p>
        </p:txBody>
      </p:sp>
      <p:sp>
        <p:nvSpPr>
          <p:cNvPr id="17" name="Chevron 16"/>
          <p:cNvSpPr/>
          <p:nvPr/>
        </p:nvSpPr>
        <p:spPr>
          <a:xfrm>
            <a:off x="6048756" y="178308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32804" y="185773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No follow-up section</a:t>
            </a:r>
          </a:p>
        </p:txBody>
      </p:sp>
      <p:sp>
        <p:nvSpPr>
          <p:cNvPr id="19" name="Rounded Rectangle 18"/>
          <p:cNvSpPr/>
          <p:nvPr/>
        </p:nvSpPr>
        <p:spPr>
          <a:xfrm>
            <a:off x="6140196" y="214884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20" name="Rounded Rectangle 19"/>
          <p:cNvSpPr/>
          <p:nvPr/>
        </p:nvSpPr>
        <p:spPr>
          <a:xfrm>
            <a:off x="10131552" y="220370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800" b="1">
                <a:solidFill>
                  <a:srgbClr val="FFFFFF"/>
                </a:solidFill>
                <a:latin typeface="Open Sans Medium"/>
              </a:rPr>
              <a:t>LEAK</a:t>
            </a:r>
          </a:p>
        </p:txBody>
      </p:sp>
      <p:sp>
        <p:nvSpPr>
          <p:cNvPr id="21" name="TextBox 20"/>
          <p:cNvSpPr txBox="1"/>
          <p:nvPr/>
        </p:nvSpPr>
        <p:spPr>
          <a:xfrm>
            <a:off x="6259068" y="2450591"/>
            <a:ext cx="5353812" cy="897682"/>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19 Aug: an external realtor, Sam Roy of Profound Realtors, contacted the evaluator; he had the number but not the project</a:t>
            </a:r>
          </a:p>
          <a:p>
            <a:pPr marL="137160" indent="-137160" algn="l">
              <a:spcAft>
                <a:spcPts val="200"/>
              </a:spcAft>
              <a:buFont typeface="Arial"/>
              <a:buChar char="•"/>
            </a:pPr>
            <a:r>
              <a:rPr lang="en-US" sz="1100" b="0" i="0">
                <a:solidFill>
                  <a:srgbClr val="0A0A0A"/>
                </a:solidFill>
                <a:latin typeface="Open Sans Medium"/>
              </a:rPr>
              <a:t>He cited a marketing-campaign click, which the evaluator denies</a:t>
            </a:r>
          </a:p>
          <a:p>
            <a:pPr marL="137160" indent="-137160" algn="l">
              <a:spcAft>
                <a:spcPts val="200"/>
              </a:spcAft>
              <a:buFont typeface="Arial"/>
              <a:buChar char="•"/>
            </a:pPr>
            <a:r>
              <a:rPr lang="en-US" sz="1100" b="0" i="0">
                <a:solidFill>
                  <a:srgbClr val="0A0A0A"/>
                </a:solidFill>
                <a:latin typeface="Open Sans Medium"/>
              </a:rPr>
              <a:t>At the later Mercedes-Benz Places Pavilion visit the agent did not discuss any external broker, despite pressure for a discount</a:t>
            </a:r>
          </a:p>
        </p:txBody>
      </p:sp>
      <p:sp>
        <p:nvSpPr>
          <p:cNvPr id="22" name="Rounded Rectangle 21"/>
          <p:cNvSpPr/>
          <p:nvPr/>
        </p:nvSpPr>
        <p:spPr>
          <a:xfrm>
            <a:off x="457200" y="370332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6073" y="3790897"/>
            <a:ext cx="6608498" cy="176972"/>
          </a:xfrm>
          <a:prstGeom prst="rect">
            <a:avLst/>
          </a:prstGeom>
          <a:noFill/>
        </p:spPr>
        <p:txBody>
          <a:bodyPr wrap="square" lIns="0" tIns="0" rIns="0" bIns="0" anchor="ctr">
            <a:spAutoFit/>
          </a:bodyPr>
          <a:lstStyle/>
          <a:p>
            <a:r>
              <a:rPr sz="1150" b="1" i="0">
                <a:solidFill>
                  <a:srgbClr val="FFFFFF"/>
                </a:solidFill>
                <a:latin typeface="Open Sans Medium"/>
              </a:rPr>
              <a:t>Case </a:t>
            </a:r>
            <a:r>
              <a:rPr lang="en-IN" sz="1150" b="1" i="0">
                <a:solidFill>
                  <a:srgbClr val="FFFFFF"/>
                </a:solidFill>
                <a:latin typeface="Open Sans Medium"/>
              </a:rPr>
              <a:t>5</a:t>
            </a:r>
            <a:r>
              <a:rPr sz="1150" b="1" i="0">
                <a:solidFill>
                  <a:srgbClr val="FFFFFF"/>
                </a:solidFill>
                <a:latin typeface="Open Sans Medium"/>
              </a:rPr>
              <a:t>  |  V.14893 </a:t>
            </a:r>
            <a:r>
              <a:rPr lang="en-IN" sz="1150" b="1">
                <a:solidFill>
                  <a:srgbClr val="FFFFFF"/>
                </a:solidFill>
              </a:rPr>
              <a:t>| Internal Reassignment |</a:t>
            </a:r>
            <a:r>
              <a:rPr sz="1150" b="1" i="0">
                <a:solidFill>
                  <a:srgbClr val="FFFFFF"/>
                </a:solidFill>
                <a:latin typeface="Open Sans Medium"/>
              </a:rPr>
              <a:t> </a:t>
            </a:r>
            <a:r>
              <a:rPr sz="1000" b="0" i="0">
                <a:solidFill>
                  <a:srgbClr val="BFC3C7"/>
                </a:solidFill>
                <a:latin typeface="Open Sans Medium"/>
              </a:rPr>
              <a:t>Office visit, </a:t>
            </a:r>
            <a:r>
              <a:rPr lang="en-IN" sz="1000" b="0" i="0">
                <a:solidFill>
                  <a:srgbClr val="BFC3C7"/>
                </a:solidFill>
                <a:latin typeface="Open Sans Medium"/>
              </a:rPr>
              <a:t>Binghatti</a:t>
            </a:r>
            <a:r>
              <a:rPr sz="1000" b="0" i="0">
                <a:solidFill>
                  <a:srgbClr val="BFC3C7"/>
                </a:solidFill>
                <a:latin typeface="Open Sans Medium"/>
              </a:rPr>
              <a:t> Industries  |  visit 20 Jul, raised 2 Sep</a:t>
            </a:r>
          </a:p>
        </p:txBody>
      </p:sp>
      <p:sp>
        <p:nvSpPr>
          <p:cNvPr id="24" name="TextBox 23"/>
          <p:cNvSpPr txBox="1"/>
          <p:nvPr/>
        </p:nvSpPr>
        <p:spPr>
          <a:xfrm>
            <a:off x="6675120" y="3803011"/>
            <a:ext cx="3291840" cy="184666"/>
          </a:xfrm>
          <a:prstGeom prst="rect">
            <a:avLst/>
          </a:prstGeom>
          <a:noFill/>
        </p:spPr>
        <p:txBody>
          <a:bodyPr wrap="square" lIns="0" tIns="0" rIns="0" bIns="0" anchor="ctr">
            <a:spAutoFit/>
          </a:bodyPr>
          <a:lstStyle/>
          <a:p>
            <a:pPr algn="r"/>
            <a:r>
              <a:rPr lang="en-IN" sz="1200" b="1" i="0">
                <a:solidFill>
                  <a:srgbClr val="FFC000"/>
                </a:solidFill>
                <a:latin typeface="Open Sans Medium"/>
              </a:rPr>
              <a:t>Samah; Misha  |  Keman Gamal / Lola</a:t>
            </a:r>
          </a:p>
        </p:txBody>
      </p:sp>
      <p:sp>
        <p:nvSpPr>
          <p:cNvPr id="25" name="Rounded Rectangle 24"/>
          <p:cNvSpPr/>
          <p:nvPr/>
        </p:nvSpPr>
        <p:spPr>
          <a:xfrm>
            <a:off x="10104120" y="377647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a:solidFill>
                  <a:srgbClr val="FFFFFF"/>
                </a:solidFill>
                <a:latin typeface="Open Sans Medium"/>
              </a:rPr>
              <a:t>76  vs 79 office</a:t>
            </a:r>
          </a:p>
        </p:txBody>
      </p:sp>
      <p:sp>
        <p:nvSpPr>
          <p:cNvPr id="26" name="Pentagon 25"/>
          <p:cNvSpPr/>
          <p:nvPr/>
        </p:nvSpPr>
        <p:spPr>
          <a:xfrm>
            <a:off x="457200" y="416052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23517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1  DURING VISIT   |   Reception </a:t>
            </a:r>
            <a:r>
              <a:rPr lang="en-IN" sz="1050" b="1" i="0">
                <a:solidFill>
                  <a:srgbClr val="0B0B0C"/>
                </a:solidFill>
                <a:latin typeface="Open Sans Medium"/>
              </a:rPr>
              <a:t>56 </a:t>
            </a:r>
            <a:r>
              <a:rPr sz="1050" b="1" i="0">
                <a:solidFill>
                  <a:srgbClr val="0B0B0C"/>
                </a:solidFill>
                <a:latin typeface="Open Sans Medium"/>
              </a:rPr>
              <a:t>|  </a:t>
            </a:r>
            <a:r>
              <a:rPr lang="en-IN" sz="1050" b="1" i="0">
                <a:solidFill>
                  <a:srgbClr val="0B0B0C"/>
                </a:solidFill>
                <a:latin typeface="Open Sans Medium"/>
              </a:rPr>
              <a:t>Sales Executive: In Person 65</a:t>
            </a:r>
            <a:endParaRPr sz="1050" b="1" i="0">
              <a:solidFill>
                <a:srgbClr val="0B0B0C"/>
              </a:solidFill>
              <a:latin typeface="Open Sans Medium"/>
            </a:endParaRPr>
          </a:p>
        </p:txBody>
      </p:sp>
      <p:sp>
        <p:nvSpPr>
          <p:cNvPr id="28" name="Rounded Rectangle 27"/>
          <p:cNvSpPr/>
          <p:nvPr/>
        </p:nvSpPr>
        <p:spPr>
          <a:xfrm>
            <a:off x="457200" y="452628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448556" y="458114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DATA CAPTURED</a:t>
            </a:r>
          </a:p>
        </p:txBody>
      </p:sp>
      <p:sp>
        <p:nvSpPr>
          <p:cNvPr id="30" name="TextBox 29"/>
          <p:cNvSpPr txBox="1"/>
          <p:nvPr/>
        </p:nvSpPr>
        <p:spPr>
          <a:xfrm>
            <a:off x="576072" y="4828031"/>
            <a:ext cx="5353812" cy="646331"/>
          </a:xfrm>
          <a:prstGeom prst="rect">
            <a:avLst/>
          </a:prstGeom>
          <a:noFill/>
        </p:spPr>
        <p:txBody>
          <a:bodyPr wrap="square" lIns="0" tIns="0" rIns="0" bIns="0" anchor="t">
            <a:spAutoFit/>
          </a:bodyPr>
          <a:lstStyle/>
          <a:p>
            <a:pPr marL="137160" indent="-137160" algn="l">
              <a:lnSpc>
                <a:spcPct val="120000"/>
              </a:lnSpc>
              <a:spcAft>
                <a:spcPts val="200"/>
              </a:spcAft>
              <a:buFont typeface="Arial"/>
              <a:buChar char="•"/>
            </a:pPr>
            <a:r>
              <a:rPr lang="en-US" sz="1100" b="0" i="0">
                <a:solidFill>
                  <a:srgbClr val="0A0A0A"/>
                </a:solidFill>
                <a:latin typeface="Open Sans Medium"/>
              </a:rPr>
              <a:t>Appointment booked through </a:t>
            </a:r>
            <a:r>
              <a:rPr lang="en-US" sz="1100" b="0" i="0" err="1">
                <a:solidFill>
                  <a:srgbClr val="0A0A0A"/>
                </a:solidFill>
                <a:latin typeface="Open Sans Medium"/>
              </a:rPr>
              <a:t>telesales</a:t>
            </a:r>
            <a:r>
              <a:rPr lang="en-US" sz="1100" b="0" i="0">
                <a:solidFill>
                  <a:srgbClr val="0A0A0A"/>
                </a:solidFill>
                <a:latin typeface="Open Sans Medium"/>
              </a:rPr>
              <a:t> (Misha); consultation with Samah</a:t>
            </a:r>
          </a:p>
          <a:p>
            <a:pPr marL="137160" indent="-137160" algn="l">
              <a:lnSpc>
                <a:spcPct val="120000"/>
              </a:lnSpc>
              <a:spcAft>
                <a:spcPts val="200"/>
              </a:spcAft>
              <a:buFont typeface="Arial"/>
              <a:buChar char="•"/>
            </a:pPr>
            <a:r>
              <a:rPr lang="en-US" sz="1100" b="0" i="0">
                <a:solidFill>
                  <a:srgbClr val="0A0A0A"/>
                </a:solidFill>
                <a:latin typeface="Open Sans Medium"/>
              </a:rPr>
              <a:t>Reception desk unattended on arrival; no enquiry form completed</a:t>
            </a:r>
          </a:p>
          <a:p>
            <a:pPr marL="137160" indent="-137160" algn="l">
              <a:lnSpc>
                <a:spcPct val="120000"/>
              </a:lnSpc>
              <a:spcAft>
                <a:spcPts val="200"/>
              </a:spcAft>
              <a:buFont typeface="Arial"/>
              <a:buChar char="•"/>
            </a:pPr>
            <a:r>
              <a:rPr lang="en-US" sz="1100" b="0" i="0">
                <a:solidFill>
                  <a:srgbClr val="0A0A0A"/>
                </a:solidFill>
                <a:latin typeface="Open Sans Medium"/>
              </a:rPr>
              <a:t>Samah did not refer any broker; the close felt pushy</a:t>
            </a:r>
          </a:p>
        </p:txBody>
      </p:sp>
      <p:sp>
        <p:nvSpPr>
          <p:cNvPr id="31" name="Chevron 30"/>
          <p:cNvSpPr/>
          <p:nvPr/>
        </p:nvSpPr>
        <p:spPr>
          <a:xfrm>
            <a:off x="6048756" y="416052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2804" y="423517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Follow-Up not scored</a:t>
            </a:r>
          </a:p>
        </p:txBody>
      </p:sp>
      <p:sp>
        <p:nvSpPr>
          <p:cNvPr id="33" name="Rounded Rectangle 32"/>
          <p:cNvSpPr/>
          <p:nvPr/>
        </p:nvSpPr>
        <p:spPr>
          <a:xfrm>
            <a:off x="6140196" y="452628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34" name="Rounded Rectangle 33"/>
          <p:cNvSpPr/>
          <p:nvPr/>
        </p:nvSpPr>
        <p:spPr>
          <a:xfrm>
            <a:off x="10131552" y="458114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800" b="1">
                <a:solidFill>
                  <a:srgbClr val="FFFFFF"/>
                </a:solidFill>
                <a:latin typeface="Open Sans Medium"/>
              </a:rPr>
              <a:t>LEAD REASSIGNED</a:t>
            </a:r>
          </a:p>
        </p:txBody>
      </p:sp>
      <p:sp>
        <p:nvSpPr>
          <p:cNvPr id="35" name="TextBox 34"/>
          <p:cNvSpPr txBox="1"/>
          <p:nvPr/>
        </p:nvSpPr>
        <p:spPr>
          <a:xfrm>
            <a:off x="6259068" y="4828031"/>
            <a:ext cx="5353812" cy="728405"/>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No communication within 48 hours of the visit</a:t>
            </a:r>
          </a:p>
          <a:p>
            <a:pPr marL="137160" indent="-137160" algn="l">
              <a:spcAft>
                <a:spcPts val="200"/>
              </a:spcAft>
              <a:buFont typeface="Arial"/>
              <a:buChar char="•"/>
            </a:pPr>
            <a:r>
              <a:rPr lang="en-US" sz="1100" b="0" i="0">
                <a:solidFill>
                  <a:srgbClr val="0A0A0A"/>
                </a:solidFill>
                <a:latin typeface="Open Sans Medium"/>
              </a:rPr>
              <a:t>September: a new sales agent was assigned to this lead, first raised in July</a:t>
            </a:r>
          </a:p>
          <a:p>
            <a:pPr marL="137160" indent="-137160" algn="l">
              <a:spcAft>
                <a:spcPts val="200"/>
              </a:spcAft>
              <a:buFont typeface="Arial"/>
              <a:buChar char="•"/>
            </a:pPr>
            <a:r>
              <a:rPr lang="en-US" sz="1100" b="0" i="0">
                <a:solidFill>
                  <a:srgbClr val="0A0A0A"/>
                </a:solidFill>
                <a:latin typeface="Open Sans Medium"/>
              </a:rPr>
              <a:t>No outside party is recorded; the open question is who held the buyer's details in between</a:t>
            </a:r>
          </a:p>
        </p:txBody>
      </p:sp>
      <p:sp>
        <p:nvSpPr>
          <p:cNvPr id="5" name="TextBox 4">
            <a:extLst>
              <a:ext uri="{FF2B5EF4-FFF2-40B4-BE49-F238E27FC236}">
                <a16:creationId xmlns:a16="http://schemas.microsoft.com/office/drawing/2014/main" id="{08ACC0C8-A39E-CB24-30E0-30E6BDB862E9}"/>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LEAKAGE CUSTOMER JOURNEY</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24</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Leakage cases 6 and 7: Customer Journey from first contact to the leak</a:t>
            </a:r>
          </a:p>
        </p:txBody>
      </p:sp>
      <p:sp>
        <p:nvSpPr>
          <p:cNvPr id="8" name="Rounded Rectangle 7"/>
          <p:cNvSpPr/>
          <p:nvPr/>
        </p:nvSpPr>
        <p:spPr>
          <a:xfrm>
            <a:off x="457200" y="132588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429418"/>
            <a:ext cx="6309360" cy="176972"/>
          </a:xfrm>
          <a:prstGeom prst="rect">
            <a:avLst/>
          </a:prstGeom>
          <a:noFill/>
        </p:spPr>
        <p:txBody>
          <a:bodyPr wrap="square" lIns="0" tIns="0" rIns="0" bIns="0" anchor="ctr">
            <a:spAutoFit/>
          </a:bodyPr>
          <a:lstStyle/>
          <a:p>
            <a:r>
              <a:rPr sz="1150" b="1" i="0">
                <a:solidFill>
                  <a:srgbClr val="FFFFFF"/>
                </a:solidFill>
                <a:latin typeface="Open Sans Medium"/>
              </a:rPr>
              <a:t>Case </a:t>
            </a:r>
            <a:r>
              <a:rPr lang="en-IN" sz="1150" b="1" i="0">
                <a:solidFill>
                  <a:srgbClr val="FFFFFF"/>
                </a:solidFill>
                <a:latin typeface="Open Sans Medium"/>
              </a:rPr>
              <a:t>6</a:t>
            </a:r>
            <a:r>
              <a:rPr sz="1150" b="1" i="0">
                <a:solidFill>
                  <a:srgbClr val="FFFFFF"/>
                </a:solidFill>
                <a:latin typeface="Open Sans Medium"/>
              </a:rPr>
              <a:t>  |  V.23788 </a:t>
            </a:r>
            <a:r>
              <a:rPr lang="en-IN" sz="1150" b="1">
                <a:solidFill>
                  <a:srgbClr val="FFFFFF"/>
                </a:solidFill>
              </a:rPr>
              <a:t> | External Broker |</a:t>
            </a:r>
            <a:r>
              <a:rPr sz="1150" b="1" i="0">
                <a:solidFill>
                  <a:srgbClr val="FFFFFF"/>
                </a:solidFill>
                <a:latin typeface="Open Sans Medium"/>
              </a:rPr>
              <a:t> </a:t>
            </a:r>
            <a:r>
              <a:rPr sz="1000" b="0" i="0">
                <a:solidFill>
                  <a:srgbClr val="BFC3C7"/>
                </a:solidFill>
                <a:latin typeface="Open Sans Medium"/>
              </a:rPr>
              <a:t>Digital, web form  |  enquiry 27 Aug, broker call 10 Sep</a:t>
            </a:r>
          </a:p>
        </p:txBody>
      </p:sp>
      <p:sp>
        <p:nvSpPr>
          <p:cNvPr id="10" name="TextBox 9"/>
          <p:cNvSpPr txBox="1"/>
          <p:nvPr/>
        </p:nvSpPr>
        <p:spPr>
          <a:xfrm>
            <a:off x="6675120" y="1425571"/>
            <a:ext cx="3291840" cy="184666"/>
          </a:xfrm>
          <a:prstGeom prst="rect">
            <a:avLst/>
          </a:prstGeom>
          <a:noFill/>
        </p:spPr>
        <p:txBody>
          <a:bodyPr wrap="square" lIns="0" tIns="0" rIns="0" bIns="0" anchor="ctr">
            <a:spAutoFit/>
          </a:bodyPr>
          <a:lstStyle/>
          <a:p>
            <a:pPr algn="r"/>
            <a:r>
              <a:rPr lang="en-IN" sz="1200" b="1" i="0">
                <a:solidFill>
                  <a:srgbClr val="FFC000"/>
                </a:solidFill>
                <a:latin typeface="Open Sans Medium"/>
              </a:rPr>
              <a:t>Nermin Ashraf Tarik  |  Ali, Profound Realtors</a:t>
            </a:r>
          </a:p>
        </p:txBody>
      </p:sp>
      <p:sp>
        <p:nvSpPr>
          <p:cNvPr id="11" name="Rounded Rectangle 10"/>
          <p:cNvSpPr/>
          <p:nvPr/>
        </p:nvSpPr>
        <p:spPr>
          <a:xfrm>
            <a:off x="10104120" y="139903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94 </a:t>
            </a:r>
            <a:r>
              <a:rPr sz="900" b="1" i="0">
                <a:solidFill>
                  <a:srgbClr val="FFFFFF"/>
                </a:solidFill>
                <a:latin typeface="Open Sans Medium"/>
              </a:rPr>
              <a:t>vs </a:t>
            </a:r>
            <a:r>
              <a:rPr lang="en-IN" sz="900" b="1" i="0">
                <a:solidFill>
                  <a:srgbClr val="FFFFFF"/>
                </a:solidFill>
                <a:latin typeface="Open Sans Medium"/>
              </a:rPr>
              <a:t>83</a:t>
            </a:r>
            <a:r>
              <a:rPr sz="900" b="1" i="0">
                <a:solidFill>
                  <a:srgbClr val="FFFFFF"/>
                </a:solidFill>
                <a:latin typeface="Open Sans Medium"/>
              </a:rPr>
              <a:t> digital</a:t>
            </a:r>
          </a:p>
        </p:txBody>
      </p:sp>
      <p:sp>
        <p:nvSpPr>
          <p:cNvPr id="12" name="Pentagon 11"/>
          <p:cNvSpPr/>
          <p:nvPr/>
        </p:nvSpPr>
        <p:spPr>
          <a:xfrm>
            <a:off x="457200" y="178308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185773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1  PRE-VISIT   |   Digital </a:t>
            </a:r>
            <a:r>
              <a:rPr lang="en-IN" sz="1050" b="1" i="0">
                <a:solidFill>
                  <a:srgbClr val="0B0B0C"/>
                </a:solidFill>
                <a:latin typeface="Open Sans Medium"/>
              </a:rPr>
              <a:t>Enquiry</a:t>
            </a:r>
            <a:r>
              <a:rPr sz="1050" b="1" i="0">
                <a:solidFill>
                  <a:srgbClr val="0B0B0C"/>
                </a:solidFill>
                <a:latin typeface="Open Sans Medium"/>
              </a:rPr>
              <a:t> 100  |  </a:t>
            </a:r>
            <a:r>
              <a:rPr lang="en-IN" sz="1050" b="1" i="0">
                <a:solidFill>
                  <a:srgbClr val="0B0B0C"/>
                </a:solidFill>
                <a:latin typeface="Open Sans Medium"/>
              </a:rPr>
              <a:t>Sales Executive: In Person: Remote</a:t>
            </a:r>
            <a:r>
              <a:rPr sz="1050" b="1" i="0">
                <a:solidFill>
                  <a:srgbClr val="0B0B0C"/>
                </a:solidFill>
                <a:latin typeface="Open Sans Medium"/>
              </a:rPr>
              <a:t> </a:t>
            </a:r>
            <a:r>
              <a:rPr lang="en-IN" sz="1050" b="1" i="0">
                <a:solidFill>
                  <a:srgbClr val="0B0B0C"/>
                </a:solidFill>
                <a:latin typeface="Open Sans Medium"/>
              </a:rPr>
              <a:t>88</a:t>
            </a:r>
            <a:endParaRPr sz="1050" b="1" i="0">
              <a:solidFill>
                <a:srgbClr val="0B0B0C"/>
              </a:solidFill>
              <a:latin typeface="Open Sans Medium"/>
            </a:endParaRPr>
          </a:p>
        </p:txBody>
      </p:sp>
      <p:sp>
        <p:nvSpPr>
          <p:cNvPr id="14" name="Rounded Rectangle 13"/>
          <p:cNvSpPr/>
          <p:nvPr/>
        </p:nvSpPr>
        <p:spPr>
          <a:xfrm>
            <a:off x="457200" y="214884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48556" y="220370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DATA CAPTURED</a:t>
            </a:r>
          </a:p>
        </p:txBody>
      </p:sp>
      <p:sp>
        <p:nvSpPr>
          <p:cNvPr id="16" name="TextBox 15"/>
          <p:cNvSpPr txBox="1"/>
          <p:nvPr/>
        </p:nvSpPr>
        <p:spPr>
          <a:xfrm>
            <a:off x="576072" y="2450591"/>
            <a:ext cx="5353812" cy="728405"/>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Web form submitted with name, phone, email and project; two executives called within five minutes</a:t>
            </a:r>
          </a:p>
          <a:p>
            <a:pPr marL="137160" indent="-137160" algn="l">
              <a:spcAft>
                <a:spcPts val="200"/>
              </a:spcAft>
              <a:buFont typeface="Arial"/>
              <a:buChar char="•"/>
            </a:pPr>
            <a:r>
              <a:rPr lang="en-US" sz="1100" b="0" i="0">
                <a:solidFill>
                  <a:srgbClr val="0A0A0A"/>
                </a:solidFill>
                <a:latin typeface="Open Sans Medium"/>
              </a:rPr>
              <a:t>Nermin discussed a 1-bedroom in </a:t>
            </a:r>
            <a:r>
              <a:rPr lang="en-US" sz="1100" b="0" i="0" err="1">
                <a:solidFill>
                  <a:srgbClr val="0A0A0A"/>
                </a:solidFill>
                <a:latin typeface="Open Sans Medium"/>
              </a:rPr>
              <a:t>Majan</a:t>
            </a:r>
            <a:r>
              <a:rPr lang="en-US" sz="1100" b="0" i="0">
                <a:solidFill>
                  <a:srgbClr val="0A0A0A"/>
                </a:solidFill>
                <a:latin typeface="Open Sans Medium"/>
              </a:rPr>
              <a:t> or Al </a:t>
            </a:r>
            <a:r>
              <a:rPr lang="en-US" sz="1100" b="0" i="0" err="1">
                <a:solidFill>
                  <a:srgbClr val="0A0A0A"/>
                </a:solidFill>
                <a:latin typeface="Open Sans Medium"/>
              </a:rPr>
              <a:t>Jaddaf</a:t>
            </a:r>
            <a:r>
              <a:rPr lang="en-US" sz="1100" b="0" i="0">
                <a:solidFill>
                  <a:srgbClr val="0A0A0A"/>
                </a:solidFill>
                <a:latin typeface="Open Sans Medium"/>
              </a:rPr>
              <a:t> and pricing</a:t>
            </a:r>
          </a:p>
          <a:p>
            <a:pPr marL="137160" indent="-137160" algn="l">
              <a:spcAft>
                <a:spcPts val="200"/>
              </a:spcAft>
              <a:buFont typeface="Arial"/>
              <a:buChar char="•"/>
            </a:pPr>
            <a:r>
              <a:rPr lang="en-US" sz="1100" b="0" i="0">
                <a:solidFill>
                  <a:srgbClr val="0A0A0A"/>
                </a:solidFill>
                <a:latin typeface="Open Sans Medium"/>
              </a:rPr>
              <a:t>Promised brochure, pricing and Zoom link never arrived</a:t>
            </a:r>
          </a:p>
        </p:txBody>
      </p:sp>
      <p:sp>
        <p:nvSpPr>
          <p:cNvPr id="17" name="Chevron 16"/>
          <p:cNvSpPr/>
          <p:nvPr/>
        </p:nvSpPr>
        <p:spPr>
          <a:xfrm>
            <a:off x="6048756" y="178308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32804" y="185773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Survey shows no leak</a:t>
            </a:r>
          </a:p>
        </p:txBody>
      </p:sp>
      <p:sp>
        <p:nvSpPr>
          <p:cNvPr id="19" name="Rounded Rectangle 18"/>
          <p:cNvSpPr/>
          <p:nvPr/>
        </p:nvSpPr>
        <p:spPr>
          <a:xfrm>
            <a:off x="6140196" y="214884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lang="en-IN" sz="2800">
              <a:solidFill>
                <a:srgbClr val="D7262B"/>
              </a:solidFill>
              <a:latin typeface="+mj-lt"/>
            </a:endParaRPr>
          </a:p>
        </p:txBody>
      </p:sp>
      <p:sp>
        <p:nvSpPr>
          <p:cNvPr id="20" name="Rounded Rectangle 19"/>
          <p:cNvSpPr/>
          <p:nvPr/>
        </p:nvSpPr>
        <p:spPr>
          <a:xfrm>
            <a:off x="10131552" y="220370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LEAK</a:t>
            </a:r>
          </a:p>
        </p:txBody>
      </p:sp>
      <p:sp>
        <p:nvSpPr>
          <p:cNvPr id="21" name="TextBox 20"/>
          <p:cNvSpPr txBox="1"/>
          <p:nvPr/>
        </p:nvSpPr>
        <p:spPr>
          <a:xfrm>
            <a:off x="6259068" y="2450591"/>
            <a:ext cx="5353812" cy="897682"/>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10 Sep: call from Ali of Profound Realtors, who said her interest was registered through marketing ads</a:t>
            </a:r>
          </a:p>
          <a:p>
            <a:pPr marL="137160" indent="-137160" algn="l">
              <a:spcAft>
                <a:spcPts val="200"/>
              </a:spcAft>
              <a:buFont typeface="Arial"/>
              <a:buChar char="•"/>
            </a:pPr>
            <a:r>
              <a:rPr lang="en-US" sz="1100" b="0" i="0">
                <a:solidFill>
                  <a:srgbClr val="0A0A0A"/>
                </a:solidFill>
                <a:latin typeface="Open Sans Medium"/>
              </a:rPr>
              <a:t>She had enquired with no one but Binghatti; he recommended the same 1-bedroom in Al </a:t>
            </a:r>
            <a:r>
              <a:rPr lang="en-US" sz="1100" b="0" i="0" err="1">
                <a:solidFill>
                  <a:srgbClr val="0A0A0A"/>
                </a:solidFill>
                <a:latin typeface="Open Sans Medium"/>
              </a:rPr>
              <a:t>Jaddaf</a:t>
            </a:r>
            <a:r>
              <a:rPr lang="en-US" sz="1100" b="0" i="0">
                <a:solidFill>
                  <a:srgbClr val="0A0A0A"/>
                </a:solidFill>
                <a:latin typeface="Open Sans Medium"/>
              </a:rPr>
              <a:t> she had asked Binghatti about</a:t>
            </a:r>
          </a:p>
          <a:p>
            <a:pPr marL="137160" indent="-137160" algn="l">
              <a:spcAft>
                <a:spcPts val="200"/>
              </a:spcAft>
              <a:buFont typeface="Arial"/>
              <a:buChar char="•"/>
            </a:pPr>
            <a:r>
              <a:rPr lang="en-US" sz="1100" b="0" i="0">
                <a:solidFill>
                  <a:srgbClr val="0A0A0A"/>
                </a:solidFill>
                <a:latin typeface="Open Sans Medium"/>
              </a:rPr>
              <a:t>No discount disclosed; he pressed for a visit</a:t>
            </a:r>
          </a:p>
        </p:txBody>
      </p:sp>
      <p:sp>
        <p:nvSpPr>
          <p:cNvPr id="22" name="Rounded Rectangle 21"/>
          <p:cNvSpPr/>
          <p:nvPr/>
        </p:nvSpPr>
        <p:spPr>
          <a:xfrm>
            <a:off x="457200" y="3703320"/>
            <a:ext cx="11274552" cy="384048"/>
          </a:xfrm>
          <a:prstGeom prst="roundRect">
            <a:avLst>
              <a:gd name="adj" fmla="val 6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3806858"/>
            <a:ext cx="6309360" cy="176972"/>
          </a:xfrm>
          <a:prstGeom prst="rect">
            <a:avLst/>
          </a:prstGeom>
          <a:noFill/>
        </p:spPr>
        <p:txBody>
          <a:bodyPr wrap="square" lIns="0" tIns="0" rIns="0" bIns="0" anchor="ctr">
            <a:spAutoFit/>
          </a:bodyPr>
          <a:lstStyle/>
          <a:p>
            <a:r>
              <a:rPr sz="1150" b="1" i="0">
                <a:solidFill>
                  <a:srgbClr val="FFFFFF"/>
                </a:solidFill>
                <a:latin typeface="Open Sans Medium"/>
              </a:rPr>
              <a:t>Case </a:t>
            </a:r>
            <a:r>
              <a:rPr lang="en-IN" sz="1150" b="1" i="0">
                <a:solidFill>
                  <a:srgbClr val="FFFFFF"/>
                </a:solidFill>
                <a:latin typeface="Open Sans Medium"/>
              </a:rPr>
              <a:t>7</a:t>
            </a:r>
            <a:r>
              <a:rPr sz="1150" b="1" i="0">
                <a:solidFill>
                  <a:srgbClr val="FFFFFF"/>
                </a:solidFill>
                <a:latin typeface="Open Sans Medium"/>
              </a:rPr>
              <a:t>  |  V.29389</a:t>
            </a:r>
            <a:r>
              <a:rPr lang="en-IN" sz="1150" b="1">
                <a:solidFill>
                  <a:srgbClr val="FFFFFF"/>
                </a:solidFill>
              </a:rPr>
              <a:t>  | External Broker |</a:t>
            </a:r>
            <a:r>
              <a:rPr sz="1150" b="1" i="0">
                <a:solidFill>
                  <a:srgbClr val="FFFFFF"/>
                </a:solidFill>
                <a:latin typeface="Open Sans Medium"/>
              </a:rPr>
              <a:t> </a:t>
            </a:r>
            <a:r>
              <a:rPr sz="1000" b="0" i="0">
                <a:solidFill>
                  <a:srgbClr val="BFC3C7"/>
                </a:solidFill>
                <a:latin typeface="Open Sans Medium"/>
              </a:rPr>
              <a:t>Digital, Instagram  |  enquiry 26 Sep, broker call 29 Sep</a:t>
            </a:r>
          </a:p>
        </p:txBody>
      </p:sp>
      <p:sp>
        <p:nvSpPr>
          <p:cNvPr id="24" name="TextBox 23"/>
          <p:cNvSpPr txBox="1"/>
          <p:nvPr/>
        </p:nvSpPr>
        <p:spPr>
          <a:xfrm>
            <a:off x="6675120" y="3703320"/>
            <a:ext cx="3291840" cy="384048"/>
          </a:xfrm>
          <a:prstGeom prst="rect">
            <a:avLst/>
          </a:prstGeom>
          <a:noFill/>
        </p:spPr>
        <p:txBody>
          <a:bodyPr wrap="square" lIns="0" tIns="0" rIns="0" bIns="0" anchor="ctr">
            <a:spAutoFit/>
          </a:bodyPr>
          <a:lstStyle/>
          <a:p>
            <a:pPr algn="r"/>
            <a:r>
              <a:rPr lang="en-IN" sz="1200" b="1" i="0">
                <a:solidFill>
                  <a:srgbClr val="FFC000"/>
                </a:solidFill>
                <a:latin typeface="Open Sans Medium"/>
              </a:rPr>
              <a:t>Kareem; Mohamed Osama  |  Muhammad Ali Zain, Profound Realtors</a:t>
            </a:r>
          </a:p>
        </p:txBody>
      </p:sp>
      <p:sp>
        <p:nvSpPr>
          <p:cNvPr id="25" name="Rounded Rectangle 24"/>
          <p:cNvSpPr/>
          <p:nvPr/>
        </p:nvSpPr>
        <p:spPr>
          <a:xfrm>
            <a:off x="10104120" y="3776472"/>
            <a:ext cx="1508760" cy="237744"/>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lang="en-IN" sz="900" b="1" i="0">
                <a:solidFill>
                  <a:srgbClr val="FFFFFF"/>
                </a:solidFill>
                <a:latin typeface="Open Sans Medium"/>
              </a:rPr>
              <a:t>50 </a:t>
            </a:r>
            <a:r>
              <a:rPr sz="900" b="1" i="0">
                <a:solidFill>
                  <a:srgbClr val="FFFFFF"/>
                </a:solidFill>
                <a:latin typeface="Open Sans Medium"/>
              </a:rPr>
              <a:t>vs </a:t>
            </a:r>
            <a:r>
              <a:rPr lang="en-IN" sz="900" b="1" i="0">
                <a:solidFill>
                  <a:srgbClr val="FFFFFF"/>
                </a:solidFill>
                <a:latin typeface="Open Sans Medium"/>
              </a:rPr>
              <a:t>83</a:t>
            </a:r>
            <a:r>
              <a:rPr sz="900" b="1" i="0">
                <a:solidFill>
                  <a:srgbClr val="FFFFFF"/>
                </a:solidFill>
                <a:latin typeface="Open Sans Medium"/>
              </a:rPr>
              <a:t> digital</a:t>
            </a:r>
          </a:p>
        </p:txBody>
      </p:sp>
      <p:sp>
        <p:nvSpPr>
          <p:cNvPr id="26" name="Pentagon 25"/>
          <p:cNvSpPr/>
          <p:nvPr/>
        </p:nvSpPr>
        <p:spPr>
          <a:xfrm>
            <a:off x="457200" y="4160520"/>
            <a:ext cx="5682996" cy="310896"/>
          </a:xfrm>
          <a:prstGeom prst="homePlate">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235176"/>
            <a:ext cx="5134356" cy="161583"/>
          </a:xfrm>
          <a:prstGeom prst="rect">
            <a:avLst/>
          </a:prstGeom>
          <a:noFill/>
        </p:spPr>
        <p:txBody>
          <a:bodyPr wrap="square" lIns="0" tIns="0" rIns="0" bIns="0" anchor="ctr">
            <a:spAutoFit/>
          </a:bodyPr>
          <a:lstStyle/>
          <a:p>
            <a:pPr algn="l"/>
            <a:r>
              <a:rPr sz="1050" b="1" i="0">
                <a:solidFill>
                  <a:srgbClr val="0B0B0C"/>
                </a:solidFill>
                <a:latin typeface="Open Sans Medium"/>
              </a:rPr>
              <a:t>1  PRE-VISIT   |   Digital </a:t>
            </a:r>
            <a:r>
              <a:rPr lang="en-IN" sz="1050" b="1" i="0">
                <a:solidFill>
                  <a:srgbClr val="0B0B0C"/>
                </a:solidFill>
                <a:latin typeface="Open Sans Medium"/>
              </a:rPr>
              <a:t>Enquiry</a:t>
            </a:r>
            <a:r>
              <a:rPr sz="1050" b="1" i="0">
                <a:solidFill>
                  <a:srgbClr val="0B0B0C"/>
                </a:solidFill>
                <a:latin typeface="Open Sans Medium"/>
              </a:rPr>
              <a:t> 50  |  </a:t>
            </a:r>
            <a:r>
              <a:rPr lang="en-IN" sz="1050" b="1" i="0">
                <a:solidFill>
                  <a:srgbClr val="0B0B0C"/>
                </a:solidFill>
                <a:latin typeface="Open Sans Medium"/>
              </a:rPr>
              <a:t>Sales Executive: In Person: Remote</a:t>
            </a:r>
            <a:r>
              <a:rPr sz="1050" b="1" i="0">
                <a:solidFill>
                  <a:srgbClr val="0B0B0C"/>
                </a:solidFill>
                <a:latin typeface="Open Sans Medium"/>
              </a:rPr>
              <a:t> </a:t>
            </a:r>
            <a:r>
              <a:rPr lang="en-IN" sz="1050" b="1" i="0">
                <a:solidFill>
                  <a:srgbClr val="0B0B0C"/>
                </a:solidFill>
                <a:latin typeface="Open Sans Medium"/>
              </a:rPr>
              <a:t>82</a:t>
            </a:r>
            <a:endParaRPr sz="1050" b="1" i="0">
              <a:solidFill>
                <a:srgbClr val="0B0B0C"/>
              </a:solidFill>
              <a:latin typeface="Open Sans Medium"/>
            </a:endParaRPr>
          </a:p>
        </p:txBody>
      </p:sp>
      <p:sp>
        <p:nvSpPr>
          <p:cNvPr id="28" name="Rounded Rectangle 27"/>
          <p:cNvSpPr/>
          <p:nvPr/>
        </p:nvSpPr>
        <p:spPr>
          <a:xfrm>
            <a:off x="457200" y="4526280"/>
            <a:ext cx="5591556" cy="1389888"/>
          </a:xfrm>
          <a:prstGeom prst="roundRect">
            <a:avLst>
              <a:gd name="adj" fmla="val 5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448556" y="4581144"/>
            <a:ext cx="1481328" cy="201168"/>
          </a:xfrm>
          <a:prstGeom prst="roundRect">
            <a:avLst>
              <a:gd name="adj" fmla="val 50000"/>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DATA CAPTURED</a:t>
            </a:r>
          </a:p>
        </p:txBody>
      </p:sp>
      <p:sp>
        <p:nvSpPr>
          <p:cNvPr id="30" name="TextBox 29"/>
          <p:cNvSpPr txBox="1"/>
          <p:nvPr/>
        </p:nvSpPr>
        <p:spPr>
          <a:xfrm>
            <a:off x="576072" y="4828031"/>
            <a:ext cx="5353812" cy="559127"/>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Instagram enquiry; Kareem called within a minute and captured name and phone</a:t>
            </a:r>
          </a:p>
          <a:p>
            <a:pPr marL="137160" indent="-137160" algn="l">
              <a:spcAft>
                <a:spcPts val="200"/>
              </a:spcAft>
              <a:buFont typeface="Arial"/>
              <a:buChar char="•"/>
            </a:pPr>
            <a:r>
              <a:rPr lang="en-US" sz="1100" b="0" i="0">
                <a:solidFill>
                  <a:srgbClr val="0A0A0A"/>
                </a:solidFill>
                <a:latin typeface="Open Sans Medium"/>
              </a:rPr>
              <a:t>28 Sep: Zoom call with the Sales Executive: In Person on Binghatti Ghost, then Ivory</a:t>
            </a:r>
          </a:p>
          <a:p>
            <a:pPr marL="137160" indent="-137160" algn="l">
              <a:spcAft>
                <a:spcPts val="200"/>
              </a:spcAft>
              <a:buFont typeface="Arial"/>
              <a:buChar char="•"/>
            </a:pPr>
            <a:r>
              <a:rPr lang="en-US" sz="1100" b="0" i="0">
                <a:solidFill>
                  <a:srgbClr val="0A0A0A"/>
                </a:solidFill>
                <a:latin typeface="Open Sans Medium"/>
              </a:rPr>
              <a:t>No callback confirmation or timeline was given at first response</a:t>
            </a:r>
          </a:p>
        </p:txBody>
      </p:sp>
      <p:sp>
        <p:nvSpPr>
          <p:cNvPr id="31" name="Chevron 30"/>
          <p:cNvSpPr/>
          <p:nvPr/>
        </p:nvSpPr>
        <p:spPr>
          <a:xfrm>
            <a:off x="6048756" y="4160520"/>
            <a:ext cx="5774436" cy="310896"/>
          </a:xfrm>
          <a:prstGeom prst="chevron">
            <a:avLst/>
          </a:prstGeom>
          <a:gradFill>
            <a:gsLst>
              <a:gs pos="60000">
                <a:srgbClr val="FFFFFF"/>
              </a:gs>
              <a:gs pos="40000">
                <a:srgbClr val="FFFFFF"/>
              </a:gs>
              <a:gs pos="51000">
                <a:srgbClr val="FFFFFF"/>
              </a:gs>
              <a:gs pos="0">
                <a:srgbClr val="ACB9C1"/>
              </a:gs>
              <a:gs pos="100000">
                <a:srgbClr val="ACB9C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2804" y="4235176"/>
            <a:ext cx="5225796" cy="161583"/>
          </a:xfrm>
          <a:prstGeom prst="rect">
            <a:avLst/>
          </a:prstGeom>
          <a:noFill/>
        </p:spPr>
        <p:txBody>
          <a:bodyPr wrap="square" lIns="0" tIns="0" rIns="0" bIns="0" anchor="ctr">
            <a:spAutoFit/>
          </a:bodyPr>
          <a:lstStyle/>
          <a:p>
            <a:pPr algn="l"/>
            <a:r>
              <a:rPr sz="1050" b="1" i="0">
                <a:solidFill>
                  <a:srgbClr val="0B0B0C"/>
                </a:solidFill>
                <a:latin typeface="Open Sans Medium"/>
              </a:rPr>
              <a:t>2  POST-VISIT   |   Data Leakage not met</a:t>
            </a:r>
          </a:p>
        </p:txBody>
      </p:sp>
      <p:sp>
        <p:nvSpPr>
          <p:cNvPr id="33" name="Rounded Rectangle 32"/>
          <p:cNvSpPr/>
          <p:nvPr/>
        </p:nvSpPr>
        <p:spPr>
          <a:xfrm>
            <a:off x="6140196" y="4526280"/>
            <a:ext cx="5591556" cy="1389888"/>
          </a:xfrm>
          <a:prstGeom prst="roundRect">
            <a:avLst>
              <a:gd name="adj" fmla="val 5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lang="en-IN" sz="2800">
              <a:solidFill>
                <a:srgbClr val="D7262B"/>
              </a:solidFill>
              <a:latin typeface="+mj-lt"/>
            </a:endParaRPr>
          </a:p>
        </p:txBody>
      </p:sp>
      <p:sp>
        <p:nvSpPr>
          <p:cNvPr id="34" name="Rounded Rectangle 33"/>
          <p:cNvSpPr/>
          <p:nvPr/>
        </p:nvSpPr>
        <p:spPr>
          <a:xfrm>
            <a:off x="10131552" y="4581144"/>
            <a:ext cx="1481328" cy="201168"/>
          </a:xfrm>
          <a:prstGeom prst="roundRect">
            <a:avLst>
              <a:gd name="adj" fmla="val 50000"/>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800" b="1" i="0">
                <a:solidFill>
                  <a:srgbClr val="FFFFFF"/>
                </a:solidFill>
                <a:latin typeface="Open Sans Medium"/>
              </a:rPr>
              <a:t>LEAK</a:t>
            </a:r>
          </a:p>
        </p:txBody>
      </p:sp>
      <p:sp>
        <p:nvSpPr>
          <p:cNvPr id="35" name="TextBox 34"/>
          <p:cNvSpPr txBox="1"/>
          <p:nvPr/>
        </p:nvSpPr>
        <p:spPr>
          <a:xfrm>
            <a:off x="6259068" y="4828031"/>
            <a:ext cx="5353812" cy="897682"/>
          </a:xfrm>
          <a:prstGeom prst="rect">
            <a:avLst/>
          </a:prstGeom>
          <a:noFill/>
        </p:spPr>
        <p:txBody>
          <a:bodyPr wrap="square" lIns="0" tIns="0" rIns="0" bIns="0" anchor="t">
            <a:spAutoFit/>
          </a:bodyPr>
          <a:lstStyle/>
          <a:p>
            <a:pPr marL="137160" indent="-137160" algn="l">
              <a:spcAft>
                <a:spcPts val="200"/>
              </a:spcAft>
              <a:buFont typeface="Arial"/>
              <a:buChar char="•"/>
            </a:pPr>
            <a:r>
              <a:rPr lang="en-US" sz="1100" b="0" i="0">
                <a:solidFill>
                  <a:srgbClr val="0A0A0A"/>
                </a:solidFill>
                <a:latin typeface="Open Sans Medium"/>
              </a:rPr>
              <a:t>29 Sep: call from Muhammad Ali Zain of Profound Realtors, citing a marketing campaign</a:t>
            </a:r>
          </a:p>
          <a:p>
            <a:pPr marL="137160" indent="-137160" algn="l">
              <a:spcAft>
                <a:spcPts val="200"/>
              </a:spcAft>
              <a:buFont typeface="Arial"/>
              <a:buChar char="•"/>
            </a:pPr>
            <a:r>
              <a:rPr lang="en-US" sz="1100" b="0" i="0">
                <a:solidFill>
                  <a:srgbClr val="0A0A0A"/>
                </a:solidFill>
                <a:latin typeface="Open Sans Medium"/>
              </a:rPr>
              <a:t>The shopper had made no enquiry with any other broker</a:t>
            </a:r>
          </a:p>
          <a:p>
            <a:pPr marL="137160" indent="-137160" algn="l">
              <a:spcAft>
                <a:spcPts val="200"/>
              </a:spcAft>
              <a:buFont typeface="Arial"/>
              <a:buChar char="•"/>
            </a:pPr>
            <a:r>
              <a:rPr lang="en-US" sz="1100" b="0" i="0">
                <a:solidFill>
                  <a:srgbClr val="0A0A0A"/>
                </a:solidFill>
                <a:latin typeface="Open Sans Medium"/>
              </a:rPr>
              <a:t>He pitched DAMAC Lagoons, was unaware of her Binghatti interest, and insisted on a visit</a:t>
            </a:r>
          </a:p>
        </p:txBody>
      </p:sp>
      <p:sp>
        <p:nvSpPr>
          <p:cNvPr id="5" name="TextBox 4">
            <a:extLst>
              <a:ext uri="{FF2B5EF4-FFF2-40B4-BE49-F238E27FC236}">
                <a16:creationId xmlns:a16="http://schemas.microsoft.com/office/drawing/2014/main" id="{21463717-E9BF-3360-7A7B-1B4AFC2B8021}"/>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LEAKAGE PATTERN</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25</a:t>
            </a:fld>
            <a:endParaRPr lang="en-IN" sz="1000" b="0" spc="0">
              <a:solidFill>
                <a:srgbClr val="AAB7C4"/>
              </a:solidFill>
              <a:latin typeface="Open Sans Medium"/>
            </a:endParaRP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What the seven cases have in common</a:t>
            </a:r>
          </a:p>
        </p:txBody>
      </p:sp>
      <p:sp>
        <p:nvSpPr>
          <p:cNvPr id="8" name="TextBox 7"/>
          <p:cNvSpPr txBox="1"/>
          <p:nvPr/>
        </p:nvSpPr>
        <p:spPr>
          <a:xfrm>
            <a:off x="457200" y="1195521"/>
            <a:ext cx="11247120" cy="169277"/>
          </a:xfrm>
          <a:prstGeom prst="rect">
            <a:avLst/>
          </a:prstGeom>
          <a:noFill/>
        </p:spPr>
        <p:txBody>
          <a:bodyPr wrap="square" lIns="91440" tIns="0" rIns="0" bIns="0" anchor="t">
            <a:spAutoFit/>
          </a:bodyPr>
          <a:lstStyle/>
          <a:p>
            <a:pPr algn="l"/>
            <a:r>
              <a:rPr sz="1100" b="0">
                <a:solidFill>
                  <a:srgbClr val="0B0B0C"/>
                </a:solidFill>
                <a:latin typeface="Open Sans Medium"/>
              </a:rPr>
              <a:t>A phone number or name given at first contact, then contact from someone the buyer never dealt with. Half of the cases involve the same brokerage.</a:t>
            </a:r>
          </a:p>
        </p:txBody>
      </p:sp>
      <p:graphicFrame>
        <p:nvGraphicFramePr>
          <p:cNvPr id="9" name="Table 8"/>
          <p:cNvGraphicFramePr>
            <a:graphicFrameLocks noGrp="1"/>
          </p:cNvGraphicFramePr>
          <p:nvPr>
            <p:extLst>
              <p:ext uri="{D42A27DB-BD31-4B8C-83A1-F6EECF244321}">
                <p14:modId xmlns:p14="http://schemas.microsoft.com/office/powerpoint/2010/main" val="2757572150"/>
              </p:ext>
            </p:extLst>
          </p:nvPr>
        </p:nvGraphicFramePr>
        <p:xfrm>
          <a:off x="457200" y="1572768"/>
          <a:ext cx="11274552" cy="4294632"/>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941832">
                  <a:extLst>
                    <a:ext uri="{9D8B030D-6E8A-4147-A177-3AD203B41FA5}">
                      <a16:colId xmlns:a16="http://schemas.microsoft.com/office/drawing/2014/main" val="20007"/>
                    </a:ext>
                  </a:extLst>
                </a:gridCol>
              </a:tblGrid>
              <a:tr h="310896">
                <a:tc>
                  <a:txBody>
                    <a:bodyPr/>
                    <a:lstStyle/>
                    <a:p>
                      <a:pPr algn="ctr"/>
                      <a:r>
                        <a:rPr lang="en-IN" sz="950" b="1" i="0">
                          <a:solidFill>
                            <a:srgbClr val="0B0B0C"/>
                          </a:solidFill>
                          <a:latin typeface="Open Sans Medium"/>
                        </a:rPr>
                        <a:t>Case</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950" b="1" i="0">
                          <a:solidFill>
                            <a:srgbClr val="0B0B0C"/>
                          </a:solidFill>
                          <a:latin typeface="Open Sans Medium"/>
                        </a:rPr>
                        <a:t>Channel and date</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950" b="1" i="0">
                          <a:solidFill>
                            <a:srgbClr val="0B0B0C"/>
                          </a:solidFill>
                          <a:latin typeface="Open Sans Medium"/>
                        </a:rPr>
                        <a:t>Data the buyer gave</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950" b="1" i="0">
                          <a:solidFill>
                            <a:srgbClr val="0B0B0C"/>
                          </a:solidFill>
                          <a:latin typeface="Open Sans Medium"/>
                        </a:rPr>
                        <a:t>Who made contact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950" b="1" i="0">
                          <a:solidFill>
                            <a:srgbClr val="0B0B0C"/>
                          </a:solidFill>
                          <a:latin typeface="Open Sans Medium"/>
                        </a:rPr>
                        <a:t>Time to contact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US" sz="950" b="1" i="0">
                          <a:solidFill>
                            <a:srgbClr val="0B0B0C"/>
                          </a:solidFill>
                          <a:latin typeface="Open Sans Medium"/>
                        </a:rPr>
                        <a:t>What they knew or did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950" b="1" i="0">
                          <a:solidFill>
                            <a:srgbClr val="0B0B0C"/>
                          </a:solidFill>
                          <a:latin typeface="Open Sans Medium"/>
                        </a:rPr>
                        <a:t>Binghatti staff named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950" b="1" i="0">
                          <a:solidFill>
                            <a:srgbClr val="0B0B0C"/>
                          </a:solidFill>
                          <a:latin typeface="Open Sans Medium"/>
                        </a:rPr>
                        <a:t>Score vs channel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extLst>
                  <a:ext uri="{0D108BD9-81ED-4DB2-BD59-A6C34878D82A}">
                    <a16:rowId xmlns:a16="http://schemas.microsoft.com/office/drawing/2014/main" val="10000"/>
                  </a:ext>
                </a:extLst>
              </a:tr>
              <a:tr h="566928">
                <a:tc>
                  <a:txBody>
                    <a:bodyPr/>
                    <a:lstStyle/>
                    <a:p>
                      <a:r>
                        <a:rPr lang="en-IN" sz="1000" b="1" i="0">
                          <a:solidFill>
                            <a:srgbClr val="1A1A1A"/>
                          </a:solidFill>
                          <a:latin typeface="Open Sans Medium"/>
                        </a:rPr>
                        <a:t>1  V.22908</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1" i="0">
                          <a:solidFill>
                            <a:srgbClr val="1A1A1A"/>
                          </a:solidFill>
                          <a:latin typeface="Open Sans Medium"/>
                        </a:rPr>
                        <a:t>Kiosk, Mall of the Emirates, 17 Aug</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0" i="0">
                          <a:solidFill>
                            <a:srgbClr val="1A1A1A"/>
                          </a:solidFill>
                          <a:latin typeface="Open Sans Medium"/>
                        </a:rPr>
                        <a:t>Contact details; spouse's passport requested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1" i="0">
                          <a:solidFill>
                            <a:srgbClr val="1A1A1A"/>
                          </a:solidFill>
                          <a:latin typeface="Open Sans Medium"/>
                        </a:rPr>
                        <a:t>A broker offered by the executive (not named)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0" i="0">
                          <a:solidFill>
                            <a:srgbClr val="1A1A1A"/>
                          </a:solidFill>
                          <a:latin typeface="Open Sans Medium"/>
                        </a:rPr>
                        <a:t>During follow-up</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0" i="0">
                          <a:solidFill>
                            <a:srgbClr val="1A1A1A"/>
                          </a:solidFill>
                          <a:latin typeface="Open Sans Medium"/>
                        </a:rPr>
                        <a:t>Discount to be routed through a broker with the buyer's identity hidden</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Open Sans Medium"/>
                        </a:rPr>
                        <a:t>Sabri </a:t>
                      </a:r>
                      <a:r>
                        <a:rPr lang="en-IN" sz="1000" b="1" i="0" err="1">
                          <a:solidFill>
                            <a:srgbClr val="1A1A1A"/>
                          </a:solidFill>
                          <a:latin typeface="Open Sans Medium"/>
                        </a:rPr>
                        <a:t>Dhebaibi</a:t>
                      </a:r>
                      <a:endParaRPr lang="en-IN" sz="1000" b="1" i="0">
                        <a:solidFill>
                          <a:srgbClr val="1A1A1A"/>
                        </a:solidFill>
                        <a:latin typeface="Open Sans Medium"/>
                      </a:endParaRP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000" b="1" i="0">
                          <a:solidFill>
                            <a:srgbClr val="1A1A1A"/>
                          </a:solidFill>
                          <a:latin typeface="Open Sans Medium"/>
                        </a:rPr>
                        <a:t>82 vs 83</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extLst>
                  <a:ext uri="{0D108BD9-81ED-4DB2-BD59-A6C34878D82A}">
                    <a16:rowId xmlns:a16="http://schemas.microsoft.com/office/drawing/2014/main" val="10001"/>
                  </a:ext>
                </a:extLst>
              </a:tr>
              <a:tr h="566928">
                <a:tc>
                  <a:txBody>
                    <a:bodyPr/>
                    <a:lstStyle/>
                    <a:p>
                      <a:r>
                        <a:rPr lang="en-IN" sz="1000" b="1" i="0">
                          <a:solidFill>
                            <a:srgbClr val="1A1A1A"/>
                          </a:solidFill>
                          <a:latin typeface="Open Sans Medium"/>
                        </a:rPr>
                        <a:t>2  V.23203</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1" i="0">
                          <a:solidFill>
                            <a:srgbClr val="1A1A1A"/>
                          </a:solidFill>
                          <a:latin typeface="Open Sans Medium"/>
                        </a:rPr>
                        <a:t>Kiosk, JBR The Walk, 20 Aug</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0" i="0">
                          <a:solidFill>
                            <a:srgbClr val="1A1A1A"/>
                          </a:solidFill>
                          <a:latin typeface="Open Sans Medium"/>
                        </a:rPr>
                        <a:t>Name and mobile, typed into a tablet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IN" sz="1000" b="1" i="0">
                          <a:solidFill>
                            <a:srgbClr val="1A1A1A"/>
                          </a:solidFill>
                          <a:latin typeface="Open Sans Medium"/>
                        </a:rPr>
                        <a:t>Element &amp; Partners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IN" sz="1000" b="0" i="0">
                          <a:solidFill>
                            <a:srgbClr val="1A1A1A"/>
                          </a:solidFill>
                          <a:latin typeface="Open Sans Medium"/>
                        </a:rPr>
                        <a:t>1 day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0" i="0">
                          <a:solidFill>
                            <a:srgbClr val="1A1A1A"/>
                          </a:solidFill>
                          <a:latin typeface="Open Sans Medium"/>
                        </a:rPr>
                        <a:t>Knew Binghatti, Jumeirah and the studio requirement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IN" sz="1000" b="1" i="0">
                          <a:solidFill>
                            <a:srgbClr val="1A1A1A"/>
                          </a:solidFill>
                          <a:latin typeface="Open Sans Medium"/>
                        </a:rPr>
                        <a:t>Mehak Muhammad; Fatma Hussain Shojaee</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algn="ctr"/>
                      <a:r>
                        <a:rPr lang="en-IN" sz="1000" b="1" i="0">
                          <a:solidFill>
                            <a:srgbClr val="1A1A1A"/>
                          </a:solidFill>
                          <a:latin typeface="Open Sans Medium"/>
                        </a:rPr>
                        <a:t>43 vs 83</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extLst>
                  <a:ext uri="{0D108BD9-81ED-4DB2-BD59-A6C34878D82A}">
                    <a16:rowId xmlns:a16="http://schemas.microsoft.com/office/drawing/2014/main" val="10002"/>
                  </a:ext>
                </a:extLst>
              </a:tr>
              <a:tr h="566928">
                <a:tc>
                  <a:txBody>
                    <a:bodyPr/>
                    <a:lstStyle/>
                    <a:p>
                      <a:r>
                        <a:rPr lang="en-IN" sz="1000" b="1" i="0">
                          <a:solidFill>
                            <a:srgbClr val="1A1A1A"/>
                          </a:solidFill>
                          <a:latin typeface="Open Sans Medium"/>
                        </a:rPr>
                        <a:t>3  V.22867</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Open Sans Medium"/>
                        </a:rPr>
                        <a:t>Call </a:t>
                      </a:r>
                      <a:r>
                        <a:rPr lang="en-IN" sz="1000" b="1" i="0" err="1">
                          <a:solidFill>
                            <a:srgbClr val="1A1A1A"/>
                          </a:solidFill>
                          <a:latin typeface="Open Sans Medium"/>
                        </a:rPr>
                        <a:t>Center</a:t>
                      </a:r>
                      <a:r>
                        <a:rPr lang="en-IN" sz="1000" b="1" i="0">
                          <a:solidFill>
                            <a:srgbClr val="1A1A1A"/>
                          </a:solidFill>
                          <a:latin typeface="Open Sans Medium"/>
                        </a:rPr>
                        <a:t>, 17 Aug</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0" i="0">
                          <a:solidFill>
                            <a:srgbClr val="1A1A1A"/>
                          </a:solidFill>
                          <a:latin typeface="Open Sans Medium"/>
                        </a:rPr>
                        <a:t>Mobile number, on the call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Open Sans Medium"/>
                        </a:rPr>
                        <a:t>Profound Realtors (Sam Roy)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0" i="0">
                          <a:solidFill>
                            <a:srgbClr val="1A1A1A"/>
                          </a:solidFill>
                          <a:latin typeface="Open Sans Medium"/>
                        </a:rPr>
                        <a:t>2 days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0" i="0">
                          <a:solidFill>
                            <a:srgbClr val="1A1A1A"/>
                          </a:solidFill>
                          <a:latin typeface="Open Sans Medium"/>
                        </a:rPr>
                        <a:t>Had the number but not the project; cited a campaign</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Open Sans Medium"/>
                        </a:rPr>
                        <a:t>Shadi; Emad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000" b="1" i="0">
                          <a:solidFill>
                            <a:srgbClr val="1A1A1A"/>
                          </a:solidFill>
                          <a:latin typeface="Open Sans Medium"/>
                        </a:rPr>
                        <a:t>65 vs 84</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extLst>
                  <a:ext uri="{0D108BD9-81ED-4DB2-BD59-A6C34878D82A}">
                    <a16:rowId xmlns:a16="http://schemas.microsoft.com/office/drawing/2014/main" val="10003"/>
                  </a:ext>
                </a:extLst>
              </a:tr>
              <a:tr h="566928">
                <a:tc>
                  <a:txBody>
                    <a:bodyPr/>
                    <a:lstStyle/>
                    <a:p>
                      <a:r>
                        <a:rPr lang="en-IN" sz="1000" b="1" i="0">
                          <a:solidFill>
                            <a:srgbClr val="1A1A1A"/>
                          </a:solidFill>
                          <a:latin typeface="Open Sans Medium"/>
                        </a:rPr>
                        <a:t>4  V.14893</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1" i="0">
                          <a:solidFill>
                            <a:srgbClr val="1A1A1A"/>
                          </a:solidFill>
                          <a:latin typeface="Open Sans Medium"/>
                        </a:rPr>
                        <a:t>Office, Binghatti Industries, 20 Jul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0" i="0">
                          <a:solidFill>
                            <a:srgbClr val="1A1A1A"/>
                          </a:solidFill>
                          <a:latin typeface="Open Sans Medium"/>
                        </a:rPr>
                        <a:t>Contact details via telesales appointment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1" i="0">
                          <a:solidFill>
                            <a:srgbClr val="1A1A1A"/>
                          </a:solidFill>
                          <a:latin typeface="Open Sans Medium"/>
                        </a:rPr>
                        <a:t>A newly assigned Binghatti agent (Keman Gamal / Lola)</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IN" sz="1000" b="0" i="0">
                          <a:solidFill>
                            <a:srgbClr val="1A1A1A"/>
                          </a:solidFill>
                          <a:latin typeface="Open Sans Medium"/>
                        </a:rPr>
                        <a:t>About 6 weeks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000" b="0" i="0">
                          <a:solidFill>
                            <a:srgbClr val="1A1A1A"/>
                          </a:solidFill>
                          <a:latin typeface="Open Sans Medium"/>
                        </a:rPr>
                        <a:t>July lead re-contacted in September; no outside party recorded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IN" sz="1000" b="1" i="0">
                          <a:solidFill>
                            <a:srgbClr val="1A1A1A"/>
                          </a:solidFill>
                          <a:latin typeface="Open Sans Medium"/>
                        </a:rPr>
                        <a:t>Samah; Misha</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algn="ctr"/>
                      <a:r>
                        <a:rPr lang="en-IN" sz="1000" b="1" i="0">
                          <a:solidFill>
                            <a:srgbClr val="1A1A1A"/>
                          </a:solidFill>
                          <a:latin typeface="Open Sans Medium"/>
                        </a:rPr>
                        <a:t>76 vs 79</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extLst>
                  <a:ext uri="{0D108BD9-81ED-4DB2-BD59-A6C34878D82A}">
                    <a16:rowId xmlns:a16="http://schemas.microsoft.com/office/drawing/2014/main" val="10004"/>
                  </a:ext>
                </a:extLst>
              </a:tr>
              <a:tr h="566928">
                <a:tc>
                  <a:txBody>
                    <a:bodyPr/>
                    <a:lstStyle/>
                    <a:p>
                      <a:r>
                        <a:rPr lang="en-IN" sz="1000" b="1" i="0">
                          <a:solidFill>
                            <a:srgbClr val="1A1A1A"/>
                          </a:solidFill>
                          <a:latin typeface="Open Sans Medium"/>
                        </a:rPr>
                        <a:t>5  V.23788</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de-DE" sz="1000" b="1" i="0">
                          <a:solidFill>
                            <a:srgbClr val="1A1A1A"/>
                          </a:solidFill>
                          <a:latin typeface="Open Sans Medium"/>
                        </a:rPr>
                        <a:t>Digital web form, 27 Aug</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0" i="0">
                          <a:solidFill>
                            <a:srgbClr val="1A1A1A"/>
                          </a:solidFill>
                          <a:latin typeface="Open Sans Medium"/>
                        </a:rPr>
                        <a:t>Name, phone, email and project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Open Sans Medium"/>
                        </a:rPr>
                        <a:t>Profound Realtors (Ali)</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0" i="0">
                          <a:solidFill>
                            <a:srgbClr val="1A1A1A"/>
                          </a:solidFill>
                          <a:latin typeface="Open Sans Medium"/>
                        </a:rPr>
                        <a:t>14 days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000" b="0" i="0">
                          <a:solidFill>
                            <a:srgbClr val="1A1A1A"/>
                          </a:solidFill>
                          <a:latin typeface="Open Sans Medium"/>
                        </a:rPr>
                        <a:t>Recommended the same 1-bedroom in Al </a:t>
                      </a:r>
                      <a:r>
                        <a:rPr lang="en-US" sz="1000" b="0" i="0" err="1">
                          <a:solidFill>
                            <a:srgbClr val="1A1A1A"/>
                          </a:solidFill>
                          <a:latin typeface="Open Sans Medium"/>
                        </a:rPr>
                        <a:t>Jaddaf</a:t>
                      </a:r>
                      <a:r>
                        <a:rPr lang="en-US" sz="1000" b="0" i="0">
                          <a:solidFill>
                            <a:srgbClr val="1A1A1A"/>
                          </a:solidFill>
                          <a:latin typeface="Open Sans Medium"/>
                        </a:rPr>
                        <a:t> she had enquired about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Open Sans Medium"/>
                        </a:rPr>
                        <a:t>Nermin Ashraf Tarik</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000" b="1" i="0">
                          <a:solidFill>
                            <a:srgbClr val="1A1A1A"/>
                          </a:solidFill>
                          <a:latin typeface="Open Sans Medium"/>
                        </a:rPr>
                        <a:t>94 vs 83</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extLst>
                  <a:ext uri="{0D108BD9-81ED-4DB2-BD59-A6C34878D82A}">
                    <a16:rowId xmlns:a16="http://schemas.microsoft.com/office/drawing/2014/main" val="10005"/>
                  </a:ext>
                </a:extLst>
              </a:tr>
              <a:tr h="566928">
                <a:tc>
                  <a:txBody>
                    <a:bodyPr/>
                    <a:lstStyle/>
                    <a:p>
                      <a:r>
                        <a:rPr lang="en-IN" sz="1000" b="1" i="0">
                          <a:solidFill>
                            <a:srgbClr val="1A1A1A"/>
                          </a:solidFill>
                          <a:latin typeface="Open Sans Medium"/>
                        </a:rPr>
                        <a:t>6  V.29389</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r>
                        <a:rPr lang="en-IN" sz="1000" b="1" i="0">
                          <a:solidFill>
                            <a:srgbClr val="1A1A1A"/>
                          </a:solidFill>
                          <a:latin typeface="Open Sans Medium"/>
                        </a:rPr>
                        <a:t>Digital Instagram, 26 Sep</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r>
                        <a:rPr lang="en-IN" sz="1000" b="0" i="0">
                          <a:solidFill>
                            <a:srgbClr val="1A1A1A"/>
                          </a:solidFill>
                          <a:latin typeface="Open Sans Medium"/>
                        </a:rPr>
                        <a:t>Name and phone</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r>
                        <a:rPr lang="en-US" sz="1000" b="1" i="0">
                          <a:solidFill>
                            <a:srgbClr val="1A1A1A"/>
                          </a:solidFill>
                          <a:latin typeface="Open Sans Medium"/>
                        </a:rPr>
                        <a:t>Profound Realtors (Muhammad Ali Zain)</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r>
                        <a:rPr lang="en-IN" sz="1000" b="0" i="0">
                          <a:solidFill>
                            <a:srgbClr val="1A1A1A"/>
                          </a:solidFill>
                          <a:latin typeface="Open Sans Medium"/>
                        </a:rPr>
                        <a:t>3 days</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r>
                        <a:rPr lang="en-US" sz="1000" b="0" i="0">
                          <a:solidFill>
                            <a:srgbClr val="1A1A1A"/>
                          </a:solidFill>
                          <a:latin typeface="Open Sans Medium"/>
                        </a:rPr>
                        <a:t>Cited a campaign; pitched DAMAC; unaware of the Binghatti interest</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r>
                        <a:rPr lang="en-IN" sz="1000" b="1" i="0">
                          <a:solidFill>
                            <a:srgbClr val="1A1A1A"/>
                          </a:solidFill>
                          <a:latin typeface="Open Sans Medium"/>
                        </a:rPr>
                        <a:t>Kareem; Mohamed Osama</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tc>
                  <a:txBody>
                    <a:bodyPr/>
                    <a:lstStyle/>
                    <a:p>
                      <a:pPr algn="ctr"/>
                      <a:r>
                        <a:rPr lang="en-IN" sz="1000" b="1" i="0">
                          <a:solidFill>
                            <a:srgbClr val="1A1A1A"/>
                          </a:solidFill>
                          <a:latin typeface="Open Sans Medium"/>
                        </a:rPr>
                        <a:t>50 vs 83</a:t>
                      </a:r>
                    </a:p>
                  </a:txBody>
                  <a:tcPr marL="64008" marR="64008" marT="18288" marB="18288" anchor="ctr">
                    <a:lnL w="6350">
                      <a:solidFill>
                        <a:srgbClr val="D5DCE5"/>
                      </a:solidFill>
                    </a:lnL>
                    <a:lnR w="6350">
                      <a:solidFill>
                        <a:srgbClr val="D5DCE5"/>
                      </a:solidFill>
                    </a:lnR>
                    <a:lnT w="6350">
                      <a:solidFill>
                        <a:srgbClr val="D5DCE5"/>
                      </a:solidFill>
                    </a:lnT>
                    <a:lnB w="6350" cap="flat" cmpd="sng" algn="ctr">
                      <a:solidFill>
                        <a:srgbClr val="D5DC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r>
                        <a:rPr lang="en-IN" sz="1000" b="1" i="0">
                          <a:solidFill>
                            <a:srgbClr val="1A1A1A"/>
                          </a:solidFill>
                          <a:latin typeface="Open Sans Medium"/>
                        </a:rPr>
                        <a:t>7  V.27712</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mn-lt"/>
                        </a:rPr>
                        <a:t>Kiosk, </a:t>
                      </a:r>
                      <a:r>
                        <a:rPr lang="en-IN" sz="1000" b="1" i="0" err="1">
                          <a:solidFill>
                            <a:srgbClr val="1A1A1A"/>
                          </a:solidFill>
                          <a:latin typeface="+mn-lt"/>
                        </a:rPr>
                        <a:t>Bluewaters</a:t>
                      </a:r>
                      <a:r>
                        <a:rPr lang="en-IN" sz="1000" b="1" i="0">
                          <a:solidFill>
                            <a:srgbClr val="1A1A1A"/>
                          </a:solidFill>
                          <a:latin typeface="+mn-lt"/>
                        </a:rPr>
                        <a:t> Stand, 18 Sep</a:t>
                      </a:r>
                      <a:endParaRPr lang="en-IN" sz="1000" b="1" i="0">
                        <a:solidFill>
                          <a:srgbClr val="1A1A1A"/>
                        </a:solidFill>
                        <a:latin typeface="Open Sans Medium"/>
                      </a:endParaRPr>
                    </a:p>
                  </a:txBody>
                  <a:tcPr marL="64008" marR="64008" marT="18288" marB="1828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r>
                        <a:rPr lang="en-IN" sz="1000" b="0" i="0">
                          <a:solidFill>
                            <a:srgbClr val="1A1A1A"/>
                          </a:solidFill>
                          <a:latin typeface="Open Sans Medium"/>
                        </a:rPr>
                        <a:t>Name and Phone</a:t>
                      </a:r>
                    </a:p>
                  </a:txBody>
                  <a:tcPr marL="64008" marR="64008" marT="18288" marB="1828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r>
                        <a:rPr lang="en-US" sz="1000" b="1" i="0">
                          <a:solidFill>
                            <a:srgbClr val="1A1A1A"/>
                          </a:solidFill>
                          <a:latin typeface="+mn-lt"/>
                        </a:rPr>
                        <a:t>A newly assigned  Binghatti agent</a:t>
                      </a:r>
                    </a:p>
                    <a:p>
                      <a:r>
                        <a:rPr lang="en-US" sz="1000" b="1" i="0">
                          <a:solidFill>
                            <a:srgbClr val="1A1A1A"/>
                          </a:solidFill>
                          <a:latin typeface="+mn-lt"/>
                        </a:rPr>
                        <a:t>(Lizzie )</a:t>
                      </a:r>
                      <a:endParaRPr lang="en-US" sz="1000" b="1" i="0">
                        <a:solidFill>
                          <a:srgbClr val="1A1A1A"/>
                        </a:solidFill>
                        <a:latin typeface="Open Sans Medium"/>
                      </a:endParaRPr>
                    </a:p>
                  </a:txBody>
                  <a:tcPr marL="64008" marR="64008" marT="18288" marB="1828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r>
                        <a:rPr lang="en-IN" sz="1000" b="0" i="0">
                          <a:solidFill>
                            <a:srgbClr val="1A1A1A"/>
                          </a:solidFill>
                          <a:latin typeface="Open Sans Medium"/>
                        </a:rPr>
                        <a:t>1 day</a:t>
                      </a:r>
                    </a:p>
                  </a:txBody>
                  <a:tcPr marL="64008" marR="64008" marT="18288" marB="1828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r>
                        <a:rPr lang="en-US" sz="1000" b="0" i="0">
                          <a:solidFill>
                            <a:srgbClr val="1A1A1A"/>
                          </a:solidFill>
                          <a:latin typeface="+mn-lt"/>
                        </a:rPr>
                        <a:t>Had the number  but not sure about the requirement</a:t>
                      </a:r>
                      <a:endParaRPr lang="en-US" sz="1000" b="0" i="0">
                        <a:solidFill>
                          <a:srgbClr val="1A1A1A"/>
                        </a:solidFill>
                        <a:latin typeface="Open Sans Medium"/>
                      </a:endParaRPr>
                    </a:p>
                  </a:txBody>
                  <a:tcPr marL="64008" marR="64008" marT="18288" marB="1828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r>
                        <a:rPr lang="en-IN" sz="1000" b="1" i="0">
                          <a:solidFill>
                            <a:srgbClr val="1A1A1A"/>
                          </a:solidFill>
                          <a:latin typeface="+mn-lt"/>
                        </a:rPr>
                        <a:t>Suleiman</a:t>
                      </a:r>
                      <a:endParaRPr lang="en-IN" sz="1000" b="1" i="0">
                        <a:solidFill>
                          <a:srgbClr val="1A1A1A"/>
                        </a:solidFill>
                        <a:latin typeface="Open Sans Medium"/>
                      </a:endParaRPr>
                    </a:p>
                  </a:txBody>
                  <a:tcPr marL="64008" marR="64008" marT="18288" marB="18288"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a:solidFill>
                        <a:srgbClr val="D5DCE5"/>
                      </a:solidFill>
                    </a:lnT>
                    <a:lnB w="6350">
                      <a:solidFill>
                        <a:srgbClr val="D5DCE5"/>
                      </a:solidFill>
                    </a:lnB>
                    <a:solidFill>
                      <a:schemeClr val="bg1">
                        <a:lumMod val="95000"/>
                      </a:schemeClr>
                    </a:solidFill>
                  </a:tcPr>
                </a:tc>
                <a:tc>
                  <a:txBody>
                    <a:bodyPr/>
                    <a:lstStyle/>
                    <a:p>
                      <a:pPr algn="ctr"/>
                      <a:r>
                        <a:rPr lang="en-IN" sz="1000" b="1" i="0">
                          <a:solidFill>
                            <a:srgbClr val="1A1A1A"/>
                          </a:solidFill>
                          <a:latin typeface="Open Sans Medium"/>
                        </a:rPr>
                        <a:t>74 vs 83</a:t>
                      </a:r>
                    </a:p>
                  </a:txBody>
                  <a:tcPr marL="64008" marR="64008" marT="18288" marB="18288" anchor="ctr">
                    <a:lnL w="6350" cap="flat" cmpd="sng" algn="ctr">
                      <a:solidFill>
                        <a:srgbClr val="D5DCE5"/>
                      </a:solidFill>
                      <a:prstDash val="solid"/>
                      <a:round/>
                      <a:headEnd type="none" w="med" len="med"/>
                      <a:tailEnd type="none" w="med" len="med"/>
                    </a:lnL>
                    <a:lnR w="6350">
                      <a:solidFill>
                        <a:srgbClr val="D5DCE5"/>
                      </a:solidFill>
                    </a:lnR>
                    <a:lnT w="6350">
                      <a:solidFill>
                        <a:srgbClr val="D5DCE5"/>
                      </a:solidFill>
                    </a:lnT>
                    <a:lnB w="6350">
                      <a:solidFill>
                        <a:srgbClr val="D5DCE5"/>
                      </a:solidFill>
                    </a:lnB>
                    <a:solidFill>
                      <a:schemeClr val="bg1">
                        <a:lumMod val="95000"/>
                      </a:schemeClr>
                    </a:solidFill>
                  </a:tcPr>
                </a:tc>
                <a:extLst>
                  <a:ext uri="{0D108BD9-81ED-4DB2-BD59-A6C34878D82A}">
                    <a16:rowId xmlns:a16="http://schemas.microsoft.com/office/drawing/2014/main" val="904095402"/>
                  </a:ext>
                </a:extLst>
              </a:tr>
            </a:tbl>
          </a:graphicData>
        </a:graphic>
      </p:graphicFrame>
      <p:sp>
        <p:nvSpPr>
          <p:cNvPr id="5" name="TextBox 4">
            <a:extLst>
              <a:ext uri="{FF2B5EF4-FFF2-40B4-BE49-F238E27FC236}">
                <a16:creationId xmlns:a16="http://schemas.microsoft.com/office/drawing/2014/main" id="{44DF5027-7A18-4D2C-CD36-F5A86FDA581F}"/>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WHY LEAKAGE HAPPENS</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26</a:t>
            </a:fld>
            <a:endParaRPr lang="en-IN" sz="1000" b="0" spc="0">
              <a:solidFill>
                <a:srgbClr val="AAB7C4"/>
              </a:solidFill>
              <a:latin typeface="Open Sans Medium"/>
            </a:endParaRPr>
          </a:p>
        </p:txBody>
      </p:sp>
      <p:sp>
        <p:nvSpPr>
          <p:cNvPr id="7" name="TextBox 6"/>
          <p:cNvSpPr txBox="1"/>
          <p:nvPr/>
        </p:nvSpPr>
        <p:spPr>
          <a:xfrm>
            <a:off x="457200" y="818275"/>
            <a:ext cx="11247120"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Five conditions in the journey that let buyer data leave</a:t>
            </a:r>
          </a:p>
        </p:txBody>
      </p:sp>
      <p:sp>
        <p:nvSpPr>
          <p:cNvPr id="8" name="TextBox 7"/>
          <p:cNvSpPr txBox="1"/>
          <p:nvPr/>
        </p:nvSpPr>
        <p:spPr>
          <a:xfrm>
            <a:off x="457200" y="1216152"/>
            <a:ext cx="11247120" cy="169277"/>
          </a:xfrm>
          <a:prstGeom prst="rect">
            <a:avLst/>
          </a:prstGeom>
          <a:noFill/>
        </p:spPr>
        <p:txBody>
          <a:bodyPr wrap="square" lIns="91440" tIns="0" rIns="0" bIns="0" anchor="t">
            <a:spAutoFit/>
          </a:bodyPr>
          <a:lstStyle/>
          <a:p>
            <a:pPr algn="l"/>
            <a:r>
              <a:rPr sz="1100" b="0">
                <a:solidFill>
                  <a:srgbClr val="0B0B0C"/>
                </a:solidFill>
                <a:latin typeface="Open Sans Medium"/>
              </a:rPr>
              <a:t>These are the conditions observed around the six cases. They explain how a leak can happen; they do not prove where each one did.</a:t>
            </a:r>
          </a:p>
        </p:txBody>
      </p:sp>
      <p:sp>
        <p:nvSpPr>
          <p:cNvPr id="9" name="Rounded Rectangle 8"/>
          <p:cNvSpPr/>
          <p:nvPr/>
        </p:nvSpPr>
        <p:spPr>
          <a:xfrm>
            <a:off x="457200" y="1572768"/>
            <a:ext cx="11274552" cy="804672"/>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1792" y="1746504"/>
            <a:ext cx="457200" cy="457200"/>
          </a:xfrm>
          <a:prstGeom prst="ellipse">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500" b="1" i="0">
                <a:solidFill>
                  <a:srgbClr val="FFFFFF"/>
                </a:solidFill>
                <a:latin typeface="Open Sans Medium"/>
              </a:rPr>
              <a:t>1</a:t>
            </a:r>
          </a:p>
        </p:txBody>
      </p:sp>
      <p:sp>
        <p:nvSpPr>
          <p:cNvPr id="11" name="TextBox 10"/>
          <p:cNvSpPr txBox="1"/>
          <p:nvPr/>
        </p:nvSpPr>
        <p:spPr>
          <a:xfrm>
            <a:off x="1234440" y="1805827"/>
            <a:ext cx="2926080" cy="338554"/>
          </a:xfrm>
          <a:prstGeom prst="rect">
            <a:avLst/>
          </a:prstGeom>
          <a:noFill/>
        </p:spPr>
        <p:txBody>
          <a:bodyPr wrap="square" lIns="0" tIns="0" rIns="0" bIns="0" anchor="ctr">
            <a:spAutoFit/>
          </a:bodyPr>
          <a:lstStyle/>
          <a:p>
            <a:pPr algn="l"/>
            <a:r>
              <a:rPr sz="1100" b="1" i="0">
                <a:solidFill>
                  <a:srgbClr val="0B0B0C"/>
                </a:solidFill>
                <a:latin typeface="Open Sans Medium"/>
              </a:rPr>
              <a:t>Contact details are taken at the first touch, with no record of where they go</a:t>
            </a:r>
          </a:p>
        </p:txBody>
      </p:sp>
      <p:sp>
        <p:nvSpPr>
          <p:cNvPr id="12" name="TextBox 11"/>
          <p:cNvSpPr txBox="1"/>
          <p:nvPr/>
        </p:nvSpPr>
        <p:spPr>
          <a:xfrm>
            <a:off x="4297680" y="1744271"/>
            <a:ext cx="4526280" cy="461665"/>
          </a:xfrm>
          <a:prstGeom prst="rect">
            <a:avLst/>
          </a:prstGeom>
          <a:noFill/>
        </p:spPr>
        <p:txBody>
          <a:bodyPr wrap="square" lIns="0" tIns="0" rIns="0" bIns="0" anchor="ctr">
            <a:spAutoFit/>
          </a:bodyPr>
          <a:lstStyle/>
          <a:p>
            <a:pPr algn="l"/>
            <a:r>
              <a:rPr lang="en-US" sz="1000" b="1" i="0">
                <a:solidFill>
                  <a:srgbClr val="8A929B"/>
                </a:solidFill>
                <a:latin typeface="Open Sans Medium"/>
              </a:rPr>
              <a:t>EVIDENCE  </a:t>
            </a:r>
            <a:r>
              <a:rPr lang="en-US" sz="1000" b="0" i="0">
                <a:solidFill>
                  <a:srgbClr val="0A0A0A"/>
                </a:solidFill>
                <a:latin typeface="Open Sans Medium"/>
              </a:rPr>
              <a:t>Tablet at a kiosk (V.23203), a number on a call (V.22867), a web form (V.23788) and an Instagram reply (V.29389): every case starts with data captured before any relationship exists.</a:t>
            </a:r>
          </a:p>
        </p:txBody>
      </p:sp>
      <p:sp>
        <p:nvSpPr>
          <p:cNvPr id="13" name="TextBox 12"/>
          <p:cNvSpPr txBox="1"/>
          <p:nvPr/>
        </p:nvSpPr>
        <p:spPr>
          <a:xfrm>
            <a:off x="8961120" y="1821215"/>
            <a:ext cx="2651760" cy="307777"/>
          </a:xfrm>
          <a:prstGeom prst="rect">
            <a:avLst/>
          </a:prstGeom>
          <a:noFill/>
        </p:spPr>
        <p:txBody>
          <a:bodyPr wrap="square" lIns="0" tIns="0" rIns="0" bIns="0" anchor="ctr">
            <a:spAutoFit/>
          </a:bodyPr>
          <a:lstStyle/>
          <a:p>
            <a:pPr algn="l"/>
            <a:r>
              <a:rPr lang="en-US" sz="1000" b="1" i="0">
                <a:solidFill>
                  <a:srgbClr val="8A929B"/>
                </a:solidFill>
                <a:latin typeface="Open Sans Medium"/>
              </a:rPr>
              <a:t>CONTROL  </a:t>
            </a:r>
            <a:r>
              <a:rPr lang="en-US" sz="1000" b="1" i="0">
                <a:solidFill>
                  <a:srgbClr val="0A0A0A"/>
                </a:solidFill>
                <a:latin typeface="Open Sans Medium"/>
              </a:rPr>
              <a:t>Capture leads only in CRM, with an access and export log</a:t>
            </a:r>
          </a:p>
        </p:txBody>
      </p:sp>
      <p:sp>
        <p:nvSpPr>
          <p:cNvPr id="14" name="Rounded Rectangle 13"/>
          <p:cNvSpPr/>
          <p:nvPr/>
        </p:nvSpPr>
        <p:spPr>
          <a:xfrm>
            <a:off x="457200" y="2450591"/>
            <a:ext cx="11274552" cy="804672"/>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21792" y="2624327"/>
            <a:ext cx="457200" cy="457200"/>
          </a:xfrm>
          <a:prstGeom prst="ellipse">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500" b="1" i="0">
                <a:solidFill>
                  <a:srgbClr val="FFFFFF"/>
                </a:solidFill>
                <a:latin typeface="Open Sans Medium"/>
              </a:rPr>
              <a:t>2</a:t>
            </a:r>
          </a:p>
        </p:txBody>
      </p:sp>
      <p:sp>
        <p:nvSpPr>
          <p:cNvPr id="16" name="TextBox 15"/>
          <p:cNvSpPr txBox="1"/>
          <p:nvPr/>
        </p:nvSpPr>
        <p:spPr>
          <a:xfrm>
            <a:off x="1234440" y="2683651"/>
            <a:ext cx="2926080" cy="338554"/>
          </a:xfrm>
          <a:prstGeom prst="rect">
            <a:avLst/>
          </a:prstGeom>
          <a:noFill/>
        </p:spPr>
        <p:txBody>
          <a:bodyPr wrap="square" lIns="0" tIns="0" rIns="0" bIns="0" anchor="ctr">
            <a:spAutoFit/>
          </a:bodyPr>
          <a:lstStyle/>
          <a:p>
            <a:pPr algn="l"/>
            <a:r>
              <a:rPr sz="1100" b="1" i="0">
                <a:solidFill>
                  <a:srgbClr val="0B0B0C"/>
                </a:solidFill>
                <a:latin typeface="Open Sans Medium"/>
              </a:rPr>
              <a:t>One brokerage keeps reaching remote enquirers</a:t>
            </a:r>
          </a:p>
        </p:txBody>
      </p:sp>
      <p:sp>
        <p:nvSpPr>
          <p:cNvPr id="17" name="TextBox 16"/>
          <p:cNvSpPr txBox="1"/>
          <p:nvPr/>
        </p:nvSpPr>
        <p:spPr>
          <a:xfrm>
            <a:off x="4297680" y="2622095"/>
            <a:ext cx="4526280" cy="461665"/>
          </a:xfrm>
          <a:prstGeom prst="rect">
            <a:avLst/>
          </a:prstGeom>
          <a:noFill/>
        </p:spPr>
        <p:txBody>
          <a:bodyPr wrap="square" lIns="0" tIns="0" rIns="0" bIns="0" anchor="ctr">
            <a:spAutoFit/>
          </a:bodyPr>
          <a:lstStyle/>
          <a:p>
            <a:pPr algn="l"/>
            <a:r>
              <a:rPr lang="en-US" sz="1000" b="1" i="0">
                <a:solidFill>
                  <a:srgbClr val="8A929B"/>
                </a:solidFill>
                <a:latin typeface="Open Sans Medium"/>
              </a:rPr>
              <a:t>EVIDENCE  </a:t>
            </a:r>
            <a:r>
              <a:rPr lang="en-US" sz="1000" b="0" i="0">
                <a:solidFill>
                  <a:srgbClr val="0A0A0A"/>
                </a:solidFill>
                <a:latin typeface="Open Sans Medium"/>
              </a:rPr>
              <a:t>Profound Realtors called after 3 of the 6 cases (call, web form, Instagram), between 2 and 14 days later, each time citing a marketing campaign the buyer did not join.</a:t>
            </a:r>
          </a:p>
        </p:txBody>
      </p:sp>
      <p:sp>
        <p:nvSpPr>
          <p:cNvPr id="18" name="TextBox 17"/>
          <p:cNvSpPr txBox="1"/>
          <p:nvPr/>
        </p:nvSpPr>
        <p:spPr>
          <a:xfrm>
            <a:off x="8961120" y="2622095"/>
            <a:ext cx="2651760" cy="461665"/>
          </a:xfrm>
          <a:prstGeom prst="rect">
            <a:avLst/>
          </a:prstGeom>
          <a:noFill/>
        </p:spPr>
        <p:txBody>
          <a:bodyPr wrap="square" lIns="0" tIns="0" rIns="0" bIns="0" anchor="ctr">
            <a:spAutoFit/>
          </a:bodyPr>
          <a:lstStyle/>
          <a:p>
            <a:pPr algn="l"/>
            <a:r>
              <a:rPr lang="en-US" sz="1000" b="1" i="0">
                <a:solidFill>
                  <a:srgbClr val="8A929B"/>
                </a:solidFill>
                <a:latin typeface="Open Sans Medium"/>
              </a:rPr>
              <a:t>CONTROL  </a:t>
            </a:r>
            <a:r>
              <a:rPr lang="en-US" sz="1000" b="1" i="0">
                <a:solidFill>
                  <a:srgbClr val="0A0A0A"/>
                </a:solidFill>
                <a:latin typeface="Open Sans Medium"/>
              </a:rPr>
              <a:t>Audit campaign and lead-form vendors and CRM exports; seed test leads with unique numbers</a:t>
            </a:r>
          </a:p>
        </p:txBody>
      </p:sp>
      <p:sp>
        <p:nvSpPr>
          <p:cNvPr id="19" name="Rounded Rectangle 18"/>
          <p:cNvSpPr/>
          <p:nvPr/>
        </p:nvSpPr>
        <p:spPr>
          <a:xfrm>
            <a:off x="457200" y="3328415"/>
            <a:ext cx="11274552" cy="804672"/>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21792" y="3502151"/>
            <a:ext cx="457200" cy="457200"/>
          </a:xfrm>
          <a:prstGeom prst="ellipse">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500" b="1" i="0">
                <a:solidFill>
                  <a:srgbClr val="FFFFFF"/>
                </a:solidFill>
                <a:latin typeface="Open Sans Medium"/>
              </a:rPr>
              <a:t>3</a:t>
            </a:r>
          </a:p>
        </p:txBody>
      </p:sp>
      <p:sp>
        <p:nvSpPr>
          <p:cNvPr id="21" name="TextBox 20"/>
          <p:cNvSpPr txBox="1"/>
          <p:nvPr/>
        </p:nvSpPr>
        <p:spPr>
          <a:xfrm>
            <a:off x="1234440" y="3561474"/>
            <a:ext cx="2926080" cy="338554"/>
          </a:xfrm>
          <a:prstGeom prst="rect">
            <a:avLst/>
          </a:prstGeom>
          <a:noFill/>
        </p:spPr>
        <p:txBody>
          <a:bodyPr wrap="square" lIns="0" tIns="0" rIns="0" bIns="0" anchor="ctr">
            <a:spAutoFit/>
          </a:bodyPr>
          <a:lstStyle/>
          <a:p>
            <a:pPr algn="l"/>
            <a:r>
              <a:rPr sz="1100" b="1" i="0">
                <a:solidFill>
                  <a:srgbClr val="0B0B0C"/>
                </a:solidFill>
                <a:latin typeface="Open Sans Medium"/>
              </a:rPr>
              <a:t>Leads change hands inside Binghatti without the buyer knowing</a:t>
            </a:r>
          </a:p>
        </p:txBody>
      </p:sp>
      <p:sp>
        <p:nvSpPr>
          <p:cNvPr id="22" name="TextBox 21"/>
          <p:cNvSpPr txBox="1"/>
          <p:nvPr/>
        </p:nvSpPr>
        <p:spPr>
          <a:xfrm>
            <a:off x="4297680" y="3499918"/>
            <a:ext cx="4526280" cy="461665"/>
          </a:xfrm>
          <a:prstGeom prst="rect">
            <a:avLst/>
          </a:prstGeom>
          <a:noFill/>
        </p:spPr>
        <p:txBody>
          <a:bodyPr wrap="square" lIns="0" tIns="0" rIns="0" bIns="0" anchor="ctr">
            <a:spAutoFit/>
          </a:bodyPr>
          <a:lstStyle/>
          <a:p>
            <a:pPr algn="l"/>
            <a:r>
              <a:rPr lang="en-US" sz="1000" b="1" i="0">
                <a:solidFill>
                  <a:srgbClr val="8A929B"/>
                </a:solidFill>
                <a:latin typeface="Open Sans Medium"/>
              </a:rPr>
              <a:t>EVIDENCE  </a:t>
            </a:r>
            <a:r>
              <a:rPr lang="en-US" sz="1000" b="0" i="0">
                <a:solidFill>
                  <a:srgbClr val="0A0A0A"/>
                </a:solidFill>
                <a:latin typeface="Open Sans Medium"/>
              </a:rPr>
              <a:t>A July office lead was given to a new agent in September (V.14893); two staff followed up on V.23203; a second caller  used the number </a:t>
            </a:r>
            <a:r>
              <a:rPr lang="en-US" sz="1000">
                <a:solidFill>
                  <a:srgbClr val="0A0A0A"/>
                </a:solidFill>
                <a:latin typeface="Open Sans Medium"/>
              </a:rPr>
              <a:t>of </a:t>
            </a:r>
            <a:r>
              <a:rPr lang="en-US" sz="1000" b="0" i="0">
                <a:solidFill>
                  <a:srgbClr val="0A0A0A"/>
                </a:solidFill>
                <a:latin typeface="Open Sans Medium"/>
              </a:rPr>
              <a:t> </a:t>
            </a:r>
            <a:r>
              <a:rPr lang="en-US" sz="1000" b="0" i="0" err="1">
                <a:solidFill>
                  <a:srgbClr val="0A0A0A"/>
                </a:solidFill>
                <a:latin typeface="Open Sans Medium"/>
              </a:rPr>
              <a:t>Bluewaters</a:t>
            </a:r>
            <a:r>
              <a:rPr lang="en-US" sz="1000" b="0" i="0">
                <a:solidFill>
                  <a:srgbClr val="0A0A0A"/>
                </a:solidFill>
                <a:latin typeface="Open Sans Medium"/>
              </a:rPr>
              <a:t> Kiosk ( V.27712)</a:t>
            </a:r>
          </a:p>
        </p:txBody>
      </p:sp>
      <p:sp>
        <p:nvSpPr>
          <p:cNvPr id="23" name="TextBox 22"/>
          <p:cNvSpPr txBox="1"/>
          <p:nvPr/>
        </p:nvSpPr>
        <p:spPr>
          <a:xfrm>
            <a:off x="8961120" y="3576862"/>
            <a:ext cx="2651760" cy="307777"/>
          </a:xfrm>
          <a:prstGeom prst="rect">
            <a:avLst/>
          </a:prstGeom>
          <a:noFill/>
        </p:spPr>
        <p:txBody>
          <a:bodyPr wrap="square" lIns="0" tIns="0" rIns="0" bIns="0" anchor="ctr">
            <a:spAutoFit/>
          </a:bodyPr>
          <a:lstStyle/>
          <a:p>
            <a:pPr algn="l"/>
            <a:r>
              <a:rPr lang="en-US" sz="1000" b="1" i="0">
                <a:solidFill>
                  <a:srgbClr val="8A929B"/>
                </a:solidFill>
                <a:latin typeface="Open Sans Medium"/>
              </a:rPr>
              <a:t>CONTROL  </a:t>
            </a:r>
            <a:r>
              <a:rPr lang="en-US" sz="1000" b="1" i="0">
                <a:solidFill>
                  <a:srgbClr val="0A0A0A"/>
                </a:solidFill>
                <a:latin typeface="Open Sans Medium"/>
              </a:rPr>
              <a:t>One named owner per lead; tell the buyer before any hand-off</a:t>
            </a:r>
          </a:p>
        </p:txBody>
      </p:sp>
      <p:sp>
        <p:nvSpPr>
          <p:cNvPr id="24" name="Rounded Rectangle 23"/>
          <p:cNvSpPr/>
          <p:nvPr/>
        </p:nvSpPr>
        <p:spPr>
          <a:xfrm>
            <a:off x="457200" y="4206240"/>
            <a:ext cx="11274552" cy="804672"/>
          </a:xfrm>
          <a:prstGeom prst="roundRect">
            <a:avLst>
              <a:gd name="adj" fmla="val 8000"/>
            </a:avLst>
          </a:prstGeom>
          <a:solidFill>
            <a:srgbClr val="FFFFFF"/>
          </a:solidFill>
          <a:ln w="9525">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21792" y="4379976"/>
            <a:ext cx="457200" cy="457200"/>
          </a:xfrm>
          <a:prstGeom prst="ellipse">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500" b="1" i="0">
                <a:solidFill>
                  <a:srgbClr val="FFFFFF"/>
                </a:solidFill>
                <a:latin typeface="Open Sans Medium"/>
              </a:rPr>
              <a:t>4</a:t>
            </a:r>
          </a:p>
        </p:txBody>
      </p:sp>
      <p:sp>
        <p:nvSpPr>
          <p:cNvPr id="26" name="TextBox 25"/>
          <p:cNvSpPr txBox="1"/>
          <p:nvPr/>
        </p:nvSpPr>
        <p:spPr>
          <a:xfrm>
            <a:off x="1234440" y="4439299"/>
            <a:ext cx="2926080" cy="338554"/>
          </a:xfrm>
          <a:prstGeom prst="rect">
            <a:avLst/>
          </a:prstGeom>
          <a:noFill/>
        </p:spPr>
        <p:txBody>
          <a:bodyPr wrap="square" lIns="0" tIns="0" rIns="0" bIns="0" anchor="ctr">
            <a:spAutoFit/>
          </a:bodyPr>
          <a:lstStyle/>
          <a:p>
            <a:pPr algn="l"/>
            <a:r>
              <a:rPr sz="1100" b="1" i="0">
                <a:solidFill>
                  <a:srgbClr val="0B0B0C"/>
                </a:solidFill>
                <a:latin typeface="Open Sans Medium"/>
              </a:rPr>
              <a:t>Broker incentives sit inside the direct sales conversation</a:t>
            </a:r>
          </a:p>
        </p:txBody>
      </p:sp>
      <p:sp>
        <p:nvSpPr>
          <p:cNvPr id="27" name="TextBox 26"/>
          <p:cNvSpPr txBox="1"/>
          <p:nvPr/>
        </p:nvSpPr>
        <p:spPr>
          <a:xfrm>
            <a:off x="4297680" y="4377743"/>
            <a:ext cx="4526280" cy="461665"/>
          </a:xfrm>
          <a:prstGeom prst="rect">
            <a:avLst/>
          </a:prstGeom>
          <a:noFill/>
        </p:spPr>
        <p:txBody>
          <a:bodyPr wrap="square" lIns="0" tIns="0" rIns="0" bIns="0" anchor="ctr">
            <a:spAutoFit/>
          </a:bodyPr>
          <a:lstStyle/>
          <a:p>
            <a:pPr algn="l"/>
            <a:r>
              <a:rPr lang="en-US" sz="1000" b="1" i="0">
                <a:solidFill>
                  <a:srgbClr val="8A929B"/>
                </a:solidFill>
                <a:latin typeface="Open Sans Medium"/>
              </a:rPr>
              <a:t>EVIDENCE  </a:t>
            </a:r>
            <a:r>
              <a:rPr lang="en-US" sz="1000" b="0" i="0">
                <a:solidFill>
                  <a:srgbClr val="0A0A0A"/>
                </a:solidFill>
                <a:latin typeface="Open Sans Medium"/>
              </a:rPr>
              <a:t>A broker offered and a spouse's passport requested (V.22908); passback affirmed in 17.4% of visits; 'exclusive' offers kept confidential in 16.7%.</a:t>
            </a:r>
          </a:p>
        </p:txBody>
      </p:sp>
      <p:sp>
        <p:nvSpPr>
          <p:cNvPr id="28" name="TextBox 27"/>
          <p:cNvSpPr txBox="1"/>
          <p:nvPr/>
        </p:nvSpPr>
        <p:spPr>
          <a:xfrm>
            <a:off x="8961120" y="4454687"/>
            <a:ext cx="2651760" cy="307777"/>
          </a:xfrm>
          <a:prstGeom prst="rect">
            <a:avLst/>
          </a:prstGeom>
          <a:noFill/>
        </p:spPr>
        <p:txBody>
          <a:bodyPr wrap="square" lIns="0" tIns="0" rIns="0" bIns="0" anchor="ctr">
            <a:spAutoFit/>
          </a:bodyPr>
          <a:lstStyle/>
          <a:p>
            <a:pPr algn="l"/>
            <a:r>
              <a:rPr lang="en-US" sz="1000" b="1" i="0">
                <a:solidFill>
                  <a:srgbClr val="8A929B"/>
                </a:solidFill>
                <a:latin typeface="Open Sans Medium"/>
              </a:rPr>
              <a:t>CONTROL  </a:t>
            </a:r>
            <a:r>
              <a:rPr lang="en-US" sz="1000" b="1" i="0">
                <a:solidFill>
                  <a:srgbClr val="0A0A0A"/>
                </a:solidFill>
                <a:latin typeface="Open Sans Medium"/>
              </a:rPr>
              <a:t>One disclosable discount ladder; passback offers treated as a breach</a:t>
            </a:r>
          </a:p>
        </p:txBody>
      </p:sp>
      <p:sp>
        <p:nvSpPr>
          <p:cNvPr id="29" name="Rounded Rectangle 28"/>
          <p:cNvSpPr/>
          <p:nvPr/>
        </p:nvSpPr>
        <p:spPr>
          <a:xfrm>
            <a:off x="457200" y="5084064"/>
            <a:ext cx="11274552" cy="804672"/>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21792" y="5257800"/>
            <a:ext cx="457200" cy="457200"/>
          </a:xfrm>
          <a:prstGeom prst="ellipse">
            <a:avLst/>
          </a:prstGeom>
          <a:solidFill>
            <a:srgbClr val="0B0B0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500" b="1" i="0">
                <a:solidFill>
                  <a:srgbClr val="FFFFFF"/>
                </a:solidFill>
                <a:latin typeface="Open Sans Medium"/>
              </a:rPr>
              <a:t>5</a:t>
            </a:r>
          </a:p>
        </p:txBody>
      </p:sp>
      <p:sp>
        <p:nvSpPr>
          <p:cNvPr id="31" name="TextBox 30"/>
          <p:cNvSpPr txBox="1"/>
          <p:nvPr/>
        </p:nvSpPr>
        <p:spPr>
          <a:xfrm>
            <a:off x="1234440" y="5317123"/>
            <a:ext cx="2926080" cy="338554"/>
          </a:xfrm>
          <a:prstGeom prst="rect">
            <a:avLst/>
          </a:prstGeom>
          <a:noFill/>
        </p:spPr>
        <p:txBody>
          <a:bodyPr wrap="square" lIns="0" tIns="0" rIns="0" bIns="0" anchor="ctr">
            <a:spAutoFit/>
          </a:bodyPr>
          <a:lstStyle/>
          <a:p>
            <a:pPr algn="l"/>
            <a:r>
              <a:rPr sz="1100" b="1" i="0">
                <a:solidFill>
                  <a:srgbClr val="0B0B0C"/>
                </a:solidFill>
                <a:latin typeface="Open Sans Medium"/>
              </a:rPr>
              <a:t>Nothing in the scores or ratings reveals a leak</a:t>
            </a:r>
          </a:p>
        </p:txBody>
      </p:sp>
      <p:sp>
        <p:nvSpPr>
          <p:cNvPr id="32" name="TextBox 31"/>
          <p:cNvSpPr txBox="1"/>
          <p:nvPr/>
        </p:nvSpPr>
        <p:spPr>
          <a:xfrm>
            <a:off x="4297680" y="5332511"/>
            <a:ext cx="4526280" cy="307777"/>
          </a:xfrm>
          <a:prstGeom prst="rect">
            <a:avLst/>
          </a:prstGeom>
          <a:noFill/>
        </p:spPr>
        <p:txBody>
          <a:bodyPr wrap="square" lIns="0" tIns="0" rIns="0" bIns="0" anchor="ctr">
            <a:spAutoFit/>
          </a:bodyPr>
          <a:lstStyle/>
          <a:p>
            <a:pPr algn="l"/>
            <a:r>
              <a:rPr lang="en-US" sz="1000" b="1" i="0">
                <a:solidFill>
                  <a:srgbClr val="8A929B"/>
                </a:solidFill>
                <a:latin typeface="Open Sans Medium"/>
              </a:rPr>
              <a:t>EVIDENCE  </a:t>
            </a:r>
            <a:r>
              <a:rPr lang="en-US" sz="1000" b="0" i="0">
                <a:solidFill>
                  <a:srgbClr val="0A0A0A"/>
                </a:solidFill>
                <a:latin typeface="Open Sans Medium"/>
              </a:rPr>
              <a:t>Only 4  of the 7  cases show in the survey; a leak is exported as 0 .The seven  evaluators rated the service Good or Very Good or Excellent.</a:t>
            </a:r>
          </a:p>
        </p:txBody>
      </p:sp>
      <p:sp>
        <p:nvSpPr>
          <p:cNvPr id="33" name="TextBox 32"/>
          <p:cNvSpPr txBox="1"/>
          <p:nvPr/>
        </p:nvSpPr>
        <p:spPr>
          <a:xfrm>
            <a:off x="8961120" y="5332511"/>
            <a:ext cx="2651760" cy="307777"/>
          </a:xfrm>
          <a:prstGeom prst="rect">
            <a:avLst/>
          </a:prstGeom>
          <a:noFill/>
        </p:spPr>
        <p:txBody>
          <a:bodyPr wrap="square" lIns="0" tIns="0" rIns="0" bIns="0" anchor="ctr">
            <a:spAutoFit/>
          </a:bodyPr>
          <a:lstStyle/>
          <a:p>
            <a:pPr algn="l"/>
            <a:r>
              <a:rPr lang="en-US" sz="1000" b="1" i="0">
                <a:solidFill>
                  <a:srgbClr val="8A929B"/>
                </a:solidFill>
                <a:latin typeface="Open Sans Medium"/>
              </a:rPr>
              <a:t>CONTROL  </a:t>
            </a:r>
            <a:r>
              <a:rPr lang="en-US" sz="1000" b="1">
                <a:solidFill>
                  <a:srgbClr val="0A0A0A"/>
                </a:solidFill>
                <a:latin typeface="Open Sans Medium"/>
              </a:rPr>
              <a:t>A</a:t>
            </a:r>
            <a:r>
              <a:rPr lang="en-US" sz="1000" b="1" i="0">
                <a:solidFill>
                  <a:srgbClr val="0A0A0A"/>
                </a:solidFill>
                <a:latin typeface="Open Sans Medium"/>
              </a:rPr>
              <a:t>dd an escalation field to every form</a:t>
            </a:r>
          </a:p>
        </p:txBody>
      </p:sp>
      <p:sp>
        <p:nvSpPr>
          <p:cNvPr id="5" name="TextBox 4">
            <a:extLst>
              <a:ext uri="{FF2B5EF4-FFF2-40B4-BE49-F238E27FC236}">
                <a16:creationId xmlns:a16="http://schemas.microsoft.com/office/drawing/2014/main" id="{5B1696AF-AF71-B1D6-DF3F-86CBCE9A66BC}"/>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VOICE OF THE CUSTOMER</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27</a:t>
            </a:fld>
            <a:endParaRPr lang="en-IN" sz="1000" b="0" spc="0">
              <a:solidFill>
                <a:srgbClr val="AAB7C4"/>
              </a:solidFill>
              <a:latin typeface="Open Sans Medium"/>
            </a:endParaRPr>
          </a:p>
        </p:txBody>
      </p:sp>
      <p:sp>
        <p:nvSpPr>
          <p:cNvPr id="7" name="TextBox 6"/>
          <p:cNvSpPr txBox="1"/>
          <p:nvPr/>
        </p:nvSpPr>
        <p:spPr>
          <a:xfrm>
            <a:off x="457199" y="818275"/>
            <a:ext cx="11295889"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t>What mystery </a:t>
            </a:r>
            <a:r>
              <a:rPr lang="en-IN"/>
              <a:t>customers</a:t>
            </a:r>
            <a:r>
              <a:t> said, and what it means for the business</a:t>
            </a:r>
          </a:p>
        </p:txBody>
      </p:sp>
      <p:sp>
        <p:nvSpPr>
          <p:cNvPr id="8" name="Rounded Rectangle 7"/>
          <p:cNvSpPr/>
          <p:nvPr/>
        </p:nvSpPr>
        <p:spPr>
          <a:xfrm>
            <a:off x="457200" y="1371600"/>
            <a:ext cx="5550408" cy="4663440"/>
          </a:xfrm>
          <a:prstGeom prst="roundRect">
            <a:avLst>
              <a:gd name="adj" fmla="val 6000"/>
            </a:avLst>
          </a:prstGeom>
          <a:solidFill>
            <a:srgbClr val="EDF2F8"/>
          </a:solidFill>
          <a:ln>
            <a:solidFill>
              <a:srgbClr val="1E41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8368" y="1545336"/>
            <a:ext cx="146304" cy="146304"/>
          </a:xfrm>
          <a:prstGeom prst="ellipse">
            <a:avLst/>
          </a:prstGeom>
          <a:solidFill>
            <a:srgbClr val="1E4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499616"/>
            <a:ext cx="4937760" cy="237744"/>
          </a:xfrm>
          <a:prstGeom prst="rect">
            <a:avLst/>
          </a:prstGeom>
          <a:noFill/>
        </p:spPr>
        <p:txBody>
          <a:bodyPr wrap="square" lIns="0" tIns="0" rIns="0" bIns="0" anchor="ctr">
            <a:spAutoFit/>
          </a:bodyPr>
          <a:lstStyle/>
          <a:p>
            <a:pPr algn="l"/>
            <a:r>
              <a:rPr sz="1050" b="1" i="0">
                <a:solidFill>
                  <a:srgbClr val="0A0A0A"/>
                </a:solidFill>
                <a:latin typeface="Open Sans Medium"/>
              </a:rPr>
              <a:t>WHAT WORKED</a:t>
            </a:r>
          </a:p>
        </p:txBody>
      </p:sp>
      <p:sp>
        <p:nvSpPr>
          <p:cNvPr id="11" name="TextBox 10"/>
          <p:cNvSpPr txBox="1"/>
          <p:nvPr/>
        </p:nvSpPr>
        <p:spPr>
          <a:xfrm>
            <a:off x="658368" y="1847088"/>
            <a:ext cx="5120640" cy="169277"/>
          </a:xfrm>
          <a:prstGeom prst="rect">
            <a:avLst/>
          </a:prstGeom>
          <a:noFill/>
        </p:spPr>
        <p:txBody>
          <a:bodyPr wrap="square" lIns="0" tIns="0" rIns="0" bIns="0" anchor="t">
            <a:spAutoFit/>
          </a:bodyPr>
          <a:lstStyle/>
          <a:p>
            <a:pPr algn="l"/>
            <a:r>
              <a:rPr lang="en-IN" sz="1100" b="1" i="0">
                <a:solidFill>
                  <a:srgbClr val="0B0B0C"/>
                </a:solidFill>
                <a:latin typeface="Open Sans Medium"/>
              </a:rPr>
              <a:t>Summary of Comments</a:t>
            </a:r>
          </a:p>
        </p:txBody>
      </p:sp>
      <p:sp>
        <p:nvSpPr>
          <p:cNvPr id="12" name="TextBox 11"/>
          <p:cNvSpPr txBox="1"/>
          <p:nvPr/>
        </p:nvSpPr>
        <p:spPr>
          <a:xfrm>
            <a:off x="749808" y="2029968"/>
            <a:ext cx="4965192" cy="832985"/>
          </a:xfrm>
          <a:prstGeom prst="rect">
            <a:avLst/>
          </a:prstGeom>
          <a:noFill/>
        </p:spPr>
        <p:txBody>
          <a:bodyPr wrap="square" lIns="0" tIns="0" rIns="0" bIns="0" anchor="t">
            <a:spAutoFit/>
          </a:bodyPr>
          <a:lstStyle/>
          <a:p>
            <a:pPr marL="114300" indent="-114300" algn="l">
              <a:lnSpc>
                <a:spcPct val="106000"/>
              </a:lnSpc>
              <a:spcAft>
                <a:spcPts val="500"/>
              </a:spcAft>
              <a:buChar char="•"/>
            </a:pPr>
            <a:r>
              <a:rPr lang="en-IN" sz="1100" b="0" i="0">
                <a:solidFill>
                  <a:srgbClr val="1A1A1A"/>
                </a:solidFill>
                <a:latin typeface="Open Sans Medium"/>
              </a:rPr>
              <a:t>Customers</a:t>
            </a:r>
            <a:r>
              <a:rPr sz="1100" b="0" i="0">
                <a:solidFill>
                  <a:srgbClr val="1A1A1A"/>
                </a:solidFill>
                <a:latin typeface="Open Sans Medium"/>
              </a:rPr>
              <a:t> praise courtesy, product knowledge and a no-pressure manner.</a:t>
            </a:r>
            <a:endParaRPr lang="en-IN" sz="1100" b="0" i="0">
              <a:solidFill>
                <a:srgbClr val="1A1A1A"/>
              </a:solidFill>
              <a:latin typeface="Open Sans Medium"/>
            </a:endParaRPr>
          </a:p>
          <a:p>
            <a:pPr marL="114300" indent="-114300" algn="l">
              <a:lnSpc>
                <a:spcPct val="106000"/>
              </a:lnSpc>
              <a:spcAft>
                <a:spcPts val="500"/>
              </a:spcAft>
              <a:buChar char="•"/>
            </a:pPr>
            <a:r>
              <a:rPr sz="1100" b="0" i="0">
                <a:solidFill>
                  <a:srgbClr val="1A1A1A"/>
                </a:solidFill>
                <a:latin typeface="Open Sans Medium"/>
              </a:rPr>
              <a:t>6</a:t>
            </a:r>
            <a:r>
              <a:rPr lang="en-IN" sz="1100" b="0" i="0">
                <a:solidFill>
                  <a:srgbClr val="1A1A1A"/>
                </a:solidFill>
                <a:latin typeface="Open Sans Medium"/>
              </a:rPr>
              <a:t>4</a:t>
            </a:r>
            <a:r>
              <a:rPr sz="1100" b="0" i="0">
                <a:solidFill>
                  <a:srgbClr val="1A1A1A"/>
                </a:solidFill>
                <a:latin typeface="Open Sans Medium"/>
              </a:rPr>
              <a:t>% rated the service Excellent or Very Good (34 of 5</a:t>
            </a:r>
            <a:r>
              <a:rPr lang="en-IN" sz="1100" b="0" i="0">
                <a:solidFill>
                  <a:srgbClr val="1A1A1A"/>
                </a:solidFill>
                <a:latin typeface="Open Sans Medium"/>
              </a:rPr>
              <a:t>3).</a:t>
            </a:r>
          </a:p>
          <a:p>
            <a:pPr marL="114300" indent="-114300" algn="l">
              <a:lnSpc>
                <a:spcPct val="106000"/>
              </a:lnSpc>
              <a:spcAft>
                <a:spcPts val="500"/>
              </a:spcAft>
              <a:buChar char="•"/>
            </a:pPr>
            <a:r>
              <a:rPr lang="en-IN" sz="1100" b="0" i="0">
                <a:solidFill>
                  <a:srgbClr val="1A1A1A"/>
                </a:solidFill>
                <a:latin typeface="Open Sans Medium"/>
              </a:rPr>
              <a:t>Praise </a:t>
            </a:r>
            <a:r>
              <a:rPr sz="1100" b="0" i="0">
                <a:solidFill>
                  <a:srgbClr val="1A1A1A"/>
                </a:solidFill>
                <a:latin typeface="Open Sans Medium"/>
              </a:rPr>
              <a:t>is strongest </a:t>
            </a:r>
            <a:r>
              <a:rPr lang="en-IN" sz="1100" b="0" i="0">
                <a:solidFill>
                  <a:srgbClr val="1A1A1A"/>
                </a:solidFill>
                <a:latin typeface="Open Sans Medium"/>
              </a:rPr>
              <a:t>when</a:t>
            </a:r>
            <a:r>
              <a:rPr sz="1100" b="0" i="0">
                <a:solidFill>
                  <a:srgbClr val="1A1A1A"/>
                </a:solidFill>
                <a:latin typeface="Open Sans Medium"/>
              </a:rPr>
              <a:t> one executive stays with the buyer from enquiry to follow-up</a:t>
            </a:r>
            <a:r>
              <a:rPr sz="1000" b="0" i="0">
                <a:solidFill>
                  <a:srgbClr val="1A1A1A"/>
                </a:solidFill>
                <a:latin typeface="Open Sans Medium"/>
              </a:rPr>
              <a:t>.</a:t>
            </a:r>
            <a:endParaRPr lang="en-IN" sz="1000" b="0" i="0">
              <a:solidFill>
                <a:srgbClr val="1A1A1A"/>
              </a:solidFill>
              <a:latin typeface="Open Sans Medium"/>
            </a:endParaRPr>
          </a:p>
        </p:txBody>
      </p:sp>
      <p:sp>
        <p:nvSpPr>
          <p:cNvPr id="13" name="TextBox 12"/>
          <p:cNvSpPr txBox="1"/>
          <p:nvPr/>
        </p:nvSpPr>
        <p:spPr>
          <a:xfrm>
            <a:off x="658368" y="3035808"/>
            <a:ext cx="5120640" cy="169277"/>
          </a:xfrm>
          <a:prstGeom prst="rect">
            <a:avLst/>
          </a:prstGeom>
          <a:noFill/>
        </p:spPr>
        <p:txBody>
          <a:bodyPr wrap="square" lIns="0" tIns="0" rIns="0" bIns="0" anchor="t">
            <a:spAutoFit/>
          </a:bodyPr>
          <a:lstStyle/>
          <a:p>
            <a:pPr algn="l"/>
            <a:r>
              <a:rPr lang="en-IN" sz="1100" b="1">
                <a:solidFill>
                  <a:srgbClr val="0B0B0C"/>
                </a:solidFill>
                <a:latin typeface="Open Sans Medium"/>
              </a:rPr>
              <a:t>Business</a:t>
            </a:r>
            <a:r>
              <a:rPr lang="en-IN" sz="850" b="1" i="0">
                <a:solidFill>
                  <a:srgbClr val="0B0B0C"/>
                </a:solidFill>
                <a:latin typeface="Open Sans Medium"/>
              </a:rPr>
              <a:t> </a:t>
            </a:r>
            <a:r>
              <a:rPr lang="en-IN" sz="1100" b="1">
                <a:solidFill>
                  <a:srgbClr val="0B0B0C"/>
                </a:solidFill>
                <a:latin typeface="Open Sans Medium"/>
              </a:rPr>
              <a:t>Interpretation</a:t>
            </a:r>
          </a:p>
        </p:txBody>
      </p:sp>
      <p:sp>
        <p:nvSpPr>
          <p:cNvPr id="14" name="TextBox 13"/>
          <p:cNvSpPr txBox="1"/>
          <p:nvPr/>
        </p:nvSpPr>
        <p:spPr>
          <a:xfrm>
            <a:off x="749808" y="3264408"/>
            <a:ext cx="4965192" cy="410049"/>
          </a:xfrm>
          <a:prstGeom prst="rect">
            <a:avLst/>
          </a:prstGeom>
          <a:noFill/>
        </p:spPr>
        <p:txBody>
          <a:bodyPr wrap="square" lIns="0" tIns="0" rIns="0" bIns="0" anchor="t">
            <a:spAutoFit/>
          </a:bodyPr>
          <a:lstStyle/>
          <a:p>
            <a:pPr marL="114300" indent="-114300" algn="l">
              <a:lnSpc>
                <a:spcPct val="106000"/>
              </a:lnSpc>
              <a:spcAft>
                <a:spcPts val="500"/>
              </a:spcAft>
              <a:buChar char="•"/>
            </a:pPr>
            <a:r>
              <a:rPr lang="en-IN" sz="1100" b="0" i="0">
                <a:solidFill>
                  <a:srgbClr val="1A1A1A"/>
                </a:solidFill>
                <a:latin typeface="Open Sans Medium"/>
              </a:rPr>
              <a:t>Trained executives help turn </a:t>
            </a:r>
            <a:r>
              <a:rPr sz="1100" b="0" i="0">
                <a:solidFill>
                  <a:srgbClr val="1A1A1A"/>
                </a:solidFill>
                <a:latin typeface="Open Sans Medium"/>
              </a:rPr>
              <a:t>interest into intent</a:t>
            </a:r>
            <a:r>
              <a:rPr lang="en-IN" sz="1100" b="0" i="0">
                <a:solidFill>
                  <a:srgbClr val="1A1A1A"/>
                </a:solidFill>
                <a:latin typeface="Open Sans Medium"/>
              </a:rPr>
              <a:t>.</a:t>
            </a:r>
          </a:p>
          <a:p>
            <a:pPr marL="114300" indent="-114300" algn="l">
              <a:lnSpc>
                <a:spcPct val="106000"/>
              </a:lnSpc>
              <a:spcAft>
                <a:spcPts val="500"/>
              </a:spcAft>
              <a:buChar char="•"/>
            </a:pPr>
            <a:r>
              <a:rPr lang="en-IN" sz="1100" b="0" i="0">
                <a:solidFill>
                  <a:srgbClr val="1A1A1A"/>
                </a:solidFill>
                <a:latin typeface="Open Sans Medium"/>
              </a:rPr>
              <a:t>Protect this service</a:t>
            </a:r>
            <a:r>
              <a:rPr sz="1100" b="0" i="0">
                <a:solidFill>
                  <a:srgbClr val="1A1A1A"/>
                </a:solidFill>
                <a:latin typeface="Open Sans Medium"/>
              </a:rPr>
              <a:t> standard at every site and channel.</a:t>
            </a:r>
            <a:endParaRPr lang="en-IN" sz="1100" b="0" i="0">
              <a:solidFill>
                <a:srgbClr val="1A1A1A"/>
              </a:solidFill>
              <a:latin typeface="Open Sans Medium"/>
            </a:endParaRPr>
          </a:p>
        </p:txBody>
      </p:sp>
      <p:sp>
        <p:nvSpPr>
          <p:cNvPr id="15" name="TextBox 14"/>
          <p:cNvSpPr txBox="1"/>
          <p:nvPr/>
        </p:nvSpPr>
        <p:spPr>
          <a:xfrm>
            <a:off x="658368" y="3968496"/>
            <a:ext cx="5120640" cy="169277"/>
          </a:xfrm>
          <a:prstGeom prst="rect">
            <a:avLst/>
          </a:prstGeom>
          <a:noFill/>
        </p:spPr>
        <p:txBody>
          <a:bodyPr wrap="square" lIns="0" tIns="0" rIns="0" bIns="0" anchor="t">
            <a:spAutoFit/>
          </a:bodyPr>
          <a:lstStyle/>
          <a:p>
            <a:r>
              <a:rPr lang="en-IN" sz="1100" b="1">
                <a:solidFill>
                  <a:srgbClr val="0B0B0C"/>
                </a:solidFill>
                <a:latin typeface="Open Sans Medium"/>
              </a:rPr>
              <a:t>Customer Verbatims</a:t>
            </a:r>
          </a:p>
        </p:txBody>
      </p:sp>
      <p:sp>
        <p:nvSpPr>
          <p:cNvPr id="16" name="Rounded Rectangle 15"/>
          <p:cNvSpPr/>
          <p:nvPr/>
        </p:nvSpPr>
        <p:spPr>
          <a:xfrm>
            <a:off x="658368" y="4206240"/>
            <a:ext cx="5148072" cy="8595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3712" y="4224528"/>
            <a:ext cx="4971287" cy="846386"/>
          </a:xfrm>
          <a:prstGeom prst="rect">
            <a:avLst/>
          </a:prstGeom>
          <a:noFill/>
        </p:spPr>
        <p:txBody>
          <a:bodyPr wrap="square" lIns="0" tIns="0" rIns="0" bIns="0" anchor="ctr">
            <a:spAutoFit/>
          </a:bodyPr>
          <a:lstStyle/>
          <a:p>
            <a:pPr algn="l"/>
            <a:r>
              <a:rPr sz="1100" b="0">
                <a:solidFill>
                  <a:srgbClr val="0A0A0A"/>
                </a:solidFill>
                <a:latin typeface="Open Sans Medium"/>
              </a:rPr>
              <a:t>“Samah </a:t>
            </a:r>
            <a:r>
              <a:rPr sz="1100" b="1">
                <a:solidFill>
                  <a:srgbClr val="1E4164"/>
                </a:solidFill>
                <a:latin typeface="Open Sans Medium"/>
              </a:rPr>
              <a:t>demonstrated strong product knowledge and confidently </a:t>
            </a:r>
            <a:r>
              <a:rPr sz="1100" b="0">
                <a:solidFill>
                  <a:srgbClr val="0A0A0A"/>
                </a:solidFill>
                <a:latin typeface="Open Sans Medium"/>
              </a:rPr>
              <a:t>explained the projects, payment structures, investment benefits, expected appreciation, and construction progress.” </a:t>
            </a:r>
            <a:endParaRPr lang="en-US" sz="1100" b="0">
              <a:solidFill>
                <a:srgbClr val="0A0A0A"/>
              </a:solidFill>
              <a:latin typeface="Open Sans Medium"/>
            </a:endParaRPr>
          </a:p>
          <a:p>
            <a:pPr algn="l"/>
            <a:endParaRPr lang="en-US" sz="1100" b="0" i="1">
              <a:solidFill>
                <a:srgbClr val="0A0A0A"/>
              </a:solidFill>
              <a:latin typeface="Open Sans Medium"/>
            </a:endParaRPr>
          </a:p>
          <a:p>
            <a:pPr algn="l"/>
            <a:r>
              <a:rPr sz="1100" b="0" i="1">
                <a:solidFill>
                  <a:srgbClr val="0B0B0C"/>
                </a:solidFill>
                <a:latin typeface="Open Sans Medium"/>
              </a:rPr>
              <a:t> </a:t>
            </a:r>
            <a:r>
              <a:rPr sz="1100" b="1" i="0">
                <a:solidFill>
                  <a:srgbClr val="0B0B0C"/>
                </a:solidFill>
                <a:latin typeface="Open Sans Medium"/>
              </a:rPr>
              <a:t>Office, </a:t>
            </a:r>
            <a:r>
              <a:rPr lang="en-IN" sz="1100" b="1" i="0">
                <a:solidFill>
                  <a:srgbClr val="0B0B0C"/>
                </a:solidFill>
                <a:latin typeface="Open Sans Medium"/>
              </a:rPr>
              <a:t>Binghatti</a:t>
            </a:r>
            <a:r>
              <a:rPr sz="1100" b="1" i="0">
                <a:solidFill>
                  <a:srgbClr val="0B0B0C"/>
                </a:solidFill>
                <a:latin typeface="Open Sans Medium"/>
              </a:rPr>
              <a:t> Industries, V.14893</a:t>
            </a:r>
          </a:p>
        </p:txBody>
      </p:sp>
      <p:sp>
        <p:nvSpPr>
          <p:cNvPr id="18" name="Rounded Rectangle 17"/>
          <p:cNvSpPr/>
          <p:nvPr/>
        </p:nvSpPr>
        <p:spPr>
          <a:xfrm>
            <a:off x="658368" y="5166360"/>
            <a:ext cx="5148072" cy="70408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3712" y="5187224"/>
            <a:ext cx="5056631" cy="677108"/>
          </a:xfrm>
          <a:prstGeom prst="rect">
            <a:avLst/>
          </a:prstGeom>
          <a:noFill/>
        </p:spPr>
        <p:txBody>
          <a:bodyPr wrap="square" lIns="0" tIns="0" rIns="0" bIns="0" anchor="ctr">
            <a:spAutoFit/>
          </a:bodyPr>
          <a:lstStyle/>
          <a:p>
            <a:pPr algn="l"/>
            <a:r>
              <a:rPr sz="1100" b="0">
                <a:solidFill>
                  <a:srgbClr val="0A0A0A"/>
                </a:solidFill>
                <a:latin typeface="Open Sans Medium"/>
              </a:rPr>
              <a:t>“The agent who assisted me was </a:t>
            </a:r>
            <a:r>
              <a:rPr sz="1100" b="1">
                <a:solidFill>
                  <a:srgbClr val="1E4164"/>
                </a:solidFill>
                <a:latin typeface="Open Sans Medium"/>
              </a:rPr>
              <a:t>very polite and professional </a:t>
            </a:r>
            <a:r>
              <a:rPr sz="1100" b="0">
                <a:solidFill>
                  <a:srgbClr val="0A0A0A"/>
                </a:solidFill>
                <a:latin typeface="Open Sans Medium"/>
              </a:rPr>
              <a:t>and not pushy.”  </a:t>
            </a:r>
            <a:endParaRPr lang="en-US" sz="1100" b="0">
              <a:solidFill>
                <a:srgbClr val="0A0A0A"/>
              </a:solidFill>
              <a:latin typeface="Open Sans Medium"/>
            </a:endParaRPr>
          </a:p>
          <a:p>
            <a:pPr algn="l"/>
            <a:endParaRPr lang="en-US" sz="1100" i="1">
              <a:solidFill>
                <a:srgbClr val="0A0A0A"/>
              </a:solidFill>
              <a:latin typeface="Open Sans Medium"/>
            </a:endParaRPr>
          </a:p>
          <a:p>
            <a:pPr algn="l"/>
            <a:r>
              <a:rPr sz="1100" b="1" i="0">
                <a:solidFill>
                  <a:srgbClr val="0B0B0C"/>
                </a:solidFill>
                <a:latin typeface="Open Sans Medium"/>
              </a:rPr>
              <a:t>Kiosk, Mall of the Emirates, V.26110</a:t>
            </a:r>
          </a:p>
        </p:txBody>
      </p:sp>
      <p:sp>
        <p:nvSpPr>
          <p:cNvPr id="20" name="Rounded Rectangle 19"/>
          <p:cNvSpPr/>
          <p:nvPr/>
        </p:nvSpPr>
        <p:spPr>
          <a:xfrm>
            <a:off x="6202681" y="1371600"/>
            <a:ext cx="5550408" cy="4663440"/>
          </a:xfrm>
          <a:prstGeom prst="roundRect">
            <a:avLst>
              <a:gd name="adj" fmla="val 6000"/>
            </a:avLst>
          </a:prstGeom>
          <a:solidFill>
            <a:srgbClr val="FBE9E9"/>
          </a:solidFill>
          <a:ln w="15875">
            <a:solidFill>
              <a:srgbClr val="D7262B"/>
            </a:solidFill>
          </a:ln>
          <a:effectLst/>
        </p:spPr>
        <p:style>
          <a:lnRef idx="1">
            <a:schemeClr val="accent1"/>
          </a:lnRef>
          <a:fillRef idx="3">
            <a:schemeClr val="accent1"/>
          </a:fillRef>
          <a:effectRef idx="2">
            <a:schemeClr val="accent1"/>
          </a:effectRef>
          <a:fontRef idx="minor">
            <a:schemeClr val="lt1"/>
          </a:fontRef>
        </p:style>
        <p:txBody>
          <a:bodyPr tIns="228600" rtlCol="0" anchor="t"/>
          <a:lstStyle/>
          <a:p>
            <a:pPr algn="ctr"/>
            <a:endParaRPr sz="2800">
              <a:solidFill>
                <a:srgbClr val="D7262B"/>
              </a:solidFill>
              <a:latin typeface="+mj-lt"/>
            </a:endParaRPr>
          </a:p>
        </p:txBody>
      </p:sp>
      <p:sp>
        <p:nvSpPr>
          <p:cNvPr id="21" name="Oval 20"/>
          <p:cNvSpPr/>
          <p:nvPr/>
        </p:nvSpPr>
        <p:spPr>
          <a:xfrm>
            <a:off x="6391655" y="1545336"/>
            <a:ext cx="146304" cy="146304"/>
          </a:xfrm>
          <a:prstGeom prst="ellipse">
            <a:avLst/>
          </a:prstGeom>
          <a:solidFill>
            <a:srgbClr val="D7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0255" y="1499616"/>
            <a:ext cx="4937760" cy="237744"/>
          </a:xfrm>
          <a:prstGeom prst="rect">
            <a:avLst/>
          </a:prstGeom>
          <a:noFill/>
        </p:spPr>
        <p:txBody>
          <a:bodyPr wrap="square" lIns="0" tIns="0" rIns="0" bIns="0" anchor="ctr">
            <a:spAutoFit/>
          </a:bodyPr>
          <a:lstStyle/>
          <a:p>
            <a:pPr algn="l"/>
            <a:r>
              <a:rPr sz="1050" b="1" i="0">
                <a:solidFill>
                  <a:srgbClr val="0A0A0A"/>
                </a:solidFill>
                <a:latin typeface="Open Sans Medium"/>
              </a:rPr>
              <a:t>WHAT DID NOT WORK WELL</a:t>
            </a:r>
          </a:p>
        </p:txBody>
      </p:sp>
      <p:sp>
        <p:nvSpPr>
          <p:cNvPr id="23" name="TextBox 22"/>
          <p:cNvSpPr txBox="1"/>
          <p:nvPr/>
        </p:nvSpPr>
        <p:spPr>
          <a:xfrm>
            <a:off x="6391655" y="1847088"/>
            <a:ext cx="5120640" cy="169277"/>
          </a:xfrm>
          <a:prstGeom prst="rect">
            <a:avLst/>
          </a:prstGeom>
          <a:noFill/>
        </p:spPr>
        <p:txBody>
          <a:bodyPr wrap="square" lIns="0" tIns="0" rIns="0" bIns="0" anchor="t">
            <a:spAutoFit/>
          </a:bodyPr>
          <a:lstStyle/>
          <a:p>
            <a:pPr algn="l"/>
            <a:r>
              <a:rPr lang="en-IN" sz="1100" b="1">
                <a:solidFill>
                  <a:srgbClr val="0B0B0C"/>
                </a:solidFill>
                <a:latin typeface="Open Sans Medium"/>
              </a:rPr>
              <a:t>Summary of Comments</a:t>
            </a:r>
          </a:p>
        </p:txBody>
      </p:sp>
      <p:sp>
        <p:nvSpPr>
          <p:cNvPr id="24" name="TextBox 23"/>
          <p:cNvSpPr txBox="1"/>
          <p:nvPr/>
        </p:nvSpPr>
        <p:spPr>
          <a:xfrm>
            <a:off x="6483096" y="2029968"/>
            <a:ext cx="4965192" cy="897105"/>
          </a:xfrm>
          <a:prstGeom prst="rect">
            <a:avLst/>
          </a:prstGeom>
          <a:noFill/>
        </p:spPr>
        <p:txBody>
          <a:bodyPr wrap="square" lIns="0" tIns="0" rIns="0" bIns="0" anchor="t">
            <a:spAutoFit/>
          </a:bodyPr>
          <a:lstStyle/>
          <a:p>
            <a:pPr marL="114300" indent="-114300" algn="l">
              <a:lnSpc>
                <a:spcPct val="106000"/>
              </a:lnSpc>
              <a:spcAft>
                <a:spcPts val="500"/>
              </a:spcAft>
              <a:buChar char="•"/>
            </a:pPr>
            <a:r>
              <a:rPr lang="en-IN" sz="1100" b="0" i="0">
                <a:solidFill>
                  <a:srgbClr val="1A1A1A"/>
                </a:solidFill>
                <a:latin typeface="Open Sans Medium"/>
              </a:rPr>
              <a:t>Promised </a:t>
            </a:r>
            <a:r>
              <a:rPr sz="1100" b="0" i="0">
                <a:solidFill>
                  <a:srgbClr val="1A1A1A"/>
                </a:solidFill>
                <a:latin typeface="Open Sans Medium"/>
              </a:rPr>
              <a:t>brochures, Zoom links and callbacks </a:t>
            </a:r>
            <a:r>
              <a:rPr lang="en-IN" sz="1100" b="0" i="0">
                <a:solidFill>
                  <a:srgbClr val="1A1A1A"/>
                </a:solidFill>
                <a:latin typeface="Open Sans Medium"/>
              </a:rPr>
              <a:t>do not </a:t>
            </a:r>
            <a:r>
              <a:rPr sz="1100" b="0" i="0">
                <a:solidFill>
                  <a:srgbClr val="1A1A1A"/>
                </a:solidFill>
                <a:latin typeface="Open Sans Medium"/>
              </a:rPr>
              <a:t>arrive</a:t>
            </a:r>
            <a:r>
              <a:rPr lang="en-IN" sz="1100" b="0" i="0">
                <a:solidFill>
                  <a:srgbClr val="1A1A1A"/>
                </a:solidFill>
                <a:latin typeface="Open Sans Medium"/>
              </a:rPr>
              <a:t>.</a:t>
            </a:r>
          </a:p>
          <a:p>
            <a:pPr marL="114300" indent="-114300" algn="l">
              <a:lnSpc>
                <a:spcPct val="106000"/>
              </a:lnSpc>
              <a:spcAft>
                <a:spcPts val="500"/>
              </a:spcAft>
              <a:buChar char="•"/>
            </a:pPr>
            <a:r>
              <a:rPr lang="en-IN" sz="1100" b="0" i="0">
                <a:solidFill>
                  <a:srgbClr val="1A1A1A"/>
                </a:solidFill>
                <a:latin typeface="Open Sans Medium"/>
              </a:rPr>
              <a:t>Some </a:t>
            </a:r>
            <a:r>
              <a:rPr sz="1100" b="0" i="0">
                <a:solidFill>
                  <a:srgbClr val="1A1A1A"/>
                </a:solidFill>
                <a:latin typeface="Open Sans Medium"/>
              </a:rPr>
              <a:t>offices are unattended or have moved</a:t>
            </a:r>
            <a:r>
              <a:rPr lang="en-IN" sz="1100" b="0" i="0">
                <a:solidFill>
                  <a:srgbClr val="1A1A1A"/>
                </a:solidFill>
                <a:latin typeface="Open Sans Medium"/>
              </a:rPr>
              <a:t>.</a:t>
            </a:r>
          </a:p>
          <a:p>
            <a:pPr marL="114300" indent="-114300" algn="l">
              <a:lnSpc>
                <a:spcPct val="106000"/>
              </a:lnSpc>
              <a:spcAft>
                <a:spcPts val="500"/>
              </a:spcAft>
              <a:buChar char="•"/>
            </a:pPr>
            <a:r>
              <a:rPr lang="en-IN" sz="1100" b="0" i="0">
                <a:solidFill>
                  <a:srgbClr val="1A1A1A"/>
                </a:solidFill>
                <a:latin typeface="Open Sans Medium"/>
              </a:rPr>
              <a:t>Buyers receive </a:t>
            </a:r>
            <a:r>
              <a:rPr sz="1100" b="0" i="0">
                <a:solidFill>
                  <a:srgbClr val="1A1A1A"/>
                </a:solidFill>
                <a:latin typeface="Open Sans Medium"/>
              </a:rPr>
              <a:t>calls from people </a:t>
            </a:r>
            <a:r>
              <a:rPr lang="en-IN" sz="1100" b="0" i="0">
                <a:solidFill>
                  <a:srgbClr val="1A1A1A"/>
                </a:solidFill>
                <a:latin typeface="Open Sans Medium"/>
              </a:rPr>
              <a:t>they </a:t>
            </a:r>
            <a:r>
              <a:rPr sz="1100" b="0" i="0">
                <a:solidFill>
                  <a:srgbClr val="1A1A1A"/>
                </a:solidFill>
                <a:latin typeface="Open Sans Medium"/>
              </a:rPr>
              <a:t>never gave their number to.</a:t>
            </a:r>
            <a:endParaRPr lang="en-IN" sz="1100" b="0" i="0">
              <a:solidFill>
                <a:srgbClr val="1A1A1A"/>
              </a:solidFill>
              <a:latin typeface="Open Sans Medium"/>
            </a:endParaRPr>
          </a:p>
          <a:p>
            <a:pPr marL="114300" indent="-114300" algn="l">
              <a:lnSpc>
                <a:spcPct val="106000"/>
              </a:lnSpc>
              <a:spcAft>
                <a:spcPts val="500"/>
              </a:spcAft>
              <a:buChar char="•"/>
            </a:pPr>
            <a:r>
              <a:rPr sz="1100" b="0" i="0">
                <a:solidFill>
                  <a:srgbClr val="1A1A1A"/>
                </a:solidFill>
                <a:latin typeface="Open Sans Medium"/>
              </a:rPr>
              <a:t>8% rated the service Fair (4 of 5</a:t>
            </a:r>
            <a:r>
              <a:rPr lang="en-IN" sz="1100" b="0" i="0">
                <a:solidFill>
                  <a:srgbClr val="1A1A1A"/>
                </a:solidFill>
                <a:latin typeface="Open Sans Medium"/>
              </a:rPr>
              <a:t>3</a:t>
            </a:r>
            <a:r>
              <a:rPr sz="1100" b="0" i="0">
                <a:solidFill>
                  <a:srgbClr val="1A1A1A"/>
                </a:solidFill>
                <a:latin typeface="Open Sans Medium"/>
              </a:rPr>
              <a:t>).</a:t>
            </a:r>
            <a:endParaRPr lang="en-IN" sz="1100" b="0" i="0">
              <a:solidFill>
                <a:srgbClr val="1A1A1A"/>
              </a:solidFill>
              <a:latin typeface="Open Sans Medium"/>
            </a:endParaRPr>
          </a:p>
        </p:txBody>
      </p:sp>
      <p:sp>
        <p:nvSpPr>
          <p:cNvPr id="25" name="TextBox 24"/>
          <p:cNvSpPr txBox="1"/>
          <p:nvPr/>
        </p:nvSpPr>
        <p:spPr>
          <a:xfrm>
            <a:off x="6391655" y="3035808"/>
            <a:ext cx="5120640" cy="169277"/>
          </a:xfrm>
          <a:prstGeom prst="rect">
            <a:avLst/>
          </a:prstGeom>
          <a:noFill/>
        </p:spPr>
        <p:txBody>
          <a:bodyPr wrap="square" lIns="0" tIns="0" rIns="0" bIns="0" anchor="t">
            <a:spAutoFit/>
          </a:bodyPr>
          <a:lstStyle>
            <a:defPPr>
              <a:defRPr lang="en-US"/>
            </a:defPPr>
            <a:lvl1pPr>
              <a:defRPr sz="1100" b="1">
                <a:solidFill>
                  <a:srgbClr val="1E4164"/>
                </a:solidFill>
                <a:latin typeface="Open Sans Medium"/>
              </a:defRPr>
            </a:lvl1pPr>
          </a:lstStyle>
          <a:p>
            <a:r>
              <a:rPr lang="en-IN">
                <a:solidFill>
                  <a:srgbClr val="0B0B0C"/>
                </a:solidFill>
              </a:rPr>
              <a:t>Business Interpretation</a:t>
            </a:r>
          </a:p>
        </p:txBody>
      </p:sp>
      <p:sp>
        <p:nvSpPr>
          <p:cNvPr id="26" name="TextBox 25"/>
          <p:cNvSpPr txBox="1"/>
          <p:nvPr/>
        </p:nvSpPr>
        <p:spPr>
          <a:xfrm>
            <a:off x="6483096" y="3264408"/>
            <a:ext cx="4965192" cy="589457"/>
          </a:xfrm>
          <a:prstGeom prst="rect">
            <a:avLst/>
          </a:prstGeom>
          <a:noFill/>
        </p:spPr>
        <p:txBody>
          <a:bodyPr wrap="square" lIns="0" tIns="0" rIns="0" bIns="0" anchor="t">
            <a:spAutoFit/>
          </a:bodyPr>
          <a:lstStyle/>
          <a:p>
            <a:pPr marL="114300" indent="-114300" algn="l">
              <a:lnSpc>
                <a:spcPct val="106000"/>
              </a:lnSpc>
              <a:spcAft>
                <a:spcPts val="500"/>
              </a:spcAft>
              <a:buChar char="•"/>
            </a:pPr>
            <a:r>
              <a:rPr lang="en-IN" sz="1100" b="0" i="0">
                <a:solidFill>
                  <a:srgbClr val="1A1A1A"/>
                </a:solidFill>
                <a:latin typeface="Open Sans Medium"/>
              </a:rPr>
              <a:t>Missed follow-through puts high-intent </a:t>
            </a:r>
            <a:r>
              <a:rPr sz="1100" b="0" i="0">
                <a:solidFill>
                  <a:srgbClr val="1A1A1A"/>
                </a:solidFill>
                <a:latin typeface="Open Sans Medium"/>
              </a:rPr>
              <a:t>leads and </a:t>
            </a:r>
            <a:r>
              <a:rPr lang="en-IN" sz="1100" b="0" i="0">
                <a:solidFill>
                  <a:srgbClr val="1A1A1A"/>
                </a:solidFill>
                <a:latin typeface="Open Sans Medium"/>
              </a:rPr>
              <a:t>revenue at risk.</a:t>
            </a:r>
          </a:p>
          <a:p>
            <a:pPr marL="114300" indent="-114300" algn="l">
              <a:lnSpc>
                <a:spcPct val="106000"/>
              </a:lnSpc>
              <a:spcAft>
                <a:spcPts val="500"/>
              </a:spcAft>
              <a:buChar char="•"/>
            </a:pPr>
            <a:r>
              <a:rPr lang="en-IN" sz="1100" b="0" i="0">
                <a:solidFill>
                  <a:srgbClr val="1A1A1A"/>
                </a:solidFill>
                <a:latin typeface="Open Sans Medium"/>
              </a:rPr>
              <a:t>Unexplained </a:t>
            </a:r>
            <a:r>
              <a:rPr sz="1100" b="0" i="0">
                <a:solidFill>
                  <a:srgbClr val="1A1A1A"/>
                </a:solidFill>
                <a:latin typeface="Open Sans Medium"/>
              </a:rPr>
              <a:t>third-party calls </a:t>
            </a:r>
            <a:r>
              <a:rPr lang="en-IN" sz="1100" b="0" i="0">
                <a:solidFill>
                  <a:srgbClr val="1A1A1A"/>
                </a:solidFill>
                <a:latin typeface="Open Sans Medium"/>
              </a:rPr>
              <a:t>undermine </a:t>
            </a:r>
            <a:r>
              <a:rPr sz="1100" b="0" i="0">
                <a:solidFill>
                  <a:srgbClr val="1A1A1A"/>
                </a:solidFill>
                <a:latin typeface="Open Sans Medium"/>
              </a:rPr>
              <a:t>trust </a:t>
            </a:r>
            <a:r>
              <a:rPr lang="en-IN" sz="1100" b="0" i="0">
                <a:solidFill>
                  <a:srgbClr val="1A1A1A"/>
                </a:solidFill>
                <a:latin typeface="Open Sans Medium"/>
              </a:rPr>
              <a:t>and create </a:t>
            </a:r>
            <a:r>
              <a:rPr sz="1100" b="0" i="0">
                <a:solidFill>
                  <a:srgbClr val="1A1A1A"/>
                </a:solidFill>
                <a:latin typeface="Open Sans Medium"/>
              </a:rPr>
              <a:t>compliance and reputation </a:t>
            </a:r>
            <a:r>
              <a:rPr lang="en-IN" sz="1100" b="0" i="0">
                <a:solidFill>
                  <a:srgbClr val="1A1A1A"/>
                </a:solidFill>
                <a:latin typeface="Open Sans Medium"/>
              </a:rPr>
              <a:t>risks</a:t>
            </a:r>
            <a:r>
              <a:rPr sz="1100" b="0" i="0">
                <a:solidFill>
                  <a:srgbClr val="1A1A1A"/>
                </a:solidFill>
                <a:latin typeface="Open Sans Medium"/>
              </a:rPr>
              <a:t>.</a:t>
            </a:r>
            <a:endParaRPr lang="en-IN" sz="1100" b="0" i="0">
              <a:solidFill>
                <a:srgbClr val="1A1A1A"/>
              </a:solidFill>
              <a:latin typeface="Open Sans Medium"/>
            </a:endParaRPr>
          </a:p>
        </p:txBody>
      </p:sp>
      <p:sp>
        <p:nvSpPr>
          <p:cNvPr id="27" name="TextBox 26"/>
          <p:cNvSpPr txBox="1"/>
          <p:nvPr/>
        </p:nvSpPr>
        <p:spPr>
          <a:xfrm>
            <a:off x="6391655" y="3968496"/>
            <a:ext cx="5120640" cy="169277"/>
          </a:xfrm>
          <a:prstGeom prst="rect">
            <a:avLst/>
          </a:prstGeom>
          <a:noFill/>
        </p:spPr>
        <p:txBody>
          <a:bodyPr wrap="square" lIns="0" tIns="0" rIns="0" bIns="0" anchor="t">
            <a:spAutoFit/>
          </a:bodyPr>
          <a:lstStyle/>
          <a:p>
            <a:r>
              <a:rPr lang="en-IN" sz="1100" b="1">
                <a:solidFill>
                  <a:srgbClr val="0B0B0C"/>
                </a:solidFill>
                <a:latin typeface="Open Sans Medium"/>
              </a:rPr>
              <a:t>Customer Verbatims</a:t>
            </a:r>
          </a:p>
        </p:txBody>
      </p:sp>
      <p:sp>
        <p:nvSpPr>
          <p:cNvPr id="28" name="Rounded Rectangle 27"/>
          <p:cNvSpPr/>
          <p:nvPr/>
        </p:nvSpPr>
        <p:spPr>
          <a:xfrm>
            <a:off x="6391655" y="4206240"/>
            <a:ext cx="5148072" cy="85953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83095" y="4219390"/>
            <a:ext cx="4837175" cy="846386"/>
          </a:xfrm>
          <a:prstGeom prst="rect">
            <a:avLst/>
          </a:prstGeom>
          <a:noFill/>
        </p:spPr>
        <p:txBody>
          <a:bodyPr wrap="square" lIns="0" tIns="0" rIns="0" bIns="0" anchor="ctr">
            <a:spAutoFit/>
          </a:bodyPr>
          <a:lstStyle/>
          <a:p>
            <a:pPr algn="l"/>
            <a:r>
              <a:rPr sz="1100" b="0">
                <a:solidFill>
                  <a:srgbClr val="0A0A0A"/>
                </a:solidFill>
                <a:latin typeface="Open Sans Medium"/>
              </a:rPr>
              <a:t>“</a:t>
            </a:r>
            <a:r>
              <a:rPr sz="1100" b="1">
                <a:solidFill>
                  <a:srgbClr val="D7262B"/>
                </a:solidFill>
                <a:latin typeface="Open Sans Medium"/>
              </a:rPr>
              <a:t>No Zoom link or meeting confirmation was sent</a:t>
            </a:r>
            <a:r>
              <a:rPr sz="1100" b="0">
                <a:solidFill>
                  <a:srgbClr val="0A0A0A"/>
                </a:solidFill>
                <a:latin typeface="Open Sans Medium"/>
              </a:rPr>
              <a:t>, and I also </a:t>
            </a:r>
            <a:r>
              <a:rPr sz="1100" b="1">
                <a:solidFill>
                  <a:srgbClr val="D7262B"/>
                </a:solidFill>
                <a:latin typeface="Open Sans Medium"/>
              </a:rPr>
              <a:t>did not receive the requested brochure</a:t>
            </a:r>
            <a:r>
              <a:rPr sz="1100" b="0">
                <a:solidFill>
                  <a:srgbClr val="0A0A0A"/>
                </a:solidFill>
                <a:latin typeface="Open Sans Medium"/>
              </a:rPr>
              <a:t>, exact unit details, final pricing, or payment and financing options.”</a:t>
            </a:r>
            <a:endParaRPr lang="en-US" sz="1100" b="0">
              <a:solidFill>
                <a:srgbClr val="0A0A0A"/>
              </a:solidFill>
              <a:latin typeface="Open Sans Medium"/>
            </a:endParaRPr>
          </a:p>
          <a:p>
            <a:pPr algn="l"/>
            <a:endParaRPr lang="en-US" sz="1100" b="0" i="1">
              <a:solidFill>
                <a:srgbClr val="0A0A0A"/>
              </a:solidFill>
              <a:latin typeface="Open Sans Medium"/>
            </a:endParaRPr>
          </a:p>
          <a:p>
            <a:pPr algn="l"/>
            <a:r>
              <a:rPr sz="1100" b="0" i="1">
                <a:solidFill>
                  <a:srgbClr val="0A0A0A"/>
                </a:solidFill>
                <a:latin typeface="Open Sans Medium"/>
              </a:rPr>
              <a:t> </a:t>
            </a:r>
            <a:r>
              <a:rPr sz="1100" b="1" i="0">
                <a:solidFill>
                  <a:srgbClr val="0B0B0C"/>
                </a:solidFill>
                <a:latin typeface="Open Sans Medium"/>
              </a:rPr>
              <a:t>Digital, V.23788</a:t>
            </a:r>
          </a:p>
        </p:txBody>
      </p:sp>
      <p:sp>
        <p:nvSpPr>
          <p:cNvPr id="30" name="Rounded Rectangle 29"/>
          <p:cNvSpPr/>
          <p:nvPr/>
        </p:nvSpPr>
        <p:spPr>
          <a:xfrm>
            <a:off x="6391655" y="5166360"/>
            <a:ext cx="5148072" cy="70408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83096" y="5197588"/>
            <a:ext cx="4965192" cy="677108"/>
          </a:xfrm>
          <a:prstGeom prst="rect">
            <a:avLst/>
          </a:prstGeom>
          <a:noFill/>
        </p:spPr>
        <p:txBody>
          <a:bodyPr wrap="square" lIns="0" tIns="0" rIns="0" bIns="0" anchor="ctr">
            <a:spAutoFit/>
          </a:bodyPr>
          <a:lstStyle/>
          <a:p>
            <a:pPr algn="l"/>
            <a:r>
              <a:rPr sz="1100" b="0">
                <a:solidFill>
                  <a:srgbClr val="0A0A0A"/>
                </a:solidFill>
                <a:latin typeface="Open Sans Medium"/>
              </a:rPr>
              <a:t>“At the </a:t>
            </a:r>
            <a:r>
              <a:rPr lang="en-US" sz="1100" b="1">
                <a:solidFill>
                  <a:srgbClr val="D7262B"/>
                </a:solidFill>
                <a:latin typeface="Open Sans Medium"/>
              </a:rPr>
              <a:t>beginning of the call, he already appeared to know </a:t>
            </a:r>
            <a:r>
              <a:rPr sz="1100" b="0">
                <a:solidFill>
                  <a:srgbClr val="0A0A0A"/>
                </a:solidFill>
                <a:latin typeface="Open Sans Medium"/>
              </a:rPr>
              <a:t>that I was interested in purchasing a studio apartment.” </a:t>
            </a:r>
            <a:endParaRPr lang="en-US" sz="1100" b="0">
              <a:solidFill>
                <a:srgbClr val="0A0A0A"/>
              </a:solidFill>
              <a:latin typeface="Open Sans Medium"/>
            </a:endParaRPr>
          </a:p>
          <a:p>
            <a:pPr algn="l"/>
            <a:endParaRPr lang="en-US" sz="1100" i="1">
              <a:solidFill>
                <a:srgbClr val="0A0A0A"/>
              </a:solidFill>
              <a:latin typeface="Open Sans Medium"/>
            </a:endParaRPr>
          </a:p>
          <a:p>
            <a:pPr algn="l"/>
            <a:r>
              <a:rPr sz="1100" b="1" i="1">
                <a:solidFill>
                  <a:srgbClr val="0B0B0C"/>
                </a:solidFill>
                <a:latin typeface="Open Sans Medium"/>
              </a:rPr>
              <a:t> </a:t>
            </a:r>
            <a:r>
              <a:rPr sz="1100" b="1" i="0">
                <a:solidFill>
                  <a:srgbClr val="0B0B0C"/>
                </a:solidFill>
                <a:latin typeface="Open Sans Medium"/>
              </a:rPr>
              <a:t>Kiosk, JBR The Walk, V.23203</a:t>
            </a:r>
          </a:p>
        </p:txBody>
      </p:sp>
      <p:sp>
        <p:nvSpPr>
          <p:cNvPr id="5" name="TextBox 4">
            <a:extLst>
              <a:ext uri="{FF2B5EF4-FFF2-40B4-BE49-F238E27FC236}">
                <a16:creationId xmlns:a16="http://schemas.microsoft.com/office/drawing/2014/main" id="{30F19589-6369-D46C-B37D-A9297102F891}"/>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a:lstStyle/>
          <a:p>
            <a:r>
              <a:rPr sz="3000" b="0">
                <a:solidFill>
                  <a:srgbClr val="000000"/>
                </a:solidFill>
                <a:latin typeface="Oswald Regular"/>
              </a:rPr>
              <a:t>RECOMMENDATIONS</a:t>
            </a:r>
          </a:p>
        </p:txBody>
      </p:sp>
      <p:sp>
        <p:nvSpPr>
          <p:cNvPr id="6" name="Slide Number Placeholder 5">
            <a:extLst>
              <a:ext uri="{FF2B5EF4-FFF2-40B4-BE49-F238E27FC236}">
                <a16:creationId xmlns:a16="http://schemas.microsoft.com/office/drawing/2014/main" id="{486B5ECC-611E-E31A-29EE-2BDED404DC2B}"/>
              </a:ext>
            </a:extLst>
          </p:cNvPr>
          <p:cNvSpPr>
            <a:spLocks noGrp="1"/>
          </p:cNvSpPr>
          <p:nvPr>
            <p:ph type="sldNum" sz="quarter" idx="15"/>
          </p:nvPr>
        </p:nvSpPr>
        <p:spPr/>
        <p:txBody>
          <a:bodyPr/>
          <a:lstStyle/>
          <a:p>
            <a:fld id="{F8BB656D-3341-4A93-B3BC-EAE08B587C2F}" type="slidenum">
              <a:rPr lang="en-IN" sz="1000" b="0" spc="0">
                <a:solidFill>
                  <a:srgbClr val="AAB7C4"/>
                </a:solidFill>
                <a:latin typeface="Open Sans Medium"/>
              </a:rPr>
              <a:t>28</a:t>
            </a:fld>
            <a:endParaRPr lang="en-IN" sz="1000" b="0" spc="0">
              <a:solidFill>
                <a:srgbClr val="AAB7C4"/>
              </a:solidFill>
              <a:latin typeface="Open Sans Medium"/>
            </a:endParaRPr>
          </a:p>
        </p:txBody>
      </p:sp>
      <p:sp>
        <p:nvSpPr>
          <p:cNvPr id="7" name="TextBox 6"/>
          <p:cNvSpPr txBox="1"/>
          <p:nvPr/>
        </p:nvSpPr>
        <p:spPr>
          <a:xfrm>
            <a:off x="457200" y="818275"/>
            <a:ext cx="11274550"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Channel-wise to-do list, prioritized by data and verbatim severity</a:t>
            </a:r>
          </a:p>
        </p:txBody>
      </p:sp>
      <p:graphicFrame>
        <p:nvGraphicFramePr>
          <p:cNvPr id="8" name="Table 7"/>
          <p:cNvGraphicFramePr>
            <a:graphicFrameLocks noGrp="1"/>
          </p:cNvGraphicFramePr>
          <p:nvPr>
            <p:extLst>
              <p:ext uri="{D42A27DB-BD31-4B8C-83A1-F6EECF244321}">
                <p14:modId xmlns:p14="http://schemas.microsoft.com/office/powerpoint/2010/main" val="2048155823"/>
              </p:ext>
            </p:extLst>
          </p:nvPr>
        </p:nvGraphicFramePr>
        <p:xfrm>
          <a:off x="457200" y="1371600"/>
          <a:ext cx="11274550" cy="4041648"/>
        </p:xfrm>
        <a:graphic>
          <a:graphicData uri="http://schemas.openxmlformats.org/drawingml/2006/table">
            <a:tbl>
              <a:tblPr>
                <a:tableStyleId>{5940675A-B579-460E-94D1-54222C63F5DA}</a:tableStyleId>
              </a:tblPr>
              <a:tblGrid>
                <a:gridCol w="1629494">
                  <a:extLst>
                    <a:ext uri="{9D8B030D-6E8A-4147-A177-3AD203B41FA5}">
                      <a16:colId xmlns:a16="http://schemas.microsoft.com/office/drawing/2014/main" val="20000"/>
                    </a:ext>
                  </a:extLst>
                </a:gridCol>
                <a:gridCol w="3414180">
                  <a:extLst>
                    <a:ext uri="{9D8B030D-6E8A-4147-A177-3AD203B41FA5}">
                      <a16:colId xmlns:a16="http://schemas.microsoft.com/office/drawing/2014/main" val="20001"/>
                    </a:ext>
                  </a:extLst>
                </a:gridCol>
                <a:gridCol w="3670244">
                  <a:extLst>
                    <a:ext uri="{9D8B030D-6E8A-4147-A177-3AD203B41FA5}">
                      <a16:colId xmlns:a16="http://schemas.microsoft.com/office/drawing/2014/main" val="20002"/>
                    </a:ext>
                  </a:extLst>
                </a:gridCol>
                <a:gridCol w="952596">
                  <a:extLst>
                    <a:ext uri="{9D8B030D-6E8A-4147-A177-3AD203B41FA5}">
                      <a16:colId xmlns:a16="http://schemas.microsoft.com/office/drawing/2014/main" val="3098867577"/>
                    </a:ext>
                  </a:extLst>
                </a:gridCol>
                <a:gridCol w="751115">
                  <a:extLst>
                    <a:ext uri="{9D8B030D-6E8A-4147-A177-3AD203B41FA5}">
                      <a16:colId xmlns:a16="http://schemas.microsoft.com/office/drawing/2014/main" val="3144981605"/>
                    </a:ext>
                  </a:extLst>
                </a:gridCol>
                <a:gridCol w="856921">
                  <a:extLst>
                    <a:ext uri="{9D8B030D-6E8A-4147-A177-3AD203B41FA5}">
                      <a16:colId xmlns:a16="http://schemas.microsoft.com/office/drawing/2014/main" val="20003"/>
                    </a:ext>
                  </a:extLst>
                </a:gridCol>
              </a:tblGrid>
              <a:tr h="310896">
                <a:tc>
                  <a:txBody>
                    <a:bodyPr/>
                    <a:lstStyle/>
                    <a:p>
                      <a:pPr algn="ctr"/>
                      <a:r>
                        <a:rPr sz="1050" b="1" i="0">
                          <a:solidFill>
                            <a:srgbClr val="0B0B0C"/>
                          </a:solidFill>
                          <a:latin typeface="Open Sans Medium"/>
                        </a:rPr>
                        <a:t>Channel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sz="1050" b="1" i="0">
                          <a:solidFill>
                            <a:srgbClr val="0B0B0C"/>
                          </a:solidFill>
                          <a:latin typeface="Open Sans Medium"/>
                        </a:rPr>
                        <a:t>Key gap (from data and verbatim)</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sz="1050" b="1" i="0">
                          <a:solidFill>
                            <a:srgbClr val="0B0B0C"/>
                          </a:solidFill>
                          <a:latin typeface="Open Sans Medium"/>
                        </a:rPr>
                        <a:t>Recommendation</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1050" b="1" i="0">
                          <a:solidFill>
                            <a:srgbClr val="0B0B0C"/>
                          </a:solidFill>
                          <a:latin typeface="Open Sans Medium"/>
                        </a:rPr>
                        <a:t>Owner</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a:solidFill>
                        <a:srgbClr val="D5DCE5"/>
                      </a:solidFill>
                    </a:lnT>
                    <a:lnB w="6350" cap="flat" cmpd="sng" algn="ctr">
                      <a:solidFill>
                        <a:srgbClr val="D5DCE5"/>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lang="en-IN" sz="1050" b="1" i="0">
                          <a:solidFill>
                            <a:srgbClr val="0B0B0C"/>
                          </a:solidFill>
                          <a:latin typeface="Open Sans Medium"/>
                        </a:rPr>
                        <a:t>TimeLine</a:t>
                      </a:r>
                      <a:endParaRPr sz="1050" b="1" i="0">
                        <a:solidFill>
                          <a:srgbClr val="0B0B0C"/>
                        </a:solidFill>
                        <a:latin typeface="Open Sans Medium"/>
                      </a:endParaRP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a:solidFill>
                        <a:srgbClr val="D5DCE5"/>
                      </a:solidFill>
                    </a:lnT>
                    <a:lnB w="6350" cap="flat" cmpd="sng" algn="ctr">
                      <a:solidFill>
                        <a:srgbClr val="D5DCE5"/>
                      </a:solidFill>
                      <a:prstDash val="solid"/>
                      <a:round/>
                      <a:headEnd type="none" w="med" len="med"/>
                      <a:tailEnd type="none" w="med" len="med"/>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sz="1050" b="1" i="0">
                          <a:solidFill>
                            <a:srgbClr val="0B0B0C"/>
                          </a:solidFill>
                          <a:latin typeface="Open Sans Medium"/>
                        </a:rPr>
                        <a:t>Priority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extLst>
                  <a:ext uri="{0D108BD9-81ED-4DB2-BD59-A6C34878D82A}">
                    <a16:rowId xmlns:a16="http://schemas.microsoft.com/office/drawing/2014/main" val="10000"/>
                  </a:ext>
                </a:extLst>
              </a:tr>
              <a:tr h="621792">
                <a:tc>
                  <a:txBody>
                    <a:bodyPr/>
                    <a:lstStyle/>
                    <a:p>
                      <a:r>
                        <a:rPr lang="en-IN" sz="1100" b="1" i="0">
                          <a:solidFill>
                            <a:srgbClr val="1A1A1A"/>
                          </a:solidFill>
                          <a:latin typeface="Open Sans Medium"/>
                        </a:rPr>
                        <a:t>Data leakage and integrity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7 leakage cases (13%); Profound Realtors in 3 of them; </a:t>
                      </a:r>
                      <a:r>
                        <a:rPr lang="en-US" sz="1100" b="0" i="0" err="1">
                          <a:solidFill>
                            <a:srgbClr val="1A1A1A"/>
                          </a:solidFill>
                          <a:latin typeface="Open Sans Medium"/>
                        </a:rPr>
                        <a:t>passback</a:t>
                      </a:r>
                      <a:r>
                        <a:rPr lang="en-US" sz="1100" b="0" i="0">
                          <a:solidFill>
                            <a:srgbClr val="1A1A1A"/>
                          </a:solidFill>
                          <a:latin typeface="Open Sans Medium"/>
                        </a:rPr>
                        <a:t> affirmed in 17% of visits; one passport-concealment request; two</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Lead-source audit of CRM, tablet, web-form and call logs within 2 weeks; review campaign vendors; brief legal on V.22908</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100" b="1" i="0">
                          <a:solidFill>
                            <a:schemeClr val="bg1"/>
                          </a:solidFill>
                          <a:latin typeface="Open Sans Medium"/>
                        </a:rPr>
                        <a:t>Governance &amp; Risk</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D7262B"/>
                    </a:solidFill>
                  </a:tcPr>
                </a:tc>
                <a:tc>
                  <a:txBody>
                    <a:bodyPr/>
                    <a:lstStyle/>
                    <a:p>
                      <a:pPr algn="ctr"/>
                      <a:r>
                        <a:rPr lang="en-IN" sz="1100" b="1" i="0">
                          <a:solidFill>
                            <a:schemeClr val="bg1"/>
                          </a:solidFill>
                          <a:latin typeface="Open Sans Medium"/>
                        </a:rPr>
                        <a:t>15 Days </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D7262B"/>
                    </a:solidFill>
                  </a:tcPr>
                </a:tc>
                <a:tc>
                  <a:txBody>
                    <a:bodyPr/>
                    <a:lstStyle/>
                    <a:p>
                      <a:pPr algn="ctr"/>
                      <a:r>
                        <a:rPr lang="en-IN" sz="1100" b="1" i="0">
                          <a:solidFill>
                            <a:schemeClr val="bg1"/>
                          </a:solidFill>
                          <a:latin typeface="Open Sans Medium"/>
                        </a:rPr>
                        <a:t>Critical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D7262B"/>
                    </a:solidFill>
                  </a:tcPr>
                </a:tc>
                <a:extLst>
                  <a:ext uri="{0D108BD9-81ED-4DB2-BD59-A6C34878D82A}">
                    <a16:rowId xmlns:a16="http://schemas.microsoft.com/office/drawing/2014/main" val="10001"/>
                  </a:ext>
                </a:extLst>
              </a:tr>
              <a:tr h="621792">
                <a:tc>
                  <a:txBody>
                    <a:bodyPr/>
                    <a:lstStyle/>
                    <a:p>
                      <a:r>
                        <a:rPr lang="en-IN" sz="1100" b="1" i="0">
                          <a:solidFill>
                            <a:srgbClr val="1A1A1A"/>
                          </a:solidFill>
                          <a:latin typeface="Open Sans Medium"/>
                        </a:rPr>
                        <a:t>Digital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Digital Enquiry 63%; callback timeline in 43%; details received in 71%; two enquirers later called by a broker</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First-response standard for social and web-form leads with a named owner and time; brochure on WhatsApp within the hour</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algn="ctr"/>
                      <a:r>
                        <a:rPr lang="en-IN" sz="1100" b="1" i="0" kern="1200">
                          <a:solidFill>
                            <a:srgbClr val="0B0B0C"/>
                          </a:solidFill>
                          <a:latin typeface="Open Sans Medium"/>
                          <a:ea typeface="+mn-ea"/>
                          <a:cs typeface="+mn-cs"/>
                        </a:rPr>
                        <a:t>IT</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9900"/>
                    </a:solidFill>
                  </a:tcPr>
                </a:tc>
                <a:tc>
                  <a:txBody>
                    <a:bodyPr/>
                    <a:lstStyle/>
                    <a:p>
                      <a:pPr algn="ctr"/>
                      <a:r>
                        <a:rPr lang="en-IN" sz="1100" b="1" i="0" kern="1200">
                          <a:solidFill>
                            <a:srgbClr val="0B0B0C"/>
                          </a:solidFill>
                          <a:latin typeface="Open Sans Medium"/>
                          <a:ea typeface="+mn-ea"/>
                          <a:cs typeface="+mn-cs"/>
                        </a:rPr>
                        <a:t> 1 Day</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9900"/>
                    </a:solidFill>
                  </a:tcPr>
                </a:tc>
                <a:tc>
                  <a:txBody>
                    <a:bodyPr/>
                    <a:lstStyle/>
                    <a:p>
                      <a:pPr marL="0" algn="ctr" defTabSz="914400" rtl="0" eaLnBrk="1" latinLnBrk="0" hangingPunct="1"/>
                      <a:r>
                        <a:rPr lang="en-IN" sz="1100" b="1" i="0" kern="1200">
                          <a:solidFill>
                            <a:srgbClr val="0B0B0C"/>
                          </a:solidFill>
                          <a:latin typeface="Open Sans Medium"/>
                          <a:ea typeface="+mn-ea"/>
                          <a:cs typeface="+mn-cs"/>
                        </a:rPr>
                        <a:t>High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9900"/>
                    </a:solidFill>
                  </a:tcPr>
                </a:tc>
                <a:extLst>
                  <a:ext uri="{0D108BD9-81ED-4DB2-BD59-A6C34878D82A}">
                    <a16:rowId xmlns:a16="http://schemas.microsoft.com/office/drawing/2014/main" val="10002"/>
                  </a:ext>
                </a:extLst>
              </a:tr>
              <a:tr h="621792">
                <a:tc>
                  <a:txBody>
                    <a:bodyPr/>
                    <a:lstStyle/>
                    <a:p>
                      <a:r>
                        <a:rPr lang="en-IN" sz="1100" b="1" i="0">
                          <a:solidFill>
                            <a:srgbClr val="1A1A1A"/>
                          </a:solidFill>
                          <a:latin typeface="Open Sans Medium"/>
                        </a:rPr>
                        <a:t>Office visit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Total 79%; enquiry form in 30%; mock-up shown in 30%; no follow-up after 40%; </a:t>
                      </a:r>
                      <a:r>
                        <a:rPr lang="en-US" sz="1100" b="0" i="0" err="1">
                          <a:solidFill>
                            <a:srgbClr val="1A1A1A"/>
                          </a:solidFill>
                          <a:latin typeface="Open Sans Medium"/>
                        </a:rPr>
                        <a:t>passback</a:t>
                      </a:r>
                      <a:r>
                        <a:rPr lang="en-US" sz="1100" b="0" i="0">
                          <a:solidFill>
                            <a:srgbClr val="1A1A1A"/>
                          </a:solidFill>
                          <a:latin typeface="Open Sans Medium"/>
                        </a:rPr>
                        <a:t> in 33%</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Mandatory enquiry capture and mock-up tour; 48-hour CRM follow-up task; retrain flagged offices; close or staff H Hotel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a:solidFill>
                            <a:srgbClr val="0B0B0C"/>
                          </a:solidFill>
                          <a:latin typeface="+mn-lt"/>
                        </a:rPr>
                        <a:t>CRM</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L&amp;D</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9900"/>
                    </a:solidFill>
                  </a:tcPr>
                </a:tc>
                <a:tc>
                  <a:txBody>
                    <a:bodyPr/>
                    <a:lstStyle/>
                    <a:p>
                      <a:pPr algn="ctr"/>
                      <a:r>
                        <a:rPr lang="en-IN" sz="1100" b="1" i="0" kern="1200">
                          <a:solidFill>
                            <a:srgbClr val="0B0B0C"/>
                          </a:solidFill>
                          <a:latin typeface="Open Sans Medium"/>
                          <a:ea typeface="+mn-ea"/>
                          <a:cs typeface="+mn-cs"/>
                        </a:rPr>
                        <a:t>45</a:t>
                      </a:r>
                      <a:r>
                        <a:rPr lang="en-IN" sz="1100" b="1" i="0">
                          <a:solidFill>
                            <a:srgbClr val="0B0B0C"/>
                          </a:solidFill>
                          <a:latin typeface="Open Sans Medium"/>
                        </a:rPr>
                        <a:t> </a:t>
                      </a:r>
                      <a:r>
                        <a:rPr lang="en-IN" sz="1100" b="1" i="0" kern="1200">
                          <a:solidFill>
                            <a:srgbClr val="0B0B0C"/>
                          </a:solidFill>
                          <a:latin typeface="Open Sans Medium"/>
                          <a:ea typeface="+mn-ea"/>
                          <a:cs typeface="+mn-cs"/>
                        </a:rPr>
                        <a:t>Days</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9900"/>
                    </a:solidFill>
                  </a:tcPr>
                </a:tc>
                <a:tc>
                  <a:txBody>
                    <a:bodyPr/>
                    <a:lstStyle/>
                    <a:p>
                      <a:pPr marL="0" algn="ctr" defTabSz="914400" rtl="0" eaLnBrk="1" latinLnBrk="0" hangingPunct="1"/>
                      <a:r>
                        <a:rPr lang="en-IN" sz="1100" b="1" i="0" kern="1200">
                          <a:solidFill>
                            <a:srgbClr val="0B0B0C"/>
                          </a:solidFill>
                          <a:latin typeface="Open Sans Medium"/>
                          <a:ea typeface="+mn-ea"/>
                          <a:cs typeface="+mn-cs"/>
                        </a:rPr>
                        <a:t>High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9900"/>
                    </a:solidFill>
                  </a:tcPr>
                </a:tc>
                <a:extLst>
                  <a:ext uri="{0D108BD9-81ED-4DB2-BD59-A6C34878D82A}">
                    <a16:rowId xmlns:a16="http://schemas.microsoft.com/office/drawing/2014/main" val="10003"/>
                  </a:ext>
                </a:extLst>
              </a:tr>
              <a:tr h="621792">
                <a:tc>
                  <a:txBody>
                    <a:bodyPr/>
                    <a:lstStyle/>
                    <a:p>
                      <a:r>
                        <a:rPr lang="en-IN" sz="1100" b="1" i="0">
                          <a:solidFill>
                            <a:srgbClr val="1A1A1A"/>
                          </a:solidFill>
                          <a:latin typeface="Open Sans Medium"/>
                        </a:rPr>
                        <a:t>Kiosk</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Amenities raised in 56%; follow-up number matched the card in 50%; one outside-broker call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Product walkthrough in the kiosk script; business numbers only; tablet leads logged to CRM with an access trail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a:solidFill>
                            <a:srgbClr val="0B0B0C"/>
                          </a:solidFill>
                          <a:latin typeface="+mn-lt"/>
                        </a:rPr>
                        <a:t>Sales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L&amp;D</a:t>
                      </a:r>
                    </a:p>
                    <a:p>
                      <a:pPr algn="ctr"/>
                      <a:endParaRPr lang="en-IN" sz="1100" b="1" i="0">
                        <a:solidFill>
                          <a:srgbClr val="0B0B0C"/>
                        </a:solidFill>
                        <a:latin typeface="Open Sans Medium"/>
                      </a:endParaRP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99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15</a:t>
                      </a:r>
                      <a:r>
                        <a:rPr lang="en-IN" sz="1100" b="1" i="0">
                          <a:solidFill>
                            <a:srgbClr val="0B0B0C"/>
                          </a:solidFill>
                          <a:latin typeface="+mn-lt"/>
                        </a:rPr>
                        <a:t> </a:t>
                      </a:r>
                      <a:r>
                        <a:rPr lang="en-IN" sz="1100" b="1" i="0" kern="1200">
                          <a:solidFill>
                            <a:srgbClr val="0B0B0C"/>
                          </a:solidFill>
                          <a:latin typeface="+mn-lt"/>
                          <a:ea typeface="+mn-ea"/>
                          <a:cs typeface="+mn-cs"/>
                        </a:rPr>
                        <a:t>Days</a:t>
                      </a:r>
                    </a:p>
                    <a:p>
                      <a:pPr algn="ctr"/>
                      <a:endParaRPr lang="en-IN" sz="1100" b="1" i="0">
                        <a:solidFill>
                          <a:srgbClr val="0B0B0C"/>
                        </a:solidFill>
                        <a:latin typeface="Open Sans Medium"/>
                      </a:endParaRP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9900"/>
                    </a:solidFill>
                  </a:tcPr>
                </a:tc>
                <a:tc>
                  <a:txBody>
                    <a:bodyPr/>
                    <a:lstStyle/>
                    <a:p>
                      <a:pPr marL="0" algn="ctr" defTabSz="914400" rtl="0" eaLnBrk="1" latinLnBrk="0" hangingPunct="1"/>
                      <a:r>
                        <a:rPr lang="en-IN" sz="1100" b="1" i="0" kern="1200">
                          <a:solidFill>
                            <a:srgbClr val="0B0B0C"/>
                          </a:solidFill>
                          <a:latin typeface="Open Sans Medium"/>
                          <a:ea typeface="+mn-ea"/>
                          <a:cs typeface="+mn-cs"/>
                        </a:rPr>
                        <a:t>High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9900"/>
                    </a:solidFill>
                  </a:tcPr>
                </a:tc>
                <a:extLst>
                  <a:ext uri="{0D108BD9-81ED-4DB2-BD59-A6C34878D82A}">
                    <a16:rowId xmlns:a16="http://schemas.microsoft.com/office/drawing/2014/main" val="10004"/>
                  </a:ext>
                </a:extLst>
              </a:tr>
              <a:tr h="621792">
                <a:tc>
                  <a:txBody>
                    <a:bodyPr/>
                    <a:lstStyle/>
                    <a:p>
                      <a:r>
                        <a:rPr lang="en-IN" sz="1100" b="1" i="0">
                          <a:solidFill>
                            <a:srgbClr val="1A1A1A"/>
                          </a:solidFill>
                          <a:latin typeface="Open Sans Medium"/>
                        </a:rPr>
                        <a:t>Call </a:t>
                      </a:r>
                      <a:r>
                        <a:rPr lang="en-IN" sz="1100" b="1" i="0" err="1">
                          <a:solidFill>
                            <a:srgbClr val="1A1A1A"/>
                          </a:solidFill>
                          <a:latin typeface="Open Sans Medium"/>
                        </a:rPr>
                        <a:t>Center</a:t>
                      </a:r>
                      <a:endParaRPr lang="en-IN" sz="1100" b="1" i="0">
                        <a:solidFill>
                          <a:srgbClr val="1A1A1A"/>
                        </a:solidFill>
                        <a:latin typeface="Open Sans Medium"/>
                      </a:endParaRP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82%; brochure, details and callback each at 67%; enquiry-specific information in 33% of callbacks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CRM commitment tracker flagging any promise left open after 24 hours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CRM</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Sales</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1 Day</a:t>
                      </a:r>
                    </a:p>
                    <a:p>
                      <a:pPr algn="ctr"/>
                      <a:endParaRPr lang="en-IN" sz="1100" b="1" i="0">
                        <a:solidFill>
                          <a:srgbClr val="0B0B0C"/>
                        </a:solidFill>
                        <a:latin typeface="Open Sans Medium"/>
                      </a:endParaRP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rgbClr val="FFC000"/>
                    </a:solidFill>
                  </a:tcPr>
                </a:tc>
                <a:tc>
                  <a:txBody>
                    <a:bodyPr/>
                    <a:lstStyle/>
                    <a:p>
                      <a:pPr marL="0" algn="ctr" defTabSz="914400" rtl="0" eaLnBrk="1" latinLnBrk="0" hangingPunct="1"/>
                      <a:r>
                        <a:rPr lang="en-IN" sz="1100" b="1" i="0" kern="1200">
                          <a:solidFill>
                            <a:srgbClr val="0B0B0C"/>
                          </a:solidFill>
                          <a:latin typeface="Open Sans Medium"/>
                          <a:ea typeface="+mn-ea"/>
                          <a:cs typeface="+mn-cs"/>
                        </a:rPr>
                        <a:t>Medium</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C000"/>
                    </a:solidFill>
                  </a:tcPr>
                </a:tc>
                <a:extLst>
                  <a:ext uri="{0D108BD9-81ED-4DB2-BD59-A6C34878D82A}">
                    <a16:rowId xmlns:a16="http://schemas.microsoft.com/office/drawing/2014/main" val="10005"/>
                  </a:ext>
                </a:extLst>
              </a:tr>
              <a:tr h="621792">
                <a:tc>
                  <a:txBody>
                    <a:bodyPr/>
                    <a:lstStyle/>
                    <a:p>
                      <a:r>
                        <a:rPr lang="en-IN" sz="1100" b="1" i="0">
                          <a:solidFill>
                            <a:srgbClr val="1A1A1A"/>
                          </a:solidFill>
                          <a:latin typeface="Open Sans Medium"/>
                        </a:rPr>
                        <a:t>Third Party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Broker call 70%; first-attempt pickup in 50%; one agent had changed brokerage</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Broker call standard with quarterly audit; confirm lead ownership when an agent moves firm</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a:solidFill>
                            <a:srgbClr val="0B0B0C"/>
                          </a:solidFill>
                          <a:latin typeface="+mn-lt"/>
                        </a:rPr>
                        <a:t>Governance &amp; Risk</a:t>
                      </a: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a:solidFill>
                        <a:srgbClr val="D5DCE5"/>
                      </a:solidFill>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rgbClr val="0B0B0C"/>
                          </a:solidFill>
                          <a:latin typeface="+mn-lt"/>
                          <a:ea typeface="+mn-ea"/>
                          <a:cs typeface="+mn-cs"/>
                        </a:rPr>
                        <a:t>30</a:t>
                      </a:r>
                      <a:r>
                        <a:rPr lang="en-IN" sz="1100" b="1" i="0">
                          <a:solidFill>
                            <a:srgbClr val="0B0B0C"/>
                          </a:solidFill>
                          <a:latin typeface="+mn-lt"/>
                        </a:rPr>
                        <a:t> </a:t>
                      </a:r>
                      <a:r>
                        <a:rPr lang="en-IN" sz="1100" b="1" i="0" kern="1200">
                          <a:solidFill>
                            <a:srgbClr val="0B0B0C"/>
                          </a:solidFill>
                          <a:latin typeface="+mn-lt"/>
                          <a:ea typeface="+mn-ea"/>
                          <a:cs typeface="+mn-cs"/>
                        </a:rPr>
                        <a:t>Days</a:t>
                      </a:r>
                    </a:p>
                    <a:p>
                      <a:pPr algn="ctr"/>
                      <a:endParaRPr lang="en-IN" sz="1100" b="1" i="0">
                        <a:solidFill>
                          <a:srgbClr val="0B0B0C"/>
                        </a:solidFill>
                        <a:latin typeface="Open Sans Medium"/>
                      </a:endParaRPr>
                    </a:p>
                  </a:txBody>
                  <a:tcPr marL="64008" marR="64008" marT="18288" marB="18288" anchor="ctr">
                    <a:lnL w="6350">
                      <a:solidFill>
                        <a:srgbClr val="D5DCE5"/>
                      </a:solidFill>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a:solidFill>
                        <a:srgbClr val="D5DCE5"/>
                      </a:solidFill>
                    </a:lnB>
                    <a:solidFill>
                      <a:srgbClr val="FFC000"/>
                    </a:solidFill>
                  </a:tcPr>
                </a:tc>
                <a:tc>
                  <a:txBody>
                    <a:bodyPr/>
                    <a:lstStyle/>
                    <a:p>
                      <a:pPr marL="0" algn="ctr" defTabSz="914400" rtl="0" eaLnBrk="1" latinLnBrk="0" hangingPunct="1"/>
                      <a:r>
                        <a:rPr lang="en-IN" sz="1100" b="1" i="0" kern="1200">
                          <a:solidFill>
                            <a:srgbClr val="0B0B0C"/>
                          </a:solidFill>
                          <a:latin typeface="Open Sans Medium"/>
                          <a:ea typeface="+mn-ea"/>
                          <a:cs typeface="+mn-cs"/>
                        </a:rPr>
                        <a:t>Medium</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C000"/>
                    </a:solidFill>
                  </a:tcPr>
                </a:tc>
                <a:extLst>
                  <a:ext uri="{0D108BD9-81ED-4DB2-BD59-A6C34878D82A}">
                    <a16:rowId xmlns:a16="http://schemas.microsoft.com/office/drawing/2014/main" val="10006"/>
                  </a:ext>
                </a:extLst>
              </a:tr>
            </a:tbl>
          </a:graphicData>
        </a:graphic>
      </p:graphicFrame>
      <p:sp>
        <p:nvSpPr>
          <p:cNvPr id="9" name="Priority definition"/>
          <p:cNvSpPr txBox="1"/>
          <p:nvPr/>
        </p:nvSpPr>
        <p:spPr>
          <a:xfrm>
            <a:off x="457200" y="5541264"/>
            <a:ext cx="11274552" cy="654025"/>
          </a:xfrm>
          <a:prstGeom prst="rect">
            <a:avLst/>
          </a:prstGeom>
          <a:noFill/>
        </p:spPr>
        <p:txBody>
          <a:bodyPr wrap="square" lIns="0" tIns="0" rIns="0" bIns="0">
            <a:spAutoFit/>
          </a:bodyPr>
          <a:lstStyle/>
          <a:p>
            <a:pPr>
              <a:lnSpc>
                <a:spcPts val="1200"/>
              </a:lnSpc>
              <a:spcBef>
                <a:spcPts val="0"/>
              </a:spcBef>
              <a:spcAft>
                <a:spcPts val="100"/>
              </a:spcAft>
            </a:pPr>
            <a:r>
              <a:rPr sz="1050" b="1">
                <a:solidFill>
                  <a:schemeClr val="bg2">
                    <a:lumMod val="10000"/>
                  </a:schemeClr>
                </a:solidFill>
                <a:latin typeface="Open Sans Medium"/>
              </a:rPr>
              <a:t>Priority rule</a:t>
            </a:r>
            <a:r>
              <a:rPr sz="1050" b="1">
                <a:solidFill>
                  <a:srgbClr val="0B0B0C"/>
                </a:solidFill>
                <a:latin typeface="Open Sans Medium"/>
              </a:rPr>
              <a:t>:</a:t>
            </a:r>
            <a:r>
              <a:rPr sz="1050" b="1">
                <a:solidFill>
                  <a:srgbClr val="1E4164"/>
                </a:solidFill>
                <a:latin typeface="Open Sans Medium"/>
              </a:rPr>
              <a:t> </a:t>
            </a:r>
            <a:r>
              <a:rPr sz="1050" b="0">
                <a:solidFill>
                  <a:srgbClr val="0B0B0C"/>
                </a:solidFill>
                <a:latin typeface="Open Sans Medium"/>
              </a:rPr>
              <a:t>The nature and severity of leakage or process gaps determine the urgency of action</a:t>
            </a:r>
            <a:r>
              <a:rPr lang="en-US" sz="1050" b="0">
                <a:solidFill>
                  <a:srgbClr val="0B0B0C"/>
                </a:solidFill>
                <a:latin typeface="Open Sans Medium"/>
              </a:rPr>
              <a:t> as follows:</a:t>
            </a:r>
            <a:endParaRPr sz="1050" b="0">
              <a:solidFill>
                <a:srgbClr val="0B0B0C"/>
              </a:solidFill>
              <a:latin typeface="Open Sans Medium"/>
            </a:endParaRPr>
          </a:p>
          <a:p>
            <a:pPr>
              <a:lnSpc>
                <a:spcPts val="1200"/>
              </a:lnSpc>
              <a:spcBef>
                <a:spcPts val="0"/>
              </a:spcBef>
              <a:spcAft>
                <a:spcPts val="100"/>
              </a:spcAft>
            </a:pPr>
            <a:r>
              <a:rPr lang="en-US" sz="1050">
                <a:solidFill>
                  <a:srgbClr val="0B0B0C"/>
                </a:solidFill>
                <a:latin typeface="Open Sans Medium"/>
              </a:rPr>
              <a:t>1. </a:t>
            </a:r>
            <a:r>
              <a:rPr lang="en-US" sz="1050" b="1">
                <a:solidFill>
                  <a:srgbClr val="D7262B"/>
                </a:solidFill>
                <a:latin typeface="Open Sans Medium"/>
              </a:rPr>
              <a:t>Critical</a:t>
            </a:r>
            <a:r>
              <a:rPr sz="1050">
                <a:solidFill>
                  <a:srgbClr val="0B0B0C"/>
                </a:solidFill>
                <a:latin typeface="Open Sans Medium"/>
              </a:rPr>
              <a:t>:</a:t>
            </a:r>
            <a:r>
              <a:rPr sz="1050">
                <a:solidFill>
                  <a:srgbClr val="1E4164"/>
                </a:solidFill>
                <a:latin typeface="Open Sans Medium"/>
              </a:rPr>
              <a:t> </a:t>
            </a:r>
            <a:r>
              <a:rPr sz="1050">
                <a:solidFill>
                  <a:srgbClr val="0B0B0C"/>
                </a:solidFill>
                <a:latin typeface="Open Sans Medium"/>
              </a:rPr>
              <a:t>Data leakage or integrity breaches requiring immediate investigation and containment.</a:t>
            </a:r>
          </a:p>
          <a:p>
            <a:pPr>
              <a:lnSpc>
                <a:spcPts val="1200"/>
              </a:lnSpc>
              <a:spcBef>
                <a:spcPts val="0"/>
              </a:spcBef>
              <a:spcAft>
                <a:spcPts val="100"/>
              </a:spcAft>
            </a:pPr>
            <a:r>
              <a:rPr lang="en-US" sz="1050">
                <a:solidFill>
                  <a:srgbClr val="0B0B0C"/>
                </a:solidFill>
                <a:latin typeface="Open Sans Medium"/>
              </a:rPr>
              <a:t>2. </a:t>
            </a:r>
            <a:r>
              <a:rPr sz="1050" b="1">
                <a:solidFill>
                  <a:schemeClr val="accent2"/>
                </a:solidFill>
                <a:latin typeface="Open Sans Medium"/>
              </a:rPr>
              <a:t>High</a:t>
            </a:r>
            <a:r>
              <a:rPr sz="1050">
                <a:solidFill>
                  <a:srgbClr val="0B0B0C"/>
                </a:solidFill>
                <a:latin typeface="Open Sans Medium"/>
              </a:rPr>
              <a:t>:</a:t>
            </a:r>
            <a:r>
              <a:rPr sz="1050">
                <a:solidFill>
                  <a:srgbClr val="1E4164"/>
                </a:solidFill>
                <a:latin typeface="Open Sans Medium"/>
              </a:rPr>
              <a:t> </a:t>
            </a:r>
            <a:r>
              <a:rPr sz="1050">
                <a:solidFill>
                  <a:srgbClr val="0B0B0C"/>
                </a:solidFill>
                <a:latin typeface="Open Sans Medium"/>
              </a:rPr>
              <a:t>Lead-handling or control gaps that increase leakage risk or undermine conversion, requiring prompt correction.</a:t>
            </a:r>
          </a:p>
          <a:p>
            <a:pPr>
              <a:lnSpc>
                <a:spcPts val="1200"/>
              </a:lnSpc>
              <a:spcBef>
                <a:spcPts val="0"/>
              </a:spcBef>
              <a:spcAft>
                <a:spcPts val="100"/>
              </a:spcAft>
            </a:pPr>
            <a:r>
              <a:rPr lang="en-US" sz="1050">
                <a:solidFill>
                  <a:srgbClr val="0B0B0C"/>
                </a:solidFill>
                <a:latin typeface="Open Sans Medium"/>
              </a:rPr>
              <a:t>3. </a:t>
            </a:r>
            <a:r>
              <a:rPr lang="en-IN" sz="1050" b="1">
                <a:solidFill>
                  <a:srgbClr val="FFC000"/>
                </a:solidFill>
                <a:latin typeface="Open Sans Medium"/>
              </a:rPr>
              <a:t>Medium</a:t>
            </a:r>
            <a:r>
              <a:rPr sz="1050">
                <a:solidFill>
                  <a:srgbClr val="0B0B0C"/>
                </a:solidFill>
                <a:latin typeface="Open Sans Medium"/>
              </a:rPr>
              <a:t>: Service </a:t>
            </a:r>
            <a:r>
              <a:rPr sz="1050" b="0">
                <a:solidFill>
                  <a:srgbClr val="0B0B0C"/>
                </a:solidFill>
                <a:latin typeface="Open Sans Medium"/>
              </a:rPr>
              <a:t>consistency or follow-through gaps requiring planned improvement and monitoring.</a:t>
            </a:r>
          </a:p>
        </p:txBody>
      </p:sp>
      <p:sp>
        <p:nvSpPr>
          <p:cNvPr id="5" name="TextBox 4">
            <a:extLst>
              <a:ext uri="{FF2B5EF4-FFF2-40B4-BE49-F238E27FC236}">
                <a16:creationId xmlns:a16="http://schemas.microsoft.com/office/drawing/2014/main" id="{37E701B5-8B26-E903-DB27-9D3326574B4F}"/>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228600"/>
            <a:ext cx="10789920" cy="475488"/>
          </a:xfrm>
        </p:spPr>
        <p:txBody>
          <a:bodyPr wrap="square"/>
          <a:lstStyle/>
          <a:p>
            <a:r>
              <a:rPr sz="3000" b="0">
                <a:solidFill>
                  <a:srgbClr val="000000"/>
                </a:solidFill>
                <a:latin typeface="Oswald Regular"/>
              </a:rPr>
              <a:t>DECISIONS NEEDED</a:t>
            </a:r>
          </a:p>
        </p:txBody>
      </p:sp>
      <p:sp>
        <p:nvSpPr>
          <p:cNvPr id="7" name="TextBox 6"/>
          <p:cNvSpPr txBox="1"/>
          <p:nvPr/>
        </p:nvSpPr>
        <p:spPr>
          <a:xfrm>
            <a:off x="457200" y="818275"/>
            <a:ext cx="11274552" cy="338554"/>
          </a:xfrm>
          <a:prstGeom prst="rect">
            <a:avLst/>
          </a:prstGeom>
          <a:gradFill>
            <a:gsLst>
              <a:gs pos="60000">
                <a:srgbClr val="FFFFFF"/>
              </a:gs>
              <a:gs pos="40000">
                <a:srgbClr val="FFFFFF"/>
              </a:gs>
              <a:gs pos="51000">
                <a:srgbClr val="FFFFFF"/>
              </a:gs>
              <a:gs pos="0">
                <a:srgbClr val="ACB9C1"/>
              </a:gs>
              <a:gs pos="100000">
                <a:srgbClr val="ACB9C1"/>
              </a:gs>
            </a:gsLst>
            <a:lin ang="5400000" scaled="1"/>
          </a:gradFill>
        </p:spPr>
        <p:txBody>
          <a:bodyPr wrap="square" lIns="91440" tIns="0" rIns="0" bIns="0" anchor="ctr">
            <a:spAutoFit/>
          </a:bodyPr>
          <a:lstStyle>
            <a:defPPr>
              <a:defRPr lang="en-US"/>
            </a:defPPr>
            <a:lvl1pPr>
              <a:defRPr sz="2200" b="0" i="0">
                <a:solidFill>
                  <a:srgbClr val="0B0B0C"/>
                </a:solidFill>
              </a:defRPr>
            </a:lvl1pPr>
          </a:lstStyle>
          <a:p>
            <a:r>
              <a:rPr lang="en-US"/>
              <a:t>Leadership approval for integrity controls and the lowest-scoring touchpoints</a:t>
            </a:r>
          </a:p>
        </p:txBody>
      </p:sp>
      <p:graphicFrame>
        <p:nvGraphicFramePr>
          <p:cNvPr id="8" name="Table 7"/>
          <p:cNvGraphicFramePr>
            <a:graphicFrameLocks noGrp="1"/>
          </p:cNvGraphicFramePr>
          <p:nvPr>
            <p:extLst>
              <p:ext uri="{D42A27DB-BD31-4B8C-83A1-F6EECF244321}">
                <p14:modId xmlns:p14="http://schemas.microsoft.com/office/powerpoint/2010/main" val="310168764"/>
              </p:ext>
            </p:extLst>
          </p:nvPr>
        </p:nvGraphicFramePr>
        <p:xfrm>
          <a:off x="457200" y="1371600"/>
          <a:ext cx="11274552" cy="4041648"/>
        </p:xfrm>
        <a:graphic>
          <a:graphicData uri="http://schemas.openxmlformats.org/drawingml/2006/table">
            <a:tbl>
              <a:tblPr>
                <a:tableStyleId>{5940675A-B579-460E-94D1-54222C63F5DA}</a:tableStyleId>
              </a:tblPr>
              <a:tblGrid>
                <a:gridCol w="19202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10896">
                <a:tc>
                  <a:txBody>
                    <a:bodyPr/>
                    <a:lstStyle/>
                    <a:p>
                      <a:pPr algn="ctr"/>
                      <a:r>
                        <a:rPr sz="1050" b="1" i="0">
                          <a:solidFill>
                            <a:srgbClr val="0B0B0C"/>
                          </a:solidFill>
                          <a:latin typeface="Open Sans Medium"/>
                        </a:rPr>
                        <a:t>Focus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sz="1050" b="1" i="0">
                          <a:solidFill>
                            <a:srgbClr val="0B0B0C"/>
                          </a:solidFill>
                          <a:latin typeface="Open Sans Medium"/>
                        </a:rPr>
                        <a:t>Why this needs a decision</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sz="1050" b="1" i="0">
                          <a:solidFill>
                            <a:srgbClr val="0B0B0C"/>
                          </a:solidFill>
                          <a:latin typeface="Open Sans Medium"/>
                        </a:rPr>
                        <a:t>Decision requested</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tc>
                  <a:txBody>
                    <a:bodyPr/>
                    <a:lstStyle/>
                    <a:p>
                      <a:pPr algn="ctr"/>
                      <a:r>
                        <a:rPr sz="1050" b="1" i="0">
                          <a:solidFill>
                            <a:srgbClr val="0B0B0C"/>
                          </a:solidFill>
                          <a:latin typeface="Open Sans Medium"/>
                        </a:rPr>
                        <a:t>Priority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gradFill>
                      <a:gsLst>
                        <a:gs pos="60000">
                          <a:srgbClr val="FFFFFF"/>
                        </a:gs>
                        <a:gs pos="40000">
                          <a:srgbClr val="FFFFFF"/>
                        </a:gs>
                        <a:gs pos="51000">
                          <a:srgbClr val="FFFFFF"/>
                        </a:gs>
                        <a:gs pos="0">
                          <a:srgbClr val="ACB9C1"/>
                        </a:gs>
                        <a:gs pos="100000">
                          <a:srgbClr val="ACB9C1"/>
                        </a:gs>
                      </a:gsLst>
                      <a:lin ang="5400000" scaled="1"/>
                    </a:gradFill>
                  </a:tcPr>
                </a:tc>
                <a:extLst>
                  <a:ext uri="{0D108BD9-81ED-4DB2-BD59-A6C34878D82A}">
                    <a16:rowId xmlns:a16="http://schemas.microsoft.com/office/drawing/2014/main" val="10000"/>
                  </a:ext>
                </a:extLst>
              </a:tr>
              <a:tr h="621792">
                <a:tc>
                  <a:txBody>
                    <a:bodyPr/>
                    <a:lstStyle/>
                    <a:p>
                      <a:r>
                        <a:rPr lang="en-IN" sz="1100" b="1" i="0">
                          <a:solidFill>
                            <a:srgbClr val="1A1A1A"/>
                          </a:solidFill>
                          <a:latin typeface="Open Sans Medium"/>
                        </a:rPr>
                        <a:t>Leakage investigation</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7 cases under review. Profound Realtors appears in 3. Internal handoffs need separate review.</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Authorize a 2-week lead-source and access audit, with Legal review of broker routing.</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100" b="1" i="0">
                          <a:solidFill>
                            <a:srgbClr val="FFFFFF"/>
                          </a:solidFill>
                          <a:latin typeface="Open Sans Medium"/>
                        </a:rPr>
                        <a:t>Critical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D7262B"/>
                    </a:solidFill>
                  </a:tcPr>
                </a:tc>
                <a:extLst>
                  <a:ext uri="{0D108BD9-81ED-4DB2-BD59-A6C34878D82A}">
                    <a16:rowId xmlns:a16="http://schemas.microsoft.com/office/drawing/2014/main" val="10001"/>
                  </a:ext>
                </a:extLst>
              </a:tr>
              <a:tr h="621792">
                <a:tc>
                  <a:txBody>
                    <a:bodyPr/>
                    <a:lstStyle/>
                    <a:p>
                      <a:r>
                        <a:rPr lang="en-IN" sz="1100" b="1" i="0">
                          <a:solidFill>
                            <a:srgbClr val="1A1A1A"/>
                          </a:solidFill>
                          <a:latin typeface="Open Sans Medium"/>
                        </a:rPr>
                        <a:t>Discount controls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Passback affirmed in 4 of 23 visits. One case includes a passport-concealment request.</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Approve one transparent discount policy and escalation of concealed broker arrangements.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algn="ctr"/>
                      <a:r>
                        <a:rPr lang="en-IN" sz="1100" b="1" i="0">
                          <a:solidFill>
                            <a:srgbClr val="FFFFFF"/>
                          </a:solidFill>
                          <a:latin typeface="Open Sans Medium"/>
                        </a:rPr>
                        <a:t>Critical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D7262B"/>
                    </a:solidFill>
                  </a:tcPr>
                </a:tc>
                <a:extLst>
                  <a:ext uri="{0D108BD9-81ED-4DB2-BD59-A6C34878D82A}">
                    <a16:rowId xmlns:a16="http://schemas.microsoft.com/office/drawing/2014/main" val="10002"/>
                  </a:ext>
                </a:extLst>
              </a:tr>
              <a:tr h="621792">
                <a:tc>
                  <a:txBody>
                    <a:bodyPr/>
                    <a:lstStyle/>
                    <a:p>
                      <a:r>
                        <a:rPr lang="en-IN" sz="1100" b="1" i="0">
                          <a:solidFill>
                            <a:srgbClr val="1A1A1A"/>
                          </a:solidFill>
                          <a:latin typeface="Open Sans Medium"/>
                        </a:rPr>
                        <a:t>Digital enquiry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63% section score. Only 43% received a callback timeline.</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Approve named lead owners, confirmed callback times and brochure delivery within an hour.</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100" b="1" i="0">
                          <a:solidFill>
                            <a:srgbClr val="0B0B0C"/>
                          </a:solidFill>
                          <a:latin typeface="Open Sans Medium"/>
                        </a:rPr>
                        <a:t>High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9900"/>
                    </a:solidFill>
                  </a:tcPr>
                </a:tc>
                <a:extLst>
                  <a:ext uri="{0D108BD9-81ED-4DB2-BD59-A6C34878D82A}">
                    <a16:rowId xmlns:a16="http://schemas.microsoft.com/office/drawing/2014/main" val="10003"/>
                  </a:ext>
                </a:extLst>
              </a:tr>
              <a:tr h="621792">
                <a:tc>
                  <a:txBody>
                    <a:bodyPr/>
                    <a:lstStyle/>
                    <a:p>
                      <a:r>
                        <a:rPr lang="en-IN" sz="1100" b="1" i="0">
                          <a:solidFill>
                            <a:srgbClr val="1A1A1A"/>
                          </a:solidFill>
                          <a:latin typeface="Open Sans Medium"/>
                        </a:rPr>
                        <a:t>Office reception</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71% reception score. Enquiry capture: 30%. H Hotel total: 39%.</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Mandate CRM enquiry capture. Decide whether to staff or close H Hotel.</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algn="ctr"/>
                      <a:r>
                        <a:rPr lang="en-IN" sz="1100" b="1" i="0">
                          <a:solidFill>
                            <a:srgbClr val="0B0B0C"/>
                          </a:solidFill>
                          <a:latin typeface="Open Sans Medium"/>
                        </a:rPr>
                        <a:t>High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9900"/>
                    </a:solidFill>
                  </a:tcPr>
                </a:tc>
                <a:extLst>
                  <a:ext uri="{0D108BD9-81ED-4DB2-BD59-A6C34878D82A}">
                    <a16:rowId xmlns:a16="http://schemas.microsoft.com/office/drawing/2014/main" val="10004"/>
                  </a:ext>
                </a:extLst>
              </a:tr>
              <a:tr h="621792">
                <a:tc>
                  <a:txBody>
                    <a:bodyPr/>
                    <a:lstStyle/>
                    <a:p>
                      <a:r>
                        <a:rPr lang="en-IN" sz="1100" b="1" i="0">
                          <a:solidFill>
                            <a:srgbClr val="1A1A1A"/>
                          </a:solidFill>
                          <a:latin typeface="Open Sans Medium"/>
                        </a:rPr>
                        <a:t>Lead follow-through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Office follow-up within 48 hours: 60%. Kiosk number matched the card: 50%. Call-center details: 67%.</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r>
                        <a:rPr lang="en-US" sz="1100" b="0" i="0">
                          <a:solidFill>
                            <a:srgbClr val="1A1A1A"/>
                          </a:solidFill>
                          <a:latin typeface="Open Sans Medium"/>
                        </a:rPr>
                        <a:t>Require one owner and verified business number per lead, with CRM alerts for overdue promises.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chemeClr val="bg1">
                        <a:lumMod val="95000"/>
                      </a:schemeClr>
                    </a:solidFill>
                  </a:tcPr>
                </a:tc>
                <a:tc>
                  <a:txBody>
                    <a:bodyPr/>
                    <a:lstStyle/>
                    <a:p>
                      <a:pPr algn="ctr"/>
                      <a:r>
                        <a:rPr lang="en-IN" sz="1100" b="1" i="0">
                          <a:solidFill>
                            <a:srgbClr val="0B0B0C"/>
                          </a:solidFill>
                          <a:latin typeface="Open Sans Medium"/>
                        </a:rPr>
                        <a:t>High</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9900"/>
                    </a:solidFill>
                  </a:tcPr>
                </a:tc>
                <a:extLst>
                  <a:ext uri="{0D108BD9-81ED-4DB2-BD59-A6C34878D82A}">
                    <a16:rowId xmlns:a16="http://schemas.microsoft.com/office/drawing/2014/main" val="10005"/>
                  </a:ext>
                </a:extLst>
              </a:tr>
              <a:tr h="621792">
                <a:tc>
                  <a:txBody>
                    <a:bodyPr/>
                    <a:lstStyle/>
                    <a:p>
                      <a:r>
                        <a:rPr lang="en-IN" sz="1100" b="1" i="0">
                          <a:solidFill>
                            <a:srgbClr val="1A1A1A"/>
                          </a:solidFill>
                          <a:latin typeface="Open Sans Medium"/>
                        </a:rPr>
                        <a:t>Broker call quality</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70% section score. First-attempt pickup and brochure sharing: 50% each (n=4).</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r>
                        <a:rPr lang="en-US" sz="1100" b="0" i="0">
                          <a:solidFill>
                            <a:srgbClr val="1A1A1A"/>
                          </a:solidFill>
                          <a:latin typeface="Open Sans Medium"/>
                        </a:rPr>
                        <a:t>Approve broker response standards and quarterly checks, including ownership after agent moves.</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FFFF"/>
                    </a:solidFill>
                  </a:tcPr>
                </a:tc>
                <a:tc>
                  <a:txBody>
                    <a:bodyPr/>
                    <a:lstStyle/>
                    <a:p>
                      <a:pPr algn="ctr"/>
                      <a:r>
                        <a:rPr lang="en-IN" sz="1100" b="1" i="0">
                          <a:solidFill>
                            <a:srgbClr val="0B0B0C"/>
                          </a:solidFill>
                          <a:latin typeface="Open Sans Medium"/>
                        </a:rPr>
                        <a:t>Medium</a:t>
                      </a:r>
                    </a:p>
                  </a:txBody>
                  <a:tcPr marL="64008" marR="64008" marT="18288" marB="18288" anchor="ctr">
                    <a:lnL w="6350">
                      <a:solidFill>
                        <a:srgbClr val="D5DCE5"/>
                      </a:solidFill>
                    </a:lnL>
                    <a:lnR w="6350">
                      <a:solidFill>
                        <a:srgbClr val="D5DCE5"/>
                      </a:solidFill>
                    </a:lnR>
                    <a:lnT w="6350">
                      <a:solidFill>
                        <a:srgbClr val="D5DCE5"/>
                      </a:solidFill>
                    </a:lnT>
                    <a:lnB w="6350">
                      <a:solidFill>
                        <a:srgbClr val="D5DCE5"/>
                      </a:solidFill>
                    </a:lnB>
                    <a:solidFill>
                      <a:srgbClr val="FFC000"/>
                    </a:solidFill>
                  </a:tcPr>
                </a:tc>
                <a:extLst>
                  <a:ext uri="{0D108BD9-81ED-4DB2-BD59-A6C34878D82A}">
                    <a16:rowId xmlns:a16="http://schemas.microsoft.com/office/drawing/2014/main" val="10006"/>
                  </a:ext>
                </a:extLst>
              </a:tr>
            </a:tbl>
          </a:graphicData>
        </a:graphic>
      </p:graphicFrame>
      <p:sp>
        <p:nvSpPr>
          <p:cNvPr id="6" name="Priority definition">
            <a:extLst>
              <a:ext uri="{FF2B5EF4-FFF2-40B4-BE49-F238E27FC236}">
                <a16:creationId xmlns:a16="http://schemas.microsoft.com/office/drawing/2014/main" id="{4D1E2F20-73AA-F708-7073-24C1B3E49F30}"/>
              </a:ext>
            </a:extLst>
          </p:cNvPr>
          <p:cNvSpPr txBox="1"/>
          <p:nvPr/>
        </p:nvSpPr>
        <p:spPr>
          <a:xfrm>
            <a:off x="457200" y="5470674"/>
            <a:ext cx="11274552" cy="615553"/>
          </a:xfrm>
          <a:prstGeom prst="rect">
            <a:avLst/>
          </a:prstGeom>
          <a:noFill/>
        </p:spPr>
        <p:txBody>
          <a:bodyPr wrap="square" lIns="0" tIns="0" rIns="0" bIns="0">
            <a:spAutoFit/>
          </a:bodyPr>
          <a:lstStyle/>
          <a:p>
            <a:pPr>
              <a:lnSpc>
                <a:spcPts val="1200"/>
              </a:lnSpc>
              <a:spcBef>
                <a:spcPts val="0"/>
              </a:spcBef>
            </a:pPr>
            <a:r>
              <a:rPr lang="en-US" sz="1050" b="1">
                <a:solidFill>
                  <a:schemeClr val="bg2">
                    <a:lumMod val="10000"/>
                  </a:schemeClr>
                </a:solidFill>
                <a:latin typeface="Open Sans Medium"/>
              </a:rPr>
              <a:t>Priority rules: </a:t>
            </a:r>
            <a:r>
              <a:rPr lang="en-US" sz="1050" b="0">
                <a:solidFill>
                  <a:schemeClr val="bg2">
                    <a:lumMod val="10000"/>
                  </a:schemeClr>
                </a:solidFill>
                <a:latin typeface="Open Sans Medium"/>
              </a:rPr>
              <a:t>Decision urgency reflects integrity risk, customer impact and the approval needed.</a:t>
            </a:r>
          </a:p>
          <a:p>
            <a:pPr>
              <a:lnSpc>
                <a:spcPts val="1200"/>
              </a:lnSpc>
              <a:spcBef>
                <a:spcPts val="0"/>
              </a:spcBef>
            </a:pPr>
            <a:r>
              <a:rPr lang="en-US" sz="1050" b="0">
                <a:solidFill>
                  <a:srgbClr val="0B0B0C"/>
                </a:solidFill>
                <a:latin typeface="Open Sans Medium"/>
              </a:rPr>
              <a:t>1. </a:t>
            </a:r>
            <a:r>
              <a:rPr lang="en-US" sz="1050" b="1">
                <a:solidFill>
                  <a:srgbClr val="D7262B"/>
                </a:solidFill>
                <a:latin typeface="Open Sans Medium"/>
              </a:rPr>
              <a:t>Critical: </a:t>
            </a:r>
            <a:r>
              <a:rPr lang="en-US" sz="1050" b="0">
                <a:solidFill>
                  <a:srgbClr val="0B0B0C"/>
                </a:solidFill>
                <a:latin typeface="Open Sans Medium"/>
              </a:rPr>
              <a:t>Leakage or concealed discount arrangements require immediate audit authorization, Legal review and control approval.</a:t>
            </a:r>
          </a:p>
          <a:p>
            <a:pPr>
              <a:lnSpc>
                <a:spcPts val="1200"/>
              </a:lnSpc>
              <a:spcBef>
                <a:spcPts val="0"/>
              </a:spcBef>
            </a:pPr>
            <a:r>
              <a:rPr lang="en-US" sz="1050" b="0">
                <a:solidFill>
                  <a:srgbClr val="0B0B0C"/>
                </a:solidFill>
                <a:latin typeface="Open Sans Medium"/>
              </a:rPr>
              <a:t>2. </a:t>
            </a:r>
            <a:r>
              <a:rPr lang="en-US" sz="1050" b="1">
                <a:solidFill>
                  <a:schemeClr val="accent2"/>
                </a:solidFill>
                <a:latin typeface="Open Sans Medium"/>
              </a:rPr>
              <a:t>High: </a:t>
            </a:r>
            <a:r>
              <a:rPr lang="en-US" sz="1050" b="0">
                <a:solidFill>
                  <a:srgbClr val="0B0B0C"/>
                </a:solidFill>
                <a:latin typeface="Open Sans Medium"/>
              </a:rPr>
              <a:t>Digital enquiry, reception or follow-through gaps require prompt approval of lead ownership, service standards and staffing.</a:t>
            </a:r>
          </a:p>
          <a:p>
            <a:pPr>
              <a:lnSpc>
                <a:spcPts val="1200"/>
              </a:lnSpc>
              <a:spcBef>
                <a:spcPts val="0"/>
              </a:spcBef>
            </a:pPr>
            <a:r>
              <a:rPr lang="en-US" sz="1050" b="0">
                <a:solidFill>
                  <a:srgbClr val="0B0B0C"/>
                </a:solidFill>
                <a:latin typeface="Open Sans Medium"/>
              </a:rPr>
              <a:t>3. </a:t>
            </a:r>
            <a:r>
              <a:rPr lang="en-US" sz="1050" b="1">
                <a:solidFill>
                  <a:srgbClr val="FFC000"/>
                </a:solidFill>
                <a:latin typeface="Open Sans Medium"/>
              </a:rPr>
              <a:t>Medium</a:t>
            </a:r>
            <a:r>
              <a:rPr lang="en-US" sz="1050" b="1">
                <a:solidFill>
                  <a:srgbClr val="0B0B0C"/>
                </a:solidFill>
                <a:latin typeface="Open Sans Medium"/>
              </a:rPr>
              <a:t>:</a:t>
            </a:r>
            <a:r>
              <a:rPr lang="en-US" sz="1050" b="1">
                <a:solidFill>
                  <a:srgbClr val="1E4164"/>
                </a:solidFill>
                <a:latin typeface="Open Sans Medium"/>
              </a:rPr>
              <a:t> </a:t>
            </a:r>
            <a:r>
              <a:rPr lang="en-US" sz="1050" b="0">
                <a:solidFill>
                  <a:srgbClr val="0B0B0C"/>
                </a:solidFill>
                <a:latin typeface="Open Sans Medium"/>
              </a:rPr>
              <a:t>Broker response and brochure-sharing gaps require agreed standards, quarterly checks and ownership verification.</a:t>
            </a:r>
          </a:p>
        </p:txBody>
      </p:sp>
      <p:sp>
        <p:nvSpPr>
          <p:cNvPr id="10" name="TextBox 9">
            <a:extLst>
              <a:ext uri="{FF2B5EF4-FFF2-40B4-BE49-F238E27FC236}">
                <a16:creationId xmlns:a16="http://schemas.microsoft.com/office/drawing/2014/main" id="{F55C25B5-04CF-4DAD-06F9-2613E8B2850E}"/>
              </a:ext>
            </a:extLst>
          </p:cNvPr>
          <p:cNvSpPr txBox="1"/>
          <p:nvPr/>
        </p:nvSpPr>
        <p:spPr>
          <a:xfrm>
            <a:off x="397764" y="6394247"/>
            <a:ext cx="4878324" cy="246221"/>
          </a:xfrm>
          <a:prstGeom prst="rect">
            <a:avLst/>
          </a:prstGeom>
          <a:noFill/>
        </p:spPr>
        <p:txBody>
          <a:bodyPr wrap="square" rtlCol="0">
            <a:spAutoFit/>
          </a:bodyPr>
          <a:lstStyle/>
          <a:p>
            <a:r>
              <a:rPr lang="en-US" sz="1000">
                <a:solidFill>
                  <a:schemeClr val="bg1">
                    <a:lumMod val="50000"/>
                  </a:schemeClr>
                </a:solidFill>
              </a:rPr>
              <a:t>Strictly Confidential | For Binghatti internal use only. Not for onward distribution.</a:t>
            </a:r>
            <a:endParaRPr lang="en-IN" sz="1000">
              <a:solidFill>
                <a:schemeClr val="bg1">
                  <a:lumMod val="50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10B2D6D-CA31-1470-6E1C-0401BDD8802E}"/>
              </a:ext>
            </a:extLst>
          </p:cNvPr>
          <p:cNvSpPr>
            <a:spLocks noGrp="1"/>
          </p:cNvSpPr>
          <p:nvPr>
            <p:ph type="body" sz="quarter" idx="10"/>
          </p:nvPr>
        </p:nvSpPr>
        <p:spPr/>
        <p:txBody>
          <a:bodyPr/>
          <a:lstStyle/>
          <a:p>
            <a:r>
              <a:rPr lang="en-SG" noProof="0">
                <a:solidFill>
                  <a:srgbClr val="000000"/>
                </a:solidFill>
              </a:rPr>
              <a:t>THANK YOU!</a:t>
            </a:r>
          </a:p>
        </p:txBody>
      </p:sp>
    </p:spTree>
    <p:extLst>
      <p:ext uri="{BB962C8B-B14F-4D97-AF65-F5344CB8AC3E}">
        <p14:creationId xmlns:p14="http://schemas.microsoft.com/office/powerpoint/2010/main" val="3220622006"/>
      </p:ext>
    </p:extLst>
  </p:cSld>
  <p:clrMapOvr>
    <a:masterClrMapping/>
  </p:clrMapOvr>
</p:sld>
</file>

<file path=ppt/theme/theme1.xml><?xml version="1.0" encoding="utf-8"?>
<a:theme xmlns:a="http://schemas.openxmlformats.org/drawingml/2006/main" name="Office Theme">
  <a:themeElements>
    <a:clrScheme name="BI Custom">
      <a:dk1>
        <a:srgbClr val="1E4164"/>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I Custom">
      <a:majorFont>
        <a:latin typeface="Oswald Regular"/>
        <a:ea typeface=""/>
        <a:cs typeface=""/>
      </a:majorFont>
      <a:minorFont>
        <a:latin typeface="Open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ight">
  <a:themeElements>
    <a:clrScheme name="2023 BARE Brand">
      <a:dk1>
        <a:srgbClr val="1E4164"/>
      </a:dk1>
      <a:lt1>
        <a:srgbClr val="FFFFFF"/>
      </a:lt1>
      <a:dk2>
        <a:srgbClr val="171717"/>
      </a:dk2>
      <a:lt2>
        <a:srgbClr val="FFFFFF"/>
      </a:lt2>
      <a:accent1>
        <a:srgbClr val="000000"/>
      </a:accent1>
      <a:accent2>
        <a:srgbClr val="6699CC"/>
      </a:accent2>
      <a:accent3>
        <a:srgbClr val="EF4123"/>
      </a:accent3>
      <a:accent4>
        <a:srgbClr val="F79321"/>
      </a:accent4>
      <a:accent5>
        <a:srgbClr val="6D8237"/>
      </a:accent5>
      <a:accent6>
        <a:srgbClr val="A6CE39"/>
      </a:accent6>
      <a:hlink>
        <a:srgbClr val="EF4123"/>
      </a:hlink>
      <a:folHlink>
        <a:srgbClr val="7561A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89"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426A926-9D5D-4B46-B518-13A76234AA35}">
  <we:reference id="wa104038830" version="1.0.0.3" store="en-US" storeType="OMEX"/>
  <we:alternateReferences>
    <we:reference id="WA104038830" version="1.0.0.3" store="WA104038830"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29a8c9f-5fa2-48b0-b074-24191d1a8d8c" xsi:nil="true"/>
    <lcf76f155ced4ddcb4097134ff3c332f xmlns="d0861b81-83fc-4b3d-9fd2-950eed9ffea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31DE8401C1846B6EB14C5C4218272" ma:contentTypeVersion="14" ma:contentTypeDescription="Create a new document." ma:contentTypeScope="" ma:versionID="72412dec7f7eea83a51985b44531c4b5">
  <xsd:schema xmlns:xsd="http://www.w3.org/2001/XMLSchema" xmlns:xs="http://www.w3.org/2001/XMLSchema" xmlns:p="http://schemas.microsoft.com/office/2006/metadata/properties" xmlns:ns2="d0861b81-83fc-4b3d-9fd2-950eed9ffea6" xmlns:ns3="129a8c9f-5fa2-48b0-b074-24191d1a8d8c" targetNamespace="http://schemas.microsoft.com/office/2006/metadata/properties" ma:root="true" ma:fieldsID="d3baebd744d19670e27f2e90150e49cb" ns2:_="" ns3:_="">
    <xsd:import namespace="d0861b81-83fc-4b3d-9fd2-950eed9ffea6"/>
    <xsd:import namespace="129a8c9f-5fa2-48b0-b074-24191d1a8d8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861b81-83fc-4b3d-9fd2-950eed9ffe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0252f8d-9def-427b-bcfd-cc46b71453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29a8c9f-5fa2-48b0-b074-24191d1a8d8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51727-b480-44cf-a8e4-9009113fe02c}" ma:internalName="TaxCatchAll" ma:showField="CatchAllData" ma:web="129a8c9f-5fa2-48b0-b074-24191d1a8d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70B8EE-FF77-4DAD-8954-3F357B81ED9B}">
  <ds:schemaRefs>
    <ds:schemaRef ds:uri="http://schemas.microsoft.com/sharepoint/v3/contenttype/forms"/>
  </ds:schemaRefs>
</ds:datastoreItem>
</file>

<file path=customXml/itemProps2.xml><?xml version="1.0" encoding="utf-8"?>
<ds:datastoreItem xmlns:ds="http://schemas.openxmlformats.org/officeDocument/2006/customXml" ds:itemID="{5F95984C-453E-4DBA-8158-60672605BD3E}">
  <ds:schemaRefs>
    <ds:schemaRef ds:uri="129a8c9f-5fa2-48b0-b074-24191d1a8d8c"/>
    <ds:schemaRef ds:uri="d0861b81-83fc-4b3d-9fd2-950eed9ffea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D5621E0-1748-402B-8DDF-69B73E57D176}">
  <ds:schemaRefs>
    <ds:schemaRef ds:uri="129a8c9f-5fa2-48b0-b074-24191d1a8d8c"/>
    <ds:schemaRef ds:uri="d0861b81-83fc-4b3d-9fd2-950eed9ffe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30</Slides>
  <Notes>7</Notes>
  <HiddenSlides>0</HiddenSlides>
  <ScaleCrop>false</ScaleCrop>
  <HeadingPairs>
    <vt:vector size="4" baseType="variant">
      <vt:variant>
        <vt:lpstr>Theme</vt:lpstr>
      </vt:variant>
      <vt:variant>
        <vt:i4>2</vt:i4>
      </vt:variant>
      <vt:variant>
        <vt:lpstr>Slide Titles</vt:lpstr>
      </vt:variant>
      <vt:variant>
        <vt:i4>30</vt:i4>
      </vt:variant>
    </vt:vector>
  </HeadingPairs>
  <TitlesOfParts>
    <vt:vector size="32" baseType="lpstr">
      <vt:lpstr>Office Theme</vt:lpstr>
      <vt:lpstr>Light</vt:lpstr>
      <vt:lpstr>PowerPoint Presentation</vt:lpstr>
      <vt:lpstr>PROGRAM OVERVIEW</vt:lpstr>
      <vt:lpstr>EXECUTIVE OVERVIEW</vt:lpstr>
      <vt:lpstr>CHANNELS AND CUSTOMER JOURNEY</vt:lpstr>
      <vt:lpstr>KEY TAKEAWAYS</vt:lpstr>
      <vt:lpstr>LOCATION AND CHANNEL PERFORMANCE</vt:lpstr>
      <vt:lpstr>CHANNEL ANALYSIS</vt:lpstr>
      <vt:lpstr>DIGITAL</vt:lpstr>
      <vt:lpstr>DIGITAL</vt:lpstr>
      <vt:lpstr>CALL CENTER</vt:lpstr>
      <vt:lpstr>CALL CENTER</vt:lpstr>
      <vt:lpstr>KIOSK</vt:lpstr>
      <vt:lpstr>KIOSK</vt:lpstr>
      <vt:lpstr>OFFICE VISIT</vt:lpstr>
      <vt:lpstr>OFFICE VISIT</vt:lpstr>
      <vt:lpstr>OFFICE VISIT</vt:lpstr>
      <vt:lpstr>THIRD PARTY</vt:lpstr>
      <vt:lpstr>THIRD PARTY</vt:lpstr>
      <vt:lpstr>DATA LEAKAGE</vt:lpstr>
      <vt:lpstr>DATA LEAKAGE AND CHANNEL INTEGRITY</vt:lpstr>
      <vt:lpstr>LEAKAGE CUSTOMER JOURNEY</vt:lpstr>
      <vt:lpstr>LEAKAGE CUSTOMER JOURNEY</vt:lpstr>
      <vt:lpstr>LEAKAGE CUSTOMER JOURNEY</vt:lpstr>
      <vt:lpstr>LEAKAGE CUSTOMER JOURNEY</vt:lpstr>
      <vt:lpstr>LEAKAGE PATTERN</vt:lpstr>
      <vt:lpstr>WHY LEAKAGE HAPPENS</vt:lpstr>
      <vt:lpstr>VOICE OF THE CUSTOMER</vt:lpstr>
      <vt:lpstr>RECOMMENDATIONS</vt:lpstr>
      <vt:lpstr>DECISIONS NEEDED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BARE International;dpanda@bareinternational.com</dc:creator>
  <cp:revision>1</cp:revision>
  <dcterms:created xsi:type="dcterms:W3CDTF">2023-12-21T19:12:23Z</dcterms:created>
  <dcterms:modified xsi:type="dcterms:W3CDTF">2026-10-13T09:14:35Z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0x010100F0431DE8401C1846B6EB14C5C4218272</vt:lpwstr>
  </property>
  <property fmtid="{D5CDD505-2E9C-101B-9397-08002B2CF9AE}" pid="3" name="MediaServiceImageTags">
    <vt:lpwstr/>
  </property>
  <property fmtid="{D5CDD505-2E9C-101B-9397-08002B2CF9AE}" pid="4" name="Order">
    <vt:r8>10600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